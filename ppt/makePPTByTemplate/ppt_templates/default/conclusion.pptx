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C22F57-759E-44FD-AB4C-5494F554C56D}"/>
              </a:ext>
            </a:extLst>
          </p:cNvPr>
          <p:cNvSpPr/>
          <p:nvPr/>
        </p:nvSpPr>
        <p:spPr>
          <a:xfrm>
            <a:off x="1" y="1"/>
            <a:ext cx="12192000" cy="3428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020DD1-6035-4F11-9439-34B3CC4F7841}"/>
              </a:ext>
            </a:extLst>
          </p:cNvPr>
          <p:cNvSpPr/>
          <p:nvPr/>
        </p:nvSpPr>
        <p:spPr>
          <a:xfrm>
            <a:off x="705757" y="988291"/>
            <a:ext cx="10758339" cy="5338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C4F4117-F9B3-E0C5-41CB-C0980C3FD522}"/>
              </a:ext>
            </a:extLst>
          </p:cNvPr>
          <p:cNvGrpSpPr/>
          <p:nvPr/>
        </p:nvGrpSpPr>
        <p:grpSpPr>
          <a:xfrm>
            <a:off x="603870" y="900524"/>
            <a:ext cx="10987766" cy="5527986"/>
            <a:chOff x="861492" y="1203598"/>
            <a:chExt cx="7502331" cy="3517359"/>
          </a:xfrm>
        </p:grpSpPr>
        <p:sp>
          <p:nvSpPr>
            <p:cNvPr id="5" name="圆角矩形 26">
              <a:extLst>
                <a:ext uri="{FF2B5EF4-FFF2-40B4-BE49-F238E27FC236}">
                  <a16:creationId xmlns:a16="http://schemas.microsoft.com/office/drawing/2014/main" id="{C0C83E48-C83D-ECA0-00A4-33B9AD59BBE9}"/>
                </a:ext>
              </a:extLst>
            </p:cNvPr>
            <p:cNvSpPr/>
            <p:nvPr/>
          </p:nvSpPr>
          <p:spPr>
            <a:xfrm>
              <a:off x="926188" y="1256577"/>
              <a:ext cx="7345680" cy="3411401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rgbClr val="C6B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6" name="矩形 93">
              <a:extLst>
                <a:ext uri="{FF2B5EF4-FFF2-40B4-BE49-F238E27FC236}">
                  <a16:creationId xmlns:a16="http://schemas.microsoft.com/office/drawing/2014/main" id="{894CE093-BBF1-1295-8CCC-7B226D2ADBB7}"/>
                </a:ext>
              </a:extLst>
            </p:cNvPr>
            <p:cNvSpPr/>
            <p:nvPr/>
          </p:nvSpPr>
          <p:spPr>
            <a:xfrm>
              <a:off x="861492" y="1203598"/>
              <a:ext cx="288032" cy="288032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C6B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7" name="矩形 93">
              <a:extLst>
                <a:ext uri="{FF2B5EF4-FFF2-40B4-BE49-F238E27FC236}">
                  <a16:creationId xmlns:a16="http://schemas.microsoft.com/office/drawing/2014/main" id="{8007DBD7-D14E-4AE3-74EE-34D60A5A1075}"/>
                </a:ext>
              </a:extLst>
            </p:cNvPr>
            <p:cNvSpPr/>
            <p:nvPr/>
          </p:nvSpPr>
          <p:spPr>
            <a:xfrm rot="10800000">
              <a:off x="8075791" y="4432925"/>
              <a:ext cx="288032" cy="288032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C6B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</p:txBody>
        </p:sp>
        <p:sp>
          <p:nvSpPr>
            <p:cNvPr id="10" name="TextBox 42">
              <a:extLst>
                <a:ext uri="{FF2B5EF4-FFF2-40B4-BE49-F238E27FC236}">
                  <a16:creationId xmlns:a16="http://schemas.microsoft.com/office/drawing/2014/main" id="{5CE73A5B-80EB-DBED-54BF-9A39036C5AF4}"/>
                </a:ext>
              </a:extLst>
            </p:cNvPr>
            <p:cNvSpPr txBox="1"/>
            <p:nvPr/>
          </p:nvSpPr>
          <p:spPr>
            <a:xfrm>
              <a:off x="3237936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1" name="TextBox 46">
              <a:extLst>
                <a:ext uri="{FF2B5EF4-FFF2-40B4-BE49-F238E27FC236}">
                  <a16:creationId xmlns:a16="http://schemas.microsoft.com/office/drawing/2014/main" id="{DA9D9344-B0FD-61A4-B16B-013C077A409C}"/>
                </a:ext>
              </a:extLst>
            </p:cNvPr>
            <p:cNvSpPr txBox="1"/>
            <p:nvPr/>
          </p:nvSpPr>
          <p:spPr>
            <a:xfrm>
              <a:off x="1660400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7" name="TextBox 47">
              <a:extLst>
                <a:ext uri="{FF2B5EF4-FFF2-40B4-BE49-F238E27FC236}">
                  <a16:creationId xmlns:a16="http://schemas.microsoft.com/office/drawing/2014/main" id="{E45F7F62-43D4-962E-3B2D-051DBF632B66}"/>
                </a:ext>
              </a:extLst>
            </p:cNvPr>
            <p:cNvSpPr txBox="1"/>
            <p:nvPr/>
          </p:nvSpPr>
          <p:spPr>
            <a:xfrm>
              <a:off x="4848504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  <p:sp>
          <p:nvSpPr>
            <p:cNvPr id="18" name="TextBox 48">
              <a:extLst>
                <a:ext uri="{FF2B5EF4-FFF2-40B4-BE49-F238E27FC236}">
                  <a16:creationId xmlns:a16="http://schemas.microsoft.com/office/drawing/2014/main" id="{BE7B638C-06A1-C8A9-1114-2E91197D4544}"/>
                </a:ext>
              </a:extLst>
            </p:cNvPr>
            <p:cNvSpPr txBox="1"/>
            <p:nvPr/>
          </p:nvSpPr>
          <p:spPr>
            <a:xfrm>
              <a:off x="6442556" y="3385904"/>
              <a:ext cx="969036" cy="414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添加</a:t>
              </a:r>
              <a:endPara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  <a:sym typeface="思源黑体 Medium" panose="020B0600000000000000" pitchFamily="34" charset="-122"/>
              </a:endParaRPr>
            </a:p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  <a:sym typeface="思源黑体 Medium" panose="020B0600000000000000" pitchFamily="34" charset="-122"/>
                </a:rPr>
                <a:t>关键字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826EE354-3055-5159-6A77-41734AB1C03C}"/>
              </a:ext>
            </a:extLst>
          </p:cNvPr>
          <p:cNvSpPr txBox="1"/>
          <p:nvPr/>
        </p:nvSpPr>
        <p:spPr>
          <a:xfrm>
            <a:off x="603870" y="238704"/>
            <a:ext cx="2663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/>
            </a:pPr>
            <a:r>
              <a:rPr lang="zh-CN" altLang="en-US" sz="3200" dirty="0">
                <a:ea typeface="思源黑体" panose="020B0500000000000000"/>
              </a:rPr>
              <a:t>章节标题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965C8F-B5FB-DE68-D3BC-45CE5BD1EBE1}"/>
              </a:ext>
            </a:extLst>
          </p:cNvPr>
          <p:cNvSpPr txBox="1"/>
          <p:nvPr/>
        </p:nvSpPr>
        <p:spPr>
          <a:xfrm>
            <a:off x="1025716" y="1307379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小标题</a:t>
            </a:r>
            <a:r>
              <a:rPr lang="en-US" altLang="zh-CN" sz="1400" dirty="0"/>
              <a:t>1</a:t>
            </a:r>
            <a:endParaRPr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81A29F-F216-F61A-B1A8-2C7137B0EA3C}"/>
              </a:ext>
            </a:extLst>
          </p:cNvPr>
          <p:cNvSpPr txBox="1"/>
          <p:nvPr/>
        </p:nvSpPr>
        <p:spPr>
          <a:xfrm>
            <a:off x="1025716" y="1826765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内容</a:t>
            </a:r>
            <a:r>
              <a:rPr lang="en-US" altLang="zh-CN" sz="1400" dirty="0"/>
              <a:t>1</a:t>
            </a:r>
            <a:endParaRPr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BD4C79-0D6A-CEA1-9826-C1D418821E1D}"/>
              </a:ext>
            </a:extLst>
          </p:cNvPr>
          <p:cNvSpPr txBox="1"/>
          <p:nvPr/>
        </p:nvSpPr>
        <p:spPr>
          <a:xfrm>
            <a:off x="1025716" y="2801993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小标题</a:t>
            </a:r>
            <a:r>
              <a:rPr lang="en-US" altLang="zh-CN" sz="1400" dirty="0"/>
              <a:t>2</a:t>
            </a:r>
            <a:endParaRPr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783145-A3E1-A806-EDAE-1B8DDEF7DE9D}"/>
              </a:ext>
            </a:extLst>
          </p:cNvPr>
          <p:cNvSpPr txBox="1"/>
          <p:nvPr/>
        </p:nvSpPr>
        <p:spPr>
          <a:xfrm>
            <a:off x="1025716" y="3321379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内容</a:t>
            </a:r>
            <a:r>
              <a:rPr lang="en-US" altLang="zh-CN" sz="1400" dirty="0"/>
              <a:t>2</a:t>
            </a:r>
            <a:endParaRPr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34DC34-F0D9-2134-FEE7-AD70428D532C}"/>
              </a:ext>
            </a:extLst>
          </p:cNvPr>
          <p:cNvSpPr txBox="1"/>
          <p:nvPr/>
        </p:nvSpPr>
        <p:spPr>
          <a:xfrm>
            <a:off x="1025716" y="4442764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小标题</a:t>
            </a:r>
            <a:r>
              <a:rPr lang="en-US" altLang="zh-CN" sz="1400" dirty="0"/>
              <a:t>3</a:t>
            </a:r>
            <a:endParaRPr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F8E429-71C5-E85E-6389-797D93EB8852}"/>
              </a:ext>
            </a:extLst>
          </p:cNvPr>
          <p:cNvSpPr txBox="1"/>
          <p:nvPr/>
        </p:nvSpPr>
        <p:spPr>
          <a:xfrm>
            <a:off x="1025716" y="4962150"/>
            <a:ext cx="913703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800"/>
            </a:pPr>
            <a:r>
              <a:rPr lang="zh-CN" altLang="en-US" sz="1400" dirty="0"/>
              <a:t>内容</a:t>
            </a:r>
            <a:r>
              <a:rPr lang="en-US" altLang="zh-CN" sz="1400" dirty="0"/>
              <a:t>3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思源黑体</vt:lpstr>
      <vt:lpstr>思源黑体 Medium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6</cp:revision>
  <dcterms:created xsi:type="dcterms:W3CDTF">2023-08-09T12:44:55Z</dcterms:created>
  <dcterms:modified xsi:type="dcterms:W3CDTF">2025-04-20T06:38:45Z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