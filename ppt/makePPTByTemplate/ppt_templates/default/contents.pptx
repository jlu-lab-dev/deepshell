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1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27D4D-1A37-4F31-80C7-71FAED1149E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CC1A0-4FD6-4D55-8833-78320980BC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954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541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5FB3835-ADC2-41D0-8A89-C076CAC2810E}"/>
              </a:ext>
            </a:extLst>
          </p:cNvPr>
          <p:cNvSpPr/>
          <p:nvPr/>
        </p:nvSpPr>
        <p:spPr>
          <a:xfrm>
            <a:off x="0" y="0"/>
            <a:ext cx="4696691" cy="6857999"/>
          </a:xfrm>
          <a:prstGeom prst="rect">
            <a:avLst/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FC8C4A-EDB4-4542-9575-3CADFD989A07}"/>
              </a:ext>
            </a:extLst>
          </p:cNvPr>
          <p:cNvSpPr/>
          <p:nvPr/>
        </p:nvSpPr>
        <p:spPr>
          <a:xfrm>
            <a:off x="11511642" y="0"/>
            <a:ext cx="680357" cy="6858000"/>
          </a:xfrm>
          <a:prstGeom prst="rect">
            <a:avLst/>
          </a:prstGeom>
          <a:solidFill>
            <a:srgbClr val="ECC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47D956-2443-43F8-A569-09F0F3BE4A84}"/>
              </a:ext>
            </a:extLst>
          </p:cNvPr>
          <p:cNvSpPr txBox="1"/>
          <p:nvPr/>
        </p:nvSpPr>
        <p:spPr>
          <a:xfrm>
            <a:off x="1422685" y="144679"/>
            <a:ext cx="1661993" cy="656863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en-US" altLang="zh-CN" sz="96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CONTENT</a:t>
            </a:r>
            <a:endParaRPr lang="zh-CN" altLang="en-US" sz="9600" dirty="0">
              <a:solidFill>
                <a:schemeClr val="bg1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A9E0EFE-9BEE-4E71-8A1A-1C9C46515FE9}"/>
              </a:ext>
            </a:extLst>
          </p:cNvPr>
          <p:cNvSpPr txBox="1"/>
          <p:nvPr/>
        </p:nvSpPr>
        <p:spPr bwMode="auto">
          <a:xfrm>
            <a:off x="5586433" y="1290661"/>
            <a:ext cx="5728111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22112F-8128-2A10-FE30-BDFEBD97FC92}"/>
              </a:ext>
            </a:extLst>
          </p:cNvPr>
          <p:cNvGrpSpPr/>
          <p:nvPr/>
        </p:nvGrpSpPr>
        <p:grpSpPr>
          <a:xfrm>
            <a:off x="4883383" y="201677"/>
            <a:ext cx="573235" cy="481442"/>
            <a:chOff x="3378359" y="640707"/>
            <a:chExt cx="663790" cy="557497"/>
          </a:xfrm>
        </p:grpSpPr>
        <p:sp>
          <p:nvSpPr>
            <p:cNvPr id="5" name="图文框 4">
              <a:extLst>
                <a:ext uri="{FF2B5EF4-FFF2-40B4-BE49-F238E27FC236}">
                  <a16:creationId xmlns:a16="http://schemas.microsoft.com/office/drawing/2014/main" id="{FE941744-8F06-2046-48A8-18DE7C148A65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图文框 7">
              <a:extLst>
                <a:ext uri="{FF2B5EF4-FFF2-40B4-BE49-F238E27FC236}">
                  <a16:creationId xmlns:a16="http://schemas.microsoft.com/office/drawing/2014/main" id="{BFA26566-C91E-4FA9-2C05-8AC69A28ABC1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9AF6CD2-E163-32E7-0ABB-7595896AB00E}"/>
              </a:ext>
            </a:extLst>
          </p:cNvPr>
          <p:cNvSpPr txBox="1"/>
          <p:nvPr/>
        </p:nvSpPr>
        <p:spPr bwMode="auto">
          <a:xfrm>
            <a:off x="5654591" y="161161"/>
            <a:ext cx="4005201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24354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24" grpId="0"/>
      <p:bldP spid="14" grpId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字魂58号-创中黑</vt:lpstr>
      <vt:lpstr>字魂59号-创粗黑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4</cp:revision>
  <dcterms:created xsi:type="dcterms:W3CDTF">2023-08-09T12:44:55Z</dcterms:created>
  <dcterms:modified xsi:type="dcterms:W3CDTF">2025-04-22T04:07:39Z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