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2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8D349-EE97-4D88-9B21-649A815F01C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6B0558-298D-4FFD-BB10-F877A9A20B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5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7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D64839-2DCB-4411-A280-F4AA36E9ED3E}"/>
              </a:ext>
            </a:extLst>
          </p:cNvPr>
          <p:cNvGrpSpPr/>
          <p:nvPr/>
        </p:nvGrpSpPr>
        <p:grpSpPr>
          <a:xfrm>
            <a:off x="660399" y="504490"/>
            <a:ext cx="573235" cy="481442"/>
            <a:chOff x="3378359" y="640707"/>
            <a:chExt cx="663790" cy="557497"/>
          </a:xfrm>
        </p:grpSpPr>
        <p:sp>
          <p:nvSpPr>
            <p:cNvPr id="2" name="图文框 1">
              <a:extLst>
                <a:ext uri="{FF2B5EF4-FFF2-40B4-BE49-F238E27FC236}">
                  <a16:creationId xmlns:a16="http://schemas.microsoft.com/office/drawing/2014/main" id="{4ED448EC-7973-4DCB-B2A3-5A55F8ECBB51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036C49B5-C1D6-449D-9571-3A90F7A831F9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B444242-7218-48C5-A90E-AE65BB69E035}"/>
              </a:ext>
            </a:extLst>
          </p:cNvPr>
          <p:cNvSpPr txBox="1"/>
          <p:nvPr/>
        </p:nvSpPr>
        <p:spPr bwMode="auto">
          <a:xfrm>
            <a:off x="1424712" y="479137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2355C47-D43C-4E5F-94DC-3FCFD4A39216}"/>
              </a:ext>
            </a:extLst>
          </p:cNvPr>
          <p:cNvSpPr>
            <a:spLocks noEditPoints="1"/>
          </p:cNvSpPr>
          <p:nvPr/>
        </p:nvSpPr>
        <p:spPr bwMode="auto">
          <a:xfrm>
            <a:off x="5019252" y="3575521"/>
            <a:ext cx="330685" cy="331437"/>
          </a:xfrm>
          <a:custGeom>
            <a:avLst/>
            <a:gdLst>
              <a:gd name="T0" fmla="*/ 795 w 1116"/>
              <a:gd name="T1" fmla="*/ 774 h 1117"/>
              <a:gd name="T2" fmla="*/ 1039 w 1116"/>
              <a:gd name="T3" fmla="*/ 623 h 1117"/>
              <a:gd name="T4" fmla="*/ 970 w 1116"/>
              <a:gd name="T5" fmla="*/ 816 h 1117"/>
              <a:gd name="T6" fmla="*/ 291 w 1116"/>
              <a:gd name="T7" fmla="*/ 610 h 1117"/>
              <a:gd name="T8" fmla="*/ 309 w 1116"/>
              <a:gd name="T9" fmla="*/ 848 h 1117"/>
              <a:gd name="T10" fmla="*/ 146 w 1116"/>
              <a:gd name="T11" fmla="*/ 816 h 1117"/>
              <a:gd name="T12" fmla="*/ 77 w 1116"/>
              <a:gd name="T13" fmla="*/ 623 h 1117"/>
              <a:gd name="T14" fmla="*/ 277 w 1116"/>
              <a:gd name="T15" fmla="*/ 290 h 1117"/>
              <a:gd name="T16" fmla="*/ 293 w 1116"/>
              <a:gd name="T17" fmla="*/ 482 h 1117"/>
              <a:gd name="T18" fmla="*/ 94 w 1116"/>
              <a:gd name="T19" fmla="*/ 415 h 1117"/>
              <a:gd name="T20" fmla="*/ 182 w 1116"/>
              <a:gd name="T21" fmla="*/ 252 h 1117"/>
              <a:gd name="T22" fmla="*/ 710 w 1116"/>
              <a:gd name="T23" fmla="*/ 340 h 1117"/>
              <a:gd name="T24" fmla="*/ 790 w 1116"/>
              <a:gd name="T25" fmla="*/ 512 h 1117"/>
              <a:gd name="T26" fmla="*/ 618 w 1116"/>
              <a:gd name="T27" fmla="*/ 796 h 1117"/>
              <a:gd name="T28" fmla="*/ 769 w 1116"/>
              <a:gd name="T29" fmla="*/ 735 h 1117"/>
              <a:gd name="T30" fmla="*/ 861 w 1116"/>
              <a:gd name="T31" fmla="*/ 938 h 1117"/>
              <a:gd name="T32" fmla="*/ 734 w 1116"/>
              <a:gd name="T33" fmla="*/ 1011 h 1117"/>
              <a:gd name="T34" fmla="*/ 689 w 1116"/>
              <a:gd name="T35" fmla="*/ 980 h 1117"/>
              <a:gd name="T36" fmla="*/ 615 w 1116"/>
              <a:gd name="T37" fmla="*/ 832 h 1117"/>
              <a:gd name="T38" fmla="*/ 678 w 1116"/>
              <a:gd name="T39" fmla="*/ 933 h 1117"/>
              <a:gd name="T40" fmla="*/ 445 w 1116"/>
              <a:gd name="T41" fmla="*/ 1031 h 1117"/>
              <a:gd name="T42" fmla="*/ 308 w 1116"/>
              <a:gd name="T43" fmla="*/ 976 h 1117"/>
              <a:gd name="T44" fmla="*/ 358 w 1116"/>
              <a:gd name="T45" fmla="*/ 866 h 1117"/>
              <a:gd name="T46" fmla="*/ 540 w 1116"/>
              <a:gd name="T47" fmla="*/ 577 h 1117"/>
              <a:gd name="T48" fmla="*/ 376 w 1116"/>
              <a:gd name="T49" fmla="*/ 821 h 1117"/>
              <a:gd name="T50" fmla="*/ 540 w 1116"/>
              <a:gd name="T51" fmla="*/ 577 h 1117"/>
              <a:gd name="T52" fmla="*/ 540 w 1116"/>
              <a:gd name="T53" fmla="*/ 360 h 1117"/>
              <a:gd name="T54" fmla="*/ 356 w 1116"/>
              <a:gd name="T55" fmla="*/ 352 h 1117"/>
              <a:gd name="T56" fmla="*/ 249 w 1116"/>
              <a:gd name="T57" fmla="*/ 230 h 1117"/>
              <a:gd name="T58" fmla="*/ 322 w 1116"/>
              <a:gd name="T59" fmla="*/ 134 h 1117"/>
              <a:gd name="T60" fmla="*/ 478 w 1116"/>
              <a:gd name="T61" fmla="*/ 80 h 1117"/>
              <a:gd name="T62" fmla="*/ 540 w 1116"/>
              <a:gd name="T63" fmla="*/ 74 h 1117"/>
              <a:gd name="T64" fmla="*/ 377 w 1116"/>
              <a:gd name="T65" fmla="*/ 294 h 1117"/>
              <a:gd name="T66" fmla="*/ 539 w 1116"/>
              <a:gd name="T67" fmla="*/ 74 h 1117"/>
              <a:gd name="T68" fmla="*/ 744 w 1116"/>
              <a:gd name="T69" fmla="*/ 110 h 1117"/>
              <a:gd name="T70" fmla="*/ 883 w 1116"/>
              <a:gd name="T71" fmla="*/ 198 h 1117"/>
              <a:gd name="T72" fmla="*/ 773 w 1116"/>
              <a:gd name="T73" fmla="*/ 282 h 1117"/>
              <a:gd name="T74" fmla="*/ 578 w 1116"/>
              <a:gd name="T75" fmla="*/ 74 h 1117"/>
              <a:gd name="T76" fmla="*/ 720 w 1116"/>
              <a:gd name="T77" fmla="*/ 301 h 1117"/>
              <a:gd name="T78" fmla="*/ 577 w 1116"/>
              <a:gd name="T79" fmla="*/ 74 h 1117"/>
              <a:gd name="T80" fmla="*/ 422 w 1116"/>
              <a:gd name="T81" fmla="*/ 909 h 1117"/>
              <a:gd name="T82" fmla="*/ 521 w 1116"/>
              <a:gd name="T83" fmla="*/ 831 h 1117"/>
              <a:gd name="T84" fmla="*/ 816 w 1116"/>
              <a:gd name="T85" fmla="*/ 424 h 1117"/>
              <a:gd name="T86" fmla="*/ 873 w 1116"/>
              <a:gd name="T87" fmla="*/ 269 h 1117"/>
              <a:gd name="T88" fmla="*/ 990 w 1116"/>
              <a:gd name="T89" fmla="*/ 337 h 1117"/>
              <a:gd name="T90" fmla="*/ 1041 w 1116"/>
              <a:gd name="T91" fmla="*/ 519 h 1117"/>
              <a:gd name="T92" fmla="*/ 392 w 1116"/>
              <a:gd name="T93" fmla="*/ 26 h 1117"/>
              <a:gd name="T94" fmla="*/ 183 w 1116"/>
              <a:gd name="T95" fmla="*/ 146 h 1117"/>
              <a:gd name="T96" fmla="*/ 44 w 1116"/>
              <a:gd name="T97" fmla="*/ 342 h 1117"/>
              <a:gd name="T98" fmla="*/ 0 w 1116"/>
              <a:gd name="T99" fmla="*/ 588 h 1117"/>
              <a:gd name="T100" fmla="*/ 67 w 1116"/>
              <a:gd name="T101" fmla="*/ 824 h 1117"/>
              <a:gd name="T102" fmla="*/ 224 w 1116"/>
              <a:gd name="T103" fmla="*/ 1006 h 1117"/>
              <a:gd name="T104" fmla="*/ 445 w 1116"/>
              <a:gd name="T105" fmla="*/ 1105 h 1117"/>
              <a:gd name="T106" fmla="*/ 697 w 1116"/>
              <a:gd name="T107" fmla="*/ 1099 h 1117"/>
              <a:gd name="T108" fmla="*/ 913 w 1116"/>
              <a:gd name="T109" fmla="*/ 990 h 1117"/>
              <a:gd name="T110" fmla="*/ 1061 w 1116"/>
              <a:gd name="T111" fmla="*/ 801 h 1117"/>
              <a:gd name="T112" fmla="*/ 1116 w 1116"/>
              <a:gd name="T113" fmla="*/ 559 h 1117"/>
              <a:gd name="T114" fmla="*/ 1061 w 1116"/>
              <a:gd name="T115" fmla="*/ 317 h 1117"/>
              <a:gd name="T116" fmla="*/ 913 w 1116"/>
              <a:gd name="T117" fmla="*/ 128 h 1117"/>
              <a:gd name="T118" fmla="*/ 697 w 1116"/>
              <a:gd name="T119" fmla="*/ 19 h 1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16" h="1117">
                <a:moveTo>
                  <a:pt x="900" y="903"/>
                </a:moveTo>
                <a:lnTo>
                  <a:pt x="871" y="883"/>
                </a:lnTo>
                <a:lnTo>
                  <a:pt x="840" y="864"/>
                </a:lnTo>
                <a:lnTo>
                  <a:pt x="823" y="856"/>
                </a:lnTo>
                <a:lnTo>
                  <a:pt x="807" y="848"/>
                </a:lnTo>
                <a:lnTo>
                  <a:pt x="790" y="841"/>
                </a:lnTo>
                <a:lnTo>
                  <a:pt x="774" y="834"/>
                </a:lnTo>
                <a:lnTo>
                  <a:pt x="784" y="804"/>
                </a:lnTo>
                <a:lnTo>
                  <a:pt x="795" y="774"/>
                </a:lnTo>
                <a:lnTo>
                  <a:pt x="804" y="742"/>
                </a:lnTo>
                <a:lnTo>
                  <a:pt x="811" y="710"/>
                </a:lnTo>
                <a:lnTo>
                  <a:pt x="818" y="677"/>
                </a:lnTo>
                <a:lnTo>
                  <a:pt x="822" y="645"/>
                </a:lnTo>
                <a:lnTo>
                  <a:pt x="825" y="610"/>
                </a:lnTo>
                <a:lnTo>
                  <a:pt x="828" y="577"/>
                </a:lnTo>
                <a:lnTo>
                  <a:pt x="1043" y="577"/>
                </a:lnTo>
                <a:lnTo>
                  <a:pt x="1041" y="601"/>
                </a:lnTo>
                <a:lnTo>
                  <a:pt x="1039" y="623"/>
                </a:lnTo>
                <a:lnTo>
                  <a:pt x="1035" y="647"/>
                </a:lnTo>
                <a:lnTo>
                  <a:pt x="1031" y="670"/>
                </a:lnTo>
                <a:lnTo>
                  <a:pt x="1025" y="691"/>
                </a:lnTo>
                <a:lnTo>
                  <a:pt x="1018" y="714"/>
                </a:lnTo>
                <a:lnTo>
                  <a:pt x="1010" y="735"/>
                </a:lnTo>
                <a:lnTo>
                  <a:pt x="1002" y="756"/>
                </a:lnTo>
                <a:lnTo>
                  <a:pt x="992" y="777"/>
                </a:lnTo>
                <a:lnTo>
                  <a:pt x="981" y="796"/>
                </a:lnTo>
                <a:lnTo>
                  <a:pt x="970" y="816"/>
                </a:lnTo>
                <a:lnTo>
                  <a:pt x="957" y="834"/>
                </a:lnTo>
                <a:lnTo>
                  <a:pt x="944" y="852"/>
                </a:lnTo>
                <a:lnTo>
                  <a:pt x="930" y="870"/>
                </a:lnTo>
                <a:lnTo>
                  <a:pt x="916" y="887"/>
                </a:lnTo>
                <a:lnTo>
                  <a:pt x="900" y="903"/>
                </a:lnTo>
                <a:lnTo>
                  <a:pt x="900" y="903"/>
                </a:lnTo>
                <a:close/>
                <a:moveTo>
                  <a:pt x="73" y="577"/>
                </a:moveTo>
                <a:lnTo>
                  <a:pt x="289" y="577"/>
                </a:lnTo>
                <a:lnTo>
                  <a:pt x="291" y="610"/>
                </a:lnTo>
                <a:lnTo>
                  <a:pt x="294" y="645"/>
                </a:lnTo>
                <a:lnTo>
                  <a:pt x="298" y="677"/>
                </a:lnTo>
                <a:lnTo>
                  <a:pt x="305" y="710"/>
                </a:lnTo>
                <a:lnTo>
                  <a:pt x="312" y="742"/>
                </a:lnTo>
                <a:lnTo>
                  <a:pt x="321" y="774"/>
                </a:lnTo>
                <a:lnTo>
                  <a:pt x="331" y="804"/>
                </a:lnTo>
                <a:lnTo>
                  <a:pt x="343" y="834"/>
                </a:lnTo>
                <a:lnTo>
                  <a:pt x="325" y="841"/>
                </a:lnTo>
                <a:lnTo>
                  <a:pt x="309" y="848"/>
                </a:lnTo>
                <a:lnTo>
                  <a:pt x="293" y="856"/>
                </a:lnTo>
                <a:lnTo>
                  <a:pt x="277" y="864"/>
                </a:lnTo>
                <a:lnTo>
                  <a:pt x="245" y="883"/>
                </a:lnTo>
                <a:lnTo>
                  <a:pt x="215" y="903"/>
                </a:lnTo>
                <a:lnTo>
                  <a:pt x="200" y="887"/>
                </a:lnTo>
                <a:lnTo>
                  <a:pt x="185" y="870"/>
                </a:lnTo>
                <a:lnTo>
                  <a:pt x="171" y="852"/>
                </a:lnTo>
                <a:lnTo>
                  <a:pt x="158" y="834"/>
                </a:lnTo>
                <a:lnTo>
                  <a:pt x="146" y="816"/>
                </a:lnTo>
                <a:lnTo>
                  <a:pt x="134" y="796"/>
                </a:lnTo>
                <a:lnTo>
                  <a:pt x="123" y="777"/>
                </a:lnTo>
                <a:lnTo>
                  <a:pt x="114" y="756"/>
                </a:lnTo>
                <a:lnTo>
                  <a:pt x="105" y="735"/>
                </a:lnTo>
                <a:lnTo>
                  <a:pt x="98" y="714"/>
                </a:lnTo>
                <a:lnTo>
                  <a:pt x="91" y="691"/>
                </a:lnTo>
                <a:lnTo>
                  <a:pt x="86" y="670"/>
                </a:lnTo>
                <a:lnTo>
                  <a:pt x="80" y="647"/>
                </a:lnTo>
                <a:lnTo>
                  <a:pt x="77" y="623"/>
                </a:lnTo>
                <a:lnTo>
                  <a:pt x="75" y="601"/>
                </a:lnTo>
                <a:lnTo>
                  <a:pt x="73" y="577"/>
                </a:lnTo>
                <a:lnTo>
                  <a:pt x="73" y="577"/>
                </a:lnTo>
                <a:close/>
                <a:moveTo>
                  <a:pt x="196" y="236"/>
                </a:moveTo>
                <a:lnTo>
                  <a:pt x="211" y="248"/>
                </a:lnTo>
                <a:lnTo>
                  <a:pt x="227" y="258"/>
                </a:lnTo>
                <a:lnTo>
                  <a:pt x="243" y="269"/>
                </a:lnTo>
                <a:lnTo>
                  <a:pt x="260" y="280"/>
                </a:lnTo>
                <a:lnTo>
                  <a:pt x="277" y="290"/>
                </a:lnTo>
                <a:lnTo>
                  <a:pt x="294" y="298"/>
                </a:lnTo>
                <a:lnTo>
                  <a:pt x="312" y="307"/>
                </a:lnTo>
                <a:lnTo>
                  <a:pt x="330" y="315"/>
                </a:lnTo>
                <a:lnTo>
                  <a:pt x="321" y="342"/>
                </a:lnTo>
                <a:lnTo>
                  <a:pt x="314" y="369"/>
                </a:lnTo>
                <a:lnTo>
                  <a:pt x="306" y="396"/>
                </a:lnTo>
                <a:lnTo>
                  <a:pt x="301" y="424"/>
                </a:lnTo>
                <a:lnTo>
                  <a:pt x="296" y="453"/>
                </a:lnTo>
                <a:lnTo>
                  <a:pt x="293" y="482"/>
                </a:lnTo>
                <a:lnTo>
                  <a:pt x="290" y="511"/>
                </a:lnTo>
                <a:lnTo>
                  <a:pt x="289" y="540"/>
                </a:lnTo>
                <a:lnTo>
                  <a:pt x="73" y="540"/>
                </a:lnTo>
                <a:lnTo>
                  <a:pt x="74" y="519"/>
                </a:lnTo>
                <a:lnTo>
                  <a:pt x="76" y="497"/>
                </a:lnTo>
                <a:lnTo>
                  <a:pt x="79" y="477"/>
                </a:lnTo>
                <a:lnTo>
                  <a:pt x="83" y="455"/>
                </a:lnTo>
                <a:lnTo>
                  <a:pt x="89" y="434"/>
                </a:lnTo>
                <a:lnTo>
                  <a:pt x="94" y="415"/>
                </a:lnTo>
                <a:lnTo>
                  <a:pt x="101" y="394"/>
                </a:lnTo>
                <a:lnTo>
                  <a:pt x="108" y="375"/>
                </a:lnTo>
                <a:lnTo>
                  <a:pt x="117" y="356"/>
                </a:lnTo>
                <a:lnTo>
                  <a:pt x="126" y="337"/>
                </a:lnTo>
                <a:lnTo>
                  <a:pt x="135" y="319"/>
                </a:lnTo>
                <a:lnTo>
                  <a:pt x="146" y="302"/>
                </a:lnTo>
                <a:lnTo>
                  <a:pt x="158" y="284"/>
                </a:lnTo>
                <a:lnTo>
                  <a:pt x="170" y="268"/>
                </a:lnTo>
                <a:lnTo>
                  <a:pt x="182" y="252"/>
                </a:lnTo>
                <a:lnTo>
                  <a:pt x="196" y="236"/>
                </a:lnTo>
                <a:close/>
                <a:moveTo>
                  <a:pt x="576" y="540"/>
                </a:moveTo>
                <a:lnTo>
                  <a:pt x="576" y="360"/>
                </a:lnTo>
                <a:lnTo>
                  <a:pt x="599" y="359"/>
                </a:lnTo>
                <a:lnTo>
                  <a:pt x="621" y="357"/>
                </a:lnTo>
                <a:lnTo>
                  <a:pt x="644" y="353"/>
                </a:lnTo>
                <a:lnTo>
                  <a:pt x="667" y="350"/>
                </a:lnTo>
                <a:lnTo>
                  <a:pt x="688" y="346"/>
                </a:lnTo>
                <a:lnTo>
                  <a:pt x="710" y="340"/>
                </a:lnTo>
                <a:lnTo>
                  <a:pt x="732" y="334"/>
                </a:lnTo>
                <a:lnTo>
                  <a:pt x="752" y="328"/>
                </a:lnTo>
                <a:lnTo>
                  <a:pt x="761" y="352"/>
                </a:lnTo>
                <a:lnTo>
                  <a:pt x="768" y="378"/>
                </a:lnTo>
                <a:lnTo>
                  <a:pt x="775" y="404"/>
                </a:lnTo>
                <a:lnTo>
                  <a:pt x="780" y="430"/>
                </a:lnTo>
                <a:lnTo>
                  <a:pt x="784" y="457"/>
                </a:lnTo>
                <a:lnTo>
                  <a:pt x="788" y="485"/>
                </a:lnTo>
                <a:lnTo>
                  <a:pt x="790" y="512"/>
                </a:lnTo>
                <a:lnTo>
                  <a:pt x="791" y="540"/>
                </a:lnTo>
                <a:lnTo>
                  <a:pt x="576" y="540"/>
                </a:lnTo>
                <a:close/>
                <a:moveTo>
                  <a:pt x="739" y="821"/>
                </a:moveTo>
                <a:lnTo>
                  <a:pt x="720" y="816"/>
                </a:lnTo>
                <a:lnTo>
                  <a:pt x="700" y="810"/>
                </a:lnTo>
                <a:lnTo>
                  <a:pt x="680" y="806"/>
                </a:lnTo>
                <a:lnTo>
                  <a:pt x="659" y="802"/>
                </a:lnTo>
                <a:lnTo>
                  <a:pt x="639" y="798"/>
                </a:lnTo>
                <a:lnTo>
                  <a:pt x="618" y="796"/>
                </a:lnTo>
                <a:lnTo>
                  <a:pt x="598" y="794"/>
                </a:lnTo>
                <a:lnTo>
                  <a:pt x="576" y="794"/>
                </a:lnTo>
                <a:lnTo>
                  <a:pt x="576" y="577"/>
                </a:lnTo>
                <a:lnTo>
                  <a:pt x="791" y="577"/>
                </a:lnTo>
                <a:lnTo>
                  <a:pt x="790" y="609"/>
                </a:lnTo>
                <a:lnTo>
                  <a:pt x="787" y="642"/>
                </a:lnTo>
                <a:lnTo>
                  <a:pt x="782" y="673"/>
                </a:lnTo>
                <a:lnTo>
                  <a:pt x="776" y="704"/>
                </a:lnTo>
                <a:lnTo>
                  <a:pt x="769" y="735"/>
                </a:lnTo>
                <a:lnTo>
                  <a:pt x="761" y="764"/>
                </a:lnTo>
                <a:lnTo>
                  <a:pt x="751" y="793"/>
                </a:lnTo>
                <a:lnTo>
                  <a:pt x="739" y="821"/>
                </a:lnTo>
                <a:close/>
                <a:moveTo>
                  <a:pt x="759" y="866"/>
                </a:moveTo>
                <a:lnTo>
                  <a:pt x="789" y="879"/>
                </a:lnTo>
                <a:lnTo>
                  <a:pt x="818" y="893"/>
                </a:lnTo>
                <a:lnTo>
                  <a:pt x="846" y="910"/>
                </a:lnTo>
                <a:lnTo>
                  <a:pt x="873" y="928"/>
                </a:lnTo>
                <a:lnTo>
                  <a:pt x="861" y="938"/>
                </a:lnTo>
                <a:lnTo>
                  <a:pt x="848" y="947"/>
                </a:lnTo>
                <a:lnTo>
                  <a:pt x="835" y="957"/>
                </a:lnTo>
                <a:lnTo>
                  <a:pt x="821" y="967"/>
                </a:lnTo>
                <a:lnTo>
                  <a:pt x="807" y="976"/>
                </a:lnTo>
                <a:lnTo>
                  <a:pt x="793" y="983"/>
                </a:lnTo>
                <a:lnTo>
                  <a:pt x="779" y="991"/>
                </a:lnTo>
                <a:lnTo>
                  <a:pt x="764" y="998"/>
                </a:lnTo>
                <a:lnTo>
                  <a:pt x="750" y="1005"/>
                </a:lnTo>
                <a:lnTo>
                  <a:pt x="734" y="1011"/>
                </a:lnTo>
                <a:lnTo>
                  <a:pt x="719" y="1017"/>
                </a:lnTo>
                <a:lnTo>
                  <a:pt x="703" y="1022"/>
                </a:lnTo>
                <a:lnTo>
                  <a:pt x="687" y="1026"/>
                </a:lnTo>
                <a:lnTo>
                  <a:pt x="671" y="1031"/>
                </a:lnTo>
                <a:lnTo>
                  <a:pt x="655" y="1035"/>
                </a:lnTo>
                <a:lnTo>
                  <a:pt x="638" y="1037"/>
                </a:lnTo>
                <a:lnTo>
                  <a:pt x="656" y="1019"/>
                </a:lnTo>
                <a:lnTo>
                  <a:pt x="673" y="999"/>
                </a:lnTo>
                <a:lnTo>
                  <a:pt x="689" y="980"/>
                </a:lnTo>
                <a:lnTo>
                  <a:pt x="705" y="958"/>
                </a:lnTo>
                <a:lnTo>
                  <a:pt x="720" y="937"/>
                </a:lnTo>
                <a:lnTo>
                  <a:pt x="734" y="914"/>
                </a:lnTo>
                <a:lnTo>
                  <a:pt x="747" y="890"/>
                </a:lnTo>
                <a:lnTo>
                  <a:pt x="759" y="866"/>
                </a:lnTo>
                <a:close/>
                <a:moveTo>
                  <a:pt x="576" y="1044"/>
                </a:moveTo>
                <a:lnTo>
                  <a:pt x="576" y="830"/>
                </a:lnTo>
                <a:lnTo>
                  <a:pt x="595" y="831"/>
                </a:lnTo>
                <a:lnTo>
                  <a:pt x="615" y="832"/>
                </a:lnTo>
                <a:lnTo>
                  <a:pt x="633" y="834"/>
                </a:lnTo>
                <a:lnTo>
                  <a:pt x="652" y="837"/>
                </a:lnTo>
                <a:lnTo>
                  <a:pt x="671" y="841"/>
                </a:lnTo>
                <a:lnTo>
                  <a:pt x="688" y="844"/>
                </a:lnTo>
                <a:lnTo>
                  <a:pt x="707" y="849"/>
                </a:lnTo>
                <a:lnTo>
                  <a:pt x="725" y="855"/>
                </a:lnTo>
                <a:lnTo>
                  <a:pt x="710" y="882"/>
                </a:lnTo>
                <a:lnTo>
                  <a:pt x="695" y="909"/>
                </a:lnTo>
                <a:lnTo>
                  <a:pt x="678" y="933"/>
                </a:lnTo>
                <a:lnTo>
                  <a:pt x="660" y="958"/>
                </a:lnTo>
                <a:lnTo>
                  <a:pt x="641" y="982"/>
                </a:lnTo>
                <a:lnTo>
                  <a:pt x="621" y="1004"/>
                </a:lnTo>
                <a:lnTo>
                  <a:pt x="600" y="1024"/>
                </a:lnTo>
                <a:lnTo>
                  <a:pt x="578" y="1044"/>
                </a:lnTo>
                <a:lnTo>
                  <a:pt x="576" y="1044"/>
                </a:lnTo>
                <a:close/>
                <a:moveTo>
                  <a:pt x="478" y="1037"/>
                </a:moveTo>
                <a:lnTo>
                  <a:pt x="462" y="1035"/>
                </a:lnTo>
                <a:lnTo>
                  <a:pt x="445" y="1031"/>
                </a:lnTo>
                <a:lnTo>
                  <a:pt x="429" y="1026"/>
                </a:lnTo>
                <a:lnTo>
                  <a:pt x="413" y="1022"/>
                </a:lnTo>
                <a:lnTo>
                  <a:pt x="398" y="1017"/>
                </a:lnTo>
                <a:lnTo>
                  <a:pt x="382" y="1011"/>
                </a:lnTo>
                <a:lnTo>
                  <a:pt x="366" y="1005"/>
                </a:lnTo>
                <a:lnTo>
                  <a:pt x="351" y="998"/>
                </a:lnTo>
                <a:lnTo>
                  <a:pt x="337" y="991"/>
                </a:lnTo>
                <a:lnTo>
                  <a:pt x="322" y="983"/>
                </a:lnTo>
                <a:lnTo>
                  <a:pt x="308" y="976"/>
                </a:lnTo>
                <a:lnTo>
                  <a:pt x="294" y="967"/>
                </a:lnTo>
                <a:lnTo>
                  <a:pt x="281" y="957"/>
                </a:lnTo>
                <a:lnTo>
                  <a:pt x="268" y="947"/>
                </a:lnTo>
                <a:lnTo>
                  <a:pt x="255" y="938"/>
                </a:lnTo>
                <a:lnTo>
                  <a:pt x="242" y="928"/>
                </a:lnTo>
                <a:lnTo>
                  <a:pt x="269" y="910"/>
                </a:lnTo>
                <a:lnTo>
                  <a:pt x="298" y="893"/>
                </a:lnTo>
                <a:lnTo>
                  <a:pt x="328" y="879"/>
                </a:lnTo>
                <a:lnTo>
                  <a:pt x="358" y="866"/>
                </a:lnTo>
                <a:lnTo>
                  <a:pt x="370" y="890"/>
                </a:lnTo>
                <a:lnTo>
                  <a:pt x="383" y="914"/>
                </a:lnTo>
                <a:lnTo>
                  <a:pt x="397" y="937"/>
                </a:lnTo>
                <a:lnTo>
                  <a:pt x="412" y="958"/>
                </a:lnTo>
                <a:lnTo>
                  <a:pt x="427" y="980"/>
                </a:lnTo>
                <a:lnTo>
                  <a:pt x="443" y="999"/>
                </a:lnTo>
                <a:lnTo>
                  <a:pt x="460" y="1019"/>
                </a:lnTo>
                <a:lnTo>
                  <a:pt x="478" y="1037"/>
                </a:lnTo>
                <a:close/>
                <a:moveTo>
                  <a:pt x="540" y="577"/>
                </a:moveTo>
                <a:lnTo>
                  <a:pt x="540" y="794"/>
                </a:lnTo>
                <a:lnTo>
                  <a:pt x="519" y="794"/>
                </a:lnTo>
                <a:lnTo>
                  <a:pt x="498" y="796"/>
                </a:lnTo>
                <a:lnTo>
                  <a:pt x="477" y="798"/>
                </a:lnTo>
                <a:lnTo>
                  <a:pt x="456" y="802"/>
                </a:lnTo>
                <a:lnTo>
                  <a:pt x="436" y="806"/>
                </a:lnTo>
                <a:lnTo>
                  <a:pt x="416" y="810"/>
                </a:lnTo>
                <a:lnTo>
                  <a:pt x="396" y="816"/>
                </a:lnTo>
                <a:lnTo>
                  <a:pt x="376" y="821"/>
                </a:lnTo>
                <a:lnTo>
                  <a:pt x="365" y="793"/>
                </a:lnTo>
                <a:lnTo>
                  <a:pt x="356" y="764"/>
                </a:lnTo>
                <a:lnTo>
                  <a:pt x="347" y="735"/>
                </a:lnTo>
                <a:lnTo>
                  <a:pt x="339" y="704"/>
                </a:lnTo>
                <a:lnTo>
                  <a:pt x="334" y="673"/>
                </a:lnTo>
                <a:lnTo>
                  <a:pt x="330" y="642"/>
                </a:lnTo>
                <a:lnTo>
                  <a:pt x="326" y="609"/>
                </a:lnTo>
                <a:lnTo>
                  <a:pt x="324" y="577"/>
                </a:lnTo>
                <a:lnTo>
                  <a:pt x="540" y="577"/>
                </a:lnTo>
                <a:close/>
                <a:moveTo>
                  <a:pt x="364" y="328"/>
                </a:moveTo>
                <a:lnTo>
                  <a:pt x="385" y="334"/>
                </a:lnTo>
                <a:lnTo>
                  <a:pt x="406" y="340"/>
                </a:lnTo>
                <a:lnTo>
                  <a:pt x="428" y="346"/>
                </a:lnTo>
                <a:lnTo>
                  <a:pt x="450" y="350"/>
                </a:lnTo>
                <a:lnTo>
                  <a:pt x="472" y="353"/>
                </a:lnTo>
                <a:lnTo>
                  <a:pt x="494" y="357"/>
                </a:lnTo>
                <a:lnTo>
                  <a:pt x="517" y="359"/>
                </a:lnTo>
                <a:lnTo>
                  <a:pt x="540" y="360"/>
                </a:lnTo>
                <a:lnTo>
                  <a:pt x="540" y="540"/>
                </a:lnTo>
                <a:lnTo>
                  <a:pt x="324" y="540"/>
                </a:lnTo>
                <a:lnTo>
                  <a:pt x="326" y="512"/>
                </a:lnTo>
                <a:lnTo>
                  <a:pt x="329" y="485"/>
                </a:lnTo>
                <a:lnTo>
                  <a:pt x="332" y="457"/>
                </a:lnTo>
                <a:lnTo>
                  <a:pt x="336" y="430"/>
                </a:lnTo>
                <a:lnTo>
                  <a:pt x="342" y="404"/>
                </a:lnTo>
                <a:lnTo>
                  <a:pt x="348" y="378"/>
                </a:lnTo>
                <a:lnTo>
                  <a:pt x="356" y="352"/>
                </a:lnTo>
                <a:lnTo>
                  <a:pt x="364" y="328"/>
                </a:lnTo>
                <a:lnTo>
                  <a:pt x="364" y="328"/>
                </a:lnTo>
                <a:close/>
                <a:moveTo>
                  <a:pt x="344" y="282"/>
                </a:moveTo>
                <a:lnTo>
                  <a:pt x="328" y="275"/>
                </a:lnTo>
                <a:lnTo>
                  <a:pt x="311" y="267"/>
                </a:lnTo>
                <a:lnTo>
                  <a:pt x="295" y="258"/>
                </a:lnTo>
                <a:lnTo>
                  <a:pt x="279" y="250"/>
                </a:lnTo>
                <a:lnTo>
                  <a:pt x="264" y="240"/>
                </a:lnTo>
                <a:lnTo>
                  <a:pt x="249" y="230"/>
                </a:lnTo>
                <a:lnTo>
                  <a:pt x="235" y="221"/>
                </a:lnTo>
                <a:lnTo>
                  <a:pt x="221" y="210"/>
                </a:lnTo>
                <a:lnTo>
                  <a:pt x="234" y="198"/>
                </a:lnTo>
                <a:lnTo>
                  <a:pt x="248" y="186"/>
                </a:lnTo>
                <a:lnTo>
                  <a:pt x="262" y="174"/>
                </a:lnTo>
                <a:lnTo>
                  <a:pt x="276" y="163"/>
                </a:lnTo>
                <a:lnTo>
                  <a:pt x="291" y="154"/>
                </a:lnTo>
                <a:lnTo>
                  <a:pt x="306" y="144"/>
                </a:lnTo>
                <a:lnTo>
                  <a:pt x="322" y="134"/>
                </a:lnTo>
                <a:lnTo>
                  <a:pt x="338" y="126"/>
                </a:lnTo>
                <a:lnTo>
                  <a:pt x="355" y="118"/>
                </a:lnTo>
                <a:lnTo>
                  <a:pt x="371" y="110"/>
                </a:lnTo>
                <a:lnTo>
                  <a:pt x="388" y="104"/>
                </a:lnTo>
                <a:lnTo>
                  <a:pt x="405" y="97"/>
                </a:lnTo>
                <a:lnTo>
                  <a:pt x="424" y="92"/>
                </a:lnTo>
                <a:lnTo>
                  <a:pt x="441" y="88"/>
                </a:lnTo>
                <a:lnTo>
                  <a:pt x="459" y="83"/>
                </a:lnTo>
                <a:lnTo>
                  <a:pt x="478" y="80"/>
                </a:lnTo>
                <a:lnTo>
                  <a:pt x="458" y="102"/>
                </a:lnTo>
                <a:lnTo>
                  <a:pt x="438" y="124"/>
                </a:lnTo>
                <a:lnTo>
                  <a:pt x="419" y="148"/>
                </a:lnTo>
                <a:lnTo>
                  <a:pt x="402" y="173"/>
                </a:lnTo>
                <a:lnTo>
                  <a:pt x="386" y="199"/>
                </a:lnTo>
                <a:lnTo>
                  <a:pt x="371" y="225"/>
                </a:lnTo>
                <a:lnTo>
                  <a:pt x="357" y="253"/>
                </a:lnTo>
                <a:lnTo>
                  <a:pt x="344" y="282"/>
                </a:lnTo>
                <a:close/>
                <a:moveTo>
                  <a:pt x="540" y="74"/>
                </a:moveTo>
                <a:lnTo>
                  <a:pt x="540" y="324"/>
                </a:lnTo>
                <a:lnTo>
                  <a:pt x="519" y="323"/>
                </a:lnTo>
                <a:lnTo>
                  <a:pt x="498" y="321"/>
                </a:lnTo>
                <a:lnTo>
                  <a:pt x="477" y="318"/>
                </a:lnTo>
                <a:lnTo>
                  <a:pt x="456" y="315"/>
                </a:lnTo>
                <a:lnTo>
                  <a:pt x="437" y="311"/>
                </a:lnTo>
                <a:lnTo>
                  <a:pt x="416" y="306"/>
                </a:lnTo>
                <a:lnTo>
                  <a:pt x="397" y="301"/>
                </a:lnTo>
                <a:lnTo>
                  <a:pt x="377" y="294"/>
                </a:lnTo>
                <a:lnTo>
                  <a:pt x="392" y="262"/>
                </a:lnTo>
                <a:lnTo>
                  <a:pt x="409" y="230"/>
                </a:lnTo>
                <a:lnTo>
                  <a:pt x="427" y="200"/>
                </a:lnTo>
                <a:lnTo>
                  <a:pt x="446" y="172"/>
                </a:lnTo>
                <a:lnTo>
                  <a:pt x="467" y="145"/>
                </a:lnTo>
                <a:lnTo>
                  <a:pt x="490" y="119"/>
                </a:lnTo>
                <a:lnTo>
                  <a:pt x="513" y="95"/>
                </a:lnTo>
                <a:lnTo>
                  <a:pt x="538" y="74"/>
                </a:lnTo>
                <a:lnTo>
                  <a:pt x="539" y="74"/>
                </a:lnTo>
                <a:lnTo>
                  <a:pt x="540" y="74"/>
                </a:lnTo>
                <a:lnTo>
                  <a:pt x="540" y="74"/>
                </a:lnTo>
                <a:close/>
                <a:moveTo>
                  <a:pt x="638" y="80"/>
                </a:moveTo>
                <a:lnTo>
                  <a:pt x="656" y="83"/>
                </a:lnTo>
                <a:lnTo>
                  <a:pt x="674" y="88"/>
                </a:lnTo>
                <a:lnTo>
                  <a:pt x="693" y="92"/>
                </a:lnTo>
                <a:lnTo>
                  <a:pt x="710" y="97"/>
                </a:lnTo>
                <a:lnTo>
                  <a:pt x="727" y="104"/>
                </a:lnTo>
                <a:lnTo>
                  <a:pt x="744" y="110"/>
                </a:lnTo>
                <a:lnTo>
                  <a:pt x="762" y="118"/>
                </a:lnTo>
                <a:lnTo>
                  <a:pt x="778" y="126"/>
                </a:lnTo>
                <a:lnTo>
                  <a:pt x="794" y="134"/>
                </a:lnTo>
                <a:lnTo>
                  <a:pt x="809" y="144"/>
                </a:lnTo>
                <a:lnTo>
                  <a:pt x="825" y="154"/>
                </a:lnTo>
                <a:lnTo>
                  <a:pt x="841" y="163"/>
                </a:lnTo>
                <a:lnTo>
                  <a:pt x="855" y="174"/>
                </a:lnTo>
                <a:lnTo>
                  <a:pt x="869" y="186"/>
                </a:lnTo>
                <a:lnTo>
                  <a:pt x="883" y="198"/>
                </a:lnTo>
                <a:lnTo>
                  <a:pt x="896" y="210"/>
                </a:lnTo>
                <a:lnTo>
                  <a:pt x="882" y="221"/>
                </a:lnTo>
                <a:lnTo>
                  <a:pt x="867" y="230"/>
                </a:lnTo>
                <a:lnTo>
                  <a:pt x="851" y="240"/>
                </a:lnTo>
                <a:lnTo>
                  <a:pt x="836" y="250"/>
                </a:lnTo>
                <a:lnTo>
                  <a:pt x="821" y="258"/>
                </a:lnTo>
                <a:lnTo>
                  <a:pt x="805" y="267"/>
                </a:lnTo>
                <a:lnTo>
                  <a:pt x="789" y="275"/>
                </a:lnTo>
                <a:lnTo>
                  <a:pt x="773" y="282"/>
                </a:lnTo>
                <a:lnTo>
                  <a:pt x="760" y="253"/>
                </a:lnTo>
                <a:lnTo>
                  <a:pt x="746" y="225"/>
                </a:lnTo>
                <a:lnTo>
                  <a:pt x="730" y="199"/>
                </a:lnTo>
                <a:lnTo>
                  <a:pt x="714" y="173"/>
                </a:lnTo>
                <a:lnTo>
                  <a:pt x="696" y="148"/>
                </a:lnTo>
                <a:lnTo>
                  <a:pt x="678" y="124"/>
                </a:lnTo>
                <a:lnTo>
                  <a:pt x="658" y="102"/>
                </a:lnTo>
                <a:lnTo>
                  <a:pt x="638" y="80"/>
                </a:lnTo>
                <a:close/>
                <a:moveTo>
                  <a:pt x="578" y="74"/>
                </a:moveTo>
                <a:lnTo>
                  <a:pt x="603" y="95"/>
                </a:lnTo>
                <a:lnTo>
                  <a:pt x="627" y="119"/>
                </a:lnTo>
                <a:lnTo>
                  <a:pt x="648" y="145"/>
                </a:lnTo>
                <a:lnTo>
                  <a:pt x="670" y="172"/>
                </a:lnTo>
                <a:lnTo>
                  <a:pt x="689" y="200"/>
                </a:lnTo>
                <a:lnTo>
                  <a:pt x="708" y="230"/>
                </a:lnTo>
                <a:lnTo>
                  <a:pt x="724" y="262"/>
                </a:lnTo>
                <a:lnTo>
                  <a:pt x="739" y="294"/>
                </a:lnTo>
                <a:lnTo>
                  <a:pt x="720" y="301"/>
                </a:lnTo>
                <a:lnTo>
                  <a:pt x="699" y="306"/>
                </a:lnTo>
                <a:lnTo>
                  <a:pt x="680" y="311"/>
                </a:lnTo>
                <a:lnTo>
                  <a:pt x="659" y="315"/>
                </a:lnTo>
                <a:lnTo>
                  <a:pt x="639" y="318"/>
                </a:lnTo>
                <a:lnTo>
                  <a:pt x="618" y="321"/>
                </a:lnTo>
                <a:lnTo>
                  <a:pt x="598" y="323"/>
                </a:lnTo>
                <a:lnTo>
                  <a:pt x="576" y="324"/>
                </a:lnTo>
                <a:lnTo>
                  <a:pt x="576" y="74"/>
                </a:lnTo>
                <a:lnTo>
                  <a:pt x="577" y="74"/>
                </a:lnTo>
                <a:lnTo>
                  <a:pt x="578" y="74"/>
                </a:lnTo>
                <a:lnTo>
                  <a:pt x="578" y="74"/>
                </a:lnTo>
                <a:close/>
                <a:moveTo>
                  <a:pt x="538" y="1044"/>
                </a:moveTo>
                <a:lnTo>
                  <a:pt x="517" y="1024"/>
                </a:lnTo>
                <a:lnTo>
                  <a:pt x="495" y="1004"/>
                </a:lnTo>
                <a:lnTo>
                  <a:pt x="476" y="982"/>
                </a:lnTo>
                <a:lnTo>
                  <a:pt x="456" y="958"/>
                </a:lnTo>
                <a:lnTo>
                  <a:pt x="438" y="933"/>
                </a:lnTo>
                <a:lnTo>
                  <a:pt x="422" y="909"/>
                </a:lnTo>
                <a:lnTo>
                  <a:pt x="405" y="882"/>
                </a:lnTo>
                <a:lnTo>
                  <a:pt x="391" y="855"/>
                </a:lnTo>
                <a:lnTo>
                  <a:pt x="410" y="849"/>
                </a:lnTo>
                <a:lnTo>
                  <a:pt x="427" y="844"/>
                </a:lnTo>
                <a:lnTo>
                  <a:pt x="445" y="841"/>
                </a:lnTo>
                <a:lnTo>
                  <a:pt x="464" y="837"/>
                </a:lnTo>
                <a:lnTo>
                  <a:pt x="483" y="834"/>
                </a:lnTo>
                <a:lnTo>
                  <a:pt x="501" y="832"/>
                </a:lnTo>
                <a:lnTo>
                  <a:pt x="521" y="831"/>
                </a:lnTo>
                <a:lnTo>
                  <a:pt x="540" y="830"/>
                </a:lnTo>
                <a:lnTo>
                  <a:pt x="540" y="1044"/>
                </a:lnTo>
                <a:lnTo>
                  <a:pt x="538" y="1044"/>
                </a:lnTo>
                <a:close/>
                <a:moveTo>
                  <a:pt x="1043" y="540"/>
                </a:moveTo>
                <a:lnTo>
                  <a:pt x="828" y="540"/>
                </a:lnTo>
                <a:lnTo>
                  <a:pt x="825" y="511"/>
                </a:lnTo>
                <a:lnTo>
                  <a:pt x="823" y="482"/>
                </a:lnTo>
                <a:lnTo>
                  <a:pt x="820" y="453"/>
                </a:lnTo>
                <a:lnTo>
                  <a:pt x="816" y="424"/>
                </a:lnTo>
                <a:lnTo>
                  <a:pt x="809" y="396"/>
                </a:lnTo>
                <a:lnTo>
                  <a:pt x="803" y="369"/>
                </a:lnTo>
                <a:lnTo>
                  <a:pt x="795" y="342"/>
                </a:lnTo>
                <a:lnTo>
                  <a:pt x="786" y="315"/>
                </a:lnTo>
                <a:lnTo>
                  <a:pt x="804" y="307"/>
                </a:lnTo>
                <a:lnTo>
                  <a:pt x="821" y="298"/>
                </a:lnTo>
                <a:lnTo>
                  <a:pt x="840" y="290"/>
                </a:lnTo>
                <a:lnTo>
                  <a:pt x="856" y="280"/>
                </a:lnTo>
                <a:lnTo>
                  <a:pt x="873" y="269"/>
                </a:lnTo>
                <a:lnTo>
                  <a:pt x="889" y="258"/>
                </a:lnTo>
                <a:lnTo>
                  <a:pt x="904" y="248"/>
                </a:lnTo>
                <a:lnTo>
                  <a:pt x="921" y="236"/>
                </a:lnTo>
                <a:lnTo>
                  <a:pt x="933" y="252"/>
                </a:lnTo>
                <a:lnTo>
                  <a:pt x="946" y="268"/>
                </a:lnTo>
                <a:lnTo>
                  <a:pt x="958" y="284"/>
                </a:lnTo>
                <a:lnTo>
                  <a:pt x="970" y="302"/>
                </a:lnTo>
                <a:lnTo>
                  <a:pt x="980" y="319"/>
                </a:lnTo>
                <a:lnTo>
                  <a:pt x="990" y="337"/>
                </a:lnTo>
                <a:lnTo>
                  <a:pt x="999" y="356"/>
                </a:lnTo>
                <a:lnTo>
                  <a:pt x="1007" y="375"/>
                </a:lnTo>
                <a:lnTo>
                  <a:pt x="1014" y="394"/>
                </a:lnTo>
                <a:lnTo>
                  <a:pt x="1022" y="415"/>
                </a:lnTo>
                <a:lnTo>
                  <a:pt x="1027" y="434"/>
                </a:lnTo>
                <a:lnTo>
                  <a:pt x="1033" y="455"/>
                </a:lnTo>
                <a:lnTo>
                  <a:pt x="1036" y="477"/>
                </a:lnTo>
                <a:lnTo>
                  <a:pt x="1039" y="497"/>
                </a:lnTo>
                <a:lnTo>
                  <a:pt x="1041" y="519"/>
                </a:lnTo>
                <a:lnTo>
                  <a:pt x="1043" y="540"/>
                </a:lnTo>
                <a:lnTo>
                  <a:pt x="1043" y="540"/>
                </a:lnTo>
                <a:close/>
                <a:moveTo>
                  <a:pt x="558" y="0"/>
                </a:moveTo>
                <a:lnTo>
                  <a:pt x="530" y="1"/>
                </a:lnTo>
                <a:lnTo>
                  <a:pt x="501" y="4"/>
                </a:lnTo>
                <a:lnTo>
                  <a:pt x="473" y="7"/>
                </a:lnTo>
                <a:lnTo>
                  <a:pt x="445" y="12"/>
                </a:lnTo>
                <a:lnTo>
                  <a:pt x="418" y="19"/>
                </a:lnTo>
                <a:lnTo>
                  <a:pt x="392" y="26"/>
                </a:lnTo>
                <a:lnTo>
                  <a:pt x="366" y="35"/>
                </a:lnTo>
                <a:lnTo>
                  <a:pt x="341" y="45"/>
                </a:lnTo>
                <a:lnTo>
                  <a:pt x="316" y="55"/>
                </a:lnTo>
                <a:lnTo>
                  <a:pt x="292" y="68"/>
                </a:lnTo>
                <a:lnTo>
                  <a:pt x="268" y="81"/>
                </a:lnTo>
                <a:lnTo>
                  <a:pt x="245" y="96"/>
                </a:lnTo>
                <a:lnTo>
                  <a:pt x="224" y="112"/>
                </a:lnTo>
                <a:lnTo>
                  <a:pt x="203" y="128"/>
                </a:lnTo>
                <a:lnTo>
                  <a:pt x="183" y="146"/>
                </a:lnTo>
                <a:lnTo>
                  <a:pt x="163" y="164"/>
                </a:lnTo>
                <a:lnTo>
                  <a:pt x="145" y="184"/>
                </a:lnTo>
                <a:lnTo>
                  <a:pt x="128" y="203"/>
                </a:lnTo>
                <a:lnTo>
                  <a:pt x="110" y="225"/>
                </a:lnTo>
                <a:lnTo>
                  <a:pt x="95" y="247"/>
                </a:lnTo>
                <a:lnTo>
                  <a:pt x="80" y="269"/>
                </a:lnTo>
                <a:lnTo>
                  <a:pt x="67" y="293"/>
                </a:lnTo>
                <a:lnTo>
                  <a:pt x="55" y="317"/>
                </a:lnTo>
                <a:lnTo>
                  <a:pt x="44" y="342"/>
                </a:lnTo>
                <a:lnTo>
                  <a:pt x="34" y="366"/>
                </a:lnTo>
                <a:lnTo>
                  <a:pt x="25" y="392"/>
                </a:lnTo>
                <a:lnTo>
                  <a:pt x="18" y="419"/>
                </a:lnTo>
                <a:lnTo>
                  <a:pt x="11" y="446"/>
                </a:lnTo>
                <a:lnTo>
                  <a:pt x="7" y="473"/>
                </a:lnTo>
                <a:lnTo>
                  <a:pt x="2" y="501"/>
                </a:lnTo>
                <a:lnTo>
                  <a:pt x="0" y="529"/>
                </a:lnTo>
                <a:lnTo>
                  <a:pt x="0" y="559"/>
                </a:lnTo>
                <a:lnTo>
                  <a:pt x="0" y="588"/>
                </a:lnTo>
                <a:lnTo>
                  <a:pt x="2" y="616"/>
                </a:lnTo>
                <a:lnTo>
                  <a:pt x="7" y="644"/>
                </a:lnTo>
                <a:lnTo>
                  <a:pt x="11" y="671"/>
                </a:lnTo>
                <a:lnTo>
                  <a:pt x="18" y="698"/>
                </a:lnTo>
                <a:lnTo>
                  <a:pt x="25" y="725"/>
                </a:lnTo>
                <a:lnTo>
                  <a:pt x="34" y="751"/>
                </a:lnTo>
                <a:lnTo>
                  <a:pt x="44" y="776"/>
                </a:lnTo>
                <a:lnTo>
                  <a:pt x="55" y="801"/>
                </a:lnTo>
                <a:lnTo>
                  <a:pt x="67" y="824"/>
                </a:lnTo>
                <a:lnTo>
                  <a:pt x="80" y="848"/>
                </a:lnTo>
                <a:lnTo>
                  <a:pt x="95" y="871"/>
                </a:lnTo>
                <a:lnTo>
                  <a:pt x="110" y="892"/>
                </a:lnTo>
                <a:lnTo>
                  <a:pt x="128" y="914"/>
                </a:lnTo>
                <a:lnTo>
                  <a:pt x="145" y="933"/>
                </a:lnTo>
                <a:lnTo>
                  <a:pt x="163" y="953"/>
                </a:lnTo>
                <a:lnTo>
                  <a:pt x="183" y="972"/>
                </a:lnTo>
                <a:lnTo>
                  <a:pt x="203" y="990"/>
                </a:lnTo>
                <a:lnTo>
                  <a:pt x="224" y="1006"/>
                </a:lnTo>
                <a:lnTo>
                  <a:pt x="245" y="1021"/>
                </a:lnTo>
                <a:lnTo>
                  <a:pt x="268" y="1036"/>
                </a:lnTo>
                <a:lnTo>
                  <a:pt x="292" y="1049"/>
                </a:lnTo>
                <a:lnTo>
                  <a:pt x="316" y="1062"/>
                </a:lnTo>
                <a:lnTo>
                  <a:pt x="341" y="1073"/>
                </a:lnTo>
                <a:lnTo>
                  <a:pt x="366" y="1082"/>
                </a:lnTo>
                <a:lnTo>
                  <a:pt x="392" y="1091"/>
                </a:lnTo>
                <a:lnTo>
                  <a:pt x="418" y="1099"/>
                </a:lnTo>
                <a:lnTo>
                  <a:pt x="445" y="1105"/>
                </a:lnTo>
                <a:lnTo>
                  <a:pt x="473" y="1111"/>
                </a:lnTo>
                <a:lnTo>
                  <a:pt x="501" y="1114"/>
                </a:lnTo>
                <a:lnTo>
                  <a:pt x="530" y="1116"/>
                </a:lnTo>
                <a:lnTo>
                  <a:pt x="558" y="1117"/>
                </a:lnTo>
                <a:lnTo>
                  <a:pt x="587" y="1116"/>
                </a:lnTo>
                <a:lnTo>
                  <a:pt x="615" y="1114"/>
                </a:lnTo>
                <a:lnTo>
                  <a:pt x="643" y="1111"/>
                </a:lnTo>
                <a:lnTo>
                  <a:pt x="670" y="1105"/>
                </a:lnTo>
                <a:lnTo>
                  <a:pt x="697" y="1099"/>
                </a:lnTo>
                <a:lnTo>
                  <a:pt x="724" y="1091"/>
                </a:lnTo>
                <a:lnTo>
                  <a:pt x="750" y="1082"/>
                </a:lnTo>
                <a:lnTo>
                  <a:pt x="775" y="1073"/>
                </a:lnTo>
                <a:lnTo>
                  <a:pt x="800" y="1062"/>
                </a:lnTo>
                <a:lnTo>
                  <a:pt x="824" y="1049"/>
                </a:lnTo>
                <a:lnTo>
                  <a:pt x="847" y="1036"/>
                </a:lnTo>
                <a:lnTo>
                  <a:pt x="870" y="1021"/>
                </a:lnTo>
                <a:lnTo>
                  <a:pt x="891" y="1006"/>
                </a:lnTo>
                <a:lnTo>
                  <a:pt x="913" y="990"/>
                </a:lnTo>
                <a:lnTo>
                  <a:pt x="933" y="972"/>
                </a:lnTo>
                <a:lnTo>
                  <a:pt x="953" y="953"/>
                </a:lnTo>
                <a:lnTo>
                  <a:pt x="971" y="933"/>
                </a:lnTo>
                <a:lnTo>
                  <a:pt x="989" y="914"/>
                </a:lnTo>
                <a:lnTo>
                  <a:pt x="1005" y="892"/>
                </a:lnTo>
                <a:lnTo>
                  <a:pt x="1021" y="871"/>
                </a:lnTo>
                <a:lnTo>
                  <a:pt x="1035" y="848"/>
                </a:lnTo>
                <a:lnTo>
                  <a:pt x="1049" y="824"/>
                </a:lnTo>
                <a:lnTo>
                  <a:pt x="1061" y="801"/>
                </a:lnTo>
                <a:lnTo>
                  <a:pt x="1072" y="776"/>
                </a:lnTo>
                <a:lnTo>
                  <a:pt x="1083" y="751"/>
                </a:lnTo>
                <a:lnTo>
                  <a:pt x="1091" y="725"/>
                </a:lnTo>
                <a:lnTo>
                  <a:pt x="1099" y="698"/>
                </a:lnTo>
                <a:lnTo>
                  <a:pt x="1104" y="671"/>
                </a:lnTo>
                <a:lnTo>
                  <a:pt x="1110" y="644"/>
                </a:lnTo>
                <a:lnTo>
                  <a:pt x="1113" y="616"/>
                </a:lnTo>
                <a:lnTo>
                  <a:pt x="1115" y="588"/>
                </a:lnTo>
                <a:lnTo>
                  <a:pt x="1116" y="559"/>
                </a:lnTo>
                <a:lnTo>
                  <a:pt x="1115" y="529"/>
                </a:lnTo>
                <a:lnTo>
                  <a:pt x="1113" y="501"/>
                </a:lnTo>
                <a:lnTo>
                  <a:pt x="1110" y="473"/>
                </a:lnTo>
                <a:lnTo>
                  <a:pt x="1104" y="446"/>
                </a:lnTo>
                <a:lnTo>
                  <a:pt x="1099" y="419"/>
                </a:lnTo>
                <a:lnTo>
                  <a:pt x="1091" y="392"/>
                </a:lnTo>
                <a:lnTo>
                  <a:pt x="1083" y="366"/>
                </a:lnTo>
                <a:lnTo>
                  <a:pt x="1072" y="342"/>
                </a:lnTo>
                <a:lnTo>
                  <a:pt x="1061" y="317"/>
                </a:lnTo>
                <a:lnTo>
                  <a:pt x="1049" y="293"/>
                </a:lnTo>
                <a:lnTo>
                  <a:pt x="1035" y="269"/>
                </a:lnTo>
                <a:lnTo>
                  <a:pt x="1021" y="247"/>
                </a:lnTo>
                <a:lnTo>
                  <a:pt x="1005" y="225"/>
                </a:lnTo>
                <a:lnTo>
                  <a:pt x="989" y="203"/>
                </a:lnTo>
                <a:lnTo>
                  <a:pt x="971" y="184"/>
                </a:lnTo>
                <a:lnTo>
                  <a:pt x="953" y="164"/>
                </a:lnTo>
                <a:lnTo>
                  <a:pt x="933" y="146"/>
                </a:lnTo>
                <a:lnTo>
                  <a:pt x="913" y="128"/>
                </a:lnTo>
                <a:lnTo>
                  <a:pt x="891" y="112"/>
                </a:lnTo>
                <a:lnTo>
                  <a:pt x="870" y="96"/>
                </a:lnTo>
                <a:lnTo>
                  <a:pt x="847" y="81"/>
                </a:lnTo>
                <a:lnTo>
                  <a:pt x="824" y="68"/>
                </a:lnTo>
                <a:lnTo>
                  <a:pt x="800" y="55"/>
                </a:lnTo>
                <a:lnTo>
                  <a:pt x="775" y="45"/>
                </a:lnTo>
                <a:lnTo>
                  <a:pt x="750" y="35"/>
                </a:lnTo>
                <a:lnTo>
                  <a:pt x="724" y="26"/>
                </a:lnTo>
                <a:lnTo>
                  <a:pt x="697" y="19"/>
                </a:lnTo>
                <a:lnTo>
                  <a:pt x="670" y="12"/>
                </a:lnTo>
                <a:lnTo>
                  <a:pt x="643" y="7"/>
                </a:lnTo>
                <a:lnTo>
                  <a:pt x="615" y="4"/>
                </a:lnTo>
                <a:lnTo>
                  <a:pt x="587" y="1"/>
                </a:lnTo>
                <a:lnTo>
                  <a:pt x="558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0" name="Group 33">
            <a:extLst>
              <a:ext uri="{FF2B5EF4-FFF2-40B4-BE49-F238E27FC236}">
                <a16:creationId xmlns:a16="http://schemas.microsoft.com/office/drawing/2014/main" id="{D4986150-1F9E-4BC3-AB9A-B5ACAB7B0B5D}"/>
              </a:ext>
            </a:extLst>
          </p:cNvPr>
          <p:cNvGrpSpPr/>
          <p:nvPr/>
        </p:nvGrpSpPr>
        <p:grpSpPr>
          <a:xfrm>
            <a:off x="5078188" y="2057271"/>
            <a:ext cx="258147" cy="376340"/>
            <a:chOff x="3720306" y="3668315"/>
            <a:chExt cx="314325" cy="4572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0" name="Freeform 114">
              <a:extLst>
                <a:ext uri="{FF2B5EF4-FFF2-40B4-BE49-F238E27FC236}">
                  <a16:creationId xmlns:a16="http://schemas.microsoft.com/office/drawing/2014/main" id="{426EBD4C-5E19-4BFD-80E4-9CE16F59E6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0306" y="3668315"/>
              <a:ext cx="314325" cy="457200"/>
            </a:xfrm>
            <a:custGeom>
              <a:avLst/>
              <a:gdLst>
                <a:gd name="T0" fmla="*/ 184 w 793"/>
                <a:gd name="T1" fmla="*/ 669 h 1152"/>
                <a:gd name="T2" fmla="*/ 103 w 793"/>
                <a:gd name="T3" fmla="*/ 514 h 1152"/>
                <a:gd name="T4" fmla="*/ 78 w 793"/>
                <a:gd name="T5" fmla="*/ 439 h 1152"/>
                <a:gd name="T6" fmla="*/ 75 w 793"/>
                <a:gd name="T7" fmla="*/ 363 h 1152"/>
                <a:gd name="T8" fmla="*/ 92 w 793"/>
                <a:gd name="T9" fmla="*/ 284 h 1152"/>
                <a:gd name="T10" fmla="*/ 128 w 793"/>
                <a:gd name="T11" fmla="*/ 215 h 1152"/>
                <a:gd name="T12" fmla="*/ 180 w 793"/>
                <a:gd name="T13" fmla="*/ 156 h 1152"/>
                <a:gd name="T14" fmla="*/ 242 w 793"/>
                <a:gd name="T15" fmla="*/ 112 h 1152"/>
                <a:gd name="T16" fmla="*/ 316 w 793"/>
                <a:gd name="T17" fmla="*/ 82 h 1152"/>
                <a:gd name="T18" fmla="*/ 397 w 793"/>
                <a:gd name="T19" fmla="*/ 72 h 1152"/>
                <a:gd name="T20" fmla="*/ 478 w 793"/>
                <a:gd name="T21" fmla="*/ 82 h 1152"/>
                <a:gd name="T22" fmla="*/ 551 w 793"/>
                <a:gd name="T23" fmla="*/ 112 h 1152"/>
                <a:gd name="T24" fmla="*/ 615 w 793"/>
                <a:gd name="T25" fmla="*/ 156 h 1152"/>
                <a:gd name="T26" fmla="*/ 666 w 793"/>
                <a:gd name="T27" fmla="*/ 215 h 1152"/>
                <a:gd name="T28" fmla="*/ 701 w 793"/>
                <a:gd name="T29" fmla="*/ 284 h 1152"/>
                <a:gd name="T30" fmla="*/ 720 w 793"/>
                <a:gd name="T31" fmla="*/ 363 h 1152"/>
                <a:gd name="T32" fmla="*/ 717 w 793"/>
                <a:gd name="T33" fmla="*/ 438 h 1152"/>
                <a:gd name="T34" fmla="*/ 691 w 793"/>
                <a:gd name="T35" fmla="*/ 513 h 1152"/>
                <a:gd name="T36" fmla="*/ 610 w 793"/>
                <a:gd name="T37" fmla="*/ 669 h 1152"/>
                <a:gd name="T38" fmla="*/ 397 w 793"/>
                <a:gd name="T39" fmla="*/ 1080 h 1152"/>
                <a:gd name="T40" fmla="*/ 346 w 793"/>
                <a:gd name="T41" fmla="*/ 1067 h 1152"/>
                <a:gd name="T42" fmla="*/ 469 w 793"/>
                <a:gd name="T43" fmla="*/ 1036 h 1152"/>
                <a:gd name="T44" fmla="*/ 445 w 793"/>
                <a:gd name="T45" fmla="*/ 1071 h 1152"/>
                <a:gd name="T46" fmla="*/ 412 w 793"/>
                <a:gd name="T47" fmla="*/ 1079 h 1152"/>
                <a:gd name="T48" fmla="*/ 263 w 793"/>
                <a:gd name="T49" fmla="*/ 846 h 1152"/>
                <a:gd name="T50" fmla="*/ 528 w 793"/>
                <a:gd name="T51" fmla="*/ 857 h 1152"/>
                <a:gd name="T52" fmla="*/ 307 w 793"/>
                <a:gd name="T53" fmla="*/ 986 h 1152"/>
                <a:gd name="T54" fmla="*/ 290 w 793"/>
                <a:gd name="T55" fmla="*/ 931 h 1152"/>
                <a:gd name="T56" fmla="*/ 496 w 793"/>
                <a:gd name="T57" fmla="*/ 958 h 1152"/>
                <a:gd name="T58" fmla="*/ 376 w 793"/>
                <a:gd name="T59" fmla="*/ 0 h 1152"/>
                <a:gd name="T60" fmla="*/ 279 w 793"/>
                <a:gd name="T61" fmla="*/ 18 h 1152"/>
                <a:gd name="T62" fmla="*/ 192 w 793"/>
                <a:gd name="T63" fmla="*/ 58 h 1152"/>
                <a:gd name="T64" fmla="*/ 117 w 793"/>
                <a:gd name="T65" fmla="*/ 116 h 1152"/>
                <a:gd name="T66" fmla="*/ 59 w 793"/>
                <a:gd name="T67" fmla="*/ 190 h 1152"/>
                <a:gd name="T68" fmla="*/ 19 w 793"/>
                <a:gd name="T69" fmla="*/ 278 h 1152"/>
                <a:gd name="T70" fmla="*/ 2 w 793"/>
                <a:gd name="T71" fmla="*/ 375 h 1152"/>
                <a:gd name="T72" fmla="*/ 7 w 793"/>
                <a:gd name="T73" fmla="*/ 451 h 1152"/>
                <a:gd name="T74" fmla="*/ 59 w 793"/>
                <a:gd name="T75" fmla="*/ 589 h 1152"/>
                <a:gd name="T76" fmla="*/ 160 w 793"/>
                <a:gd name="T77" fmla="*/ 778 h 1152"/>
                <a:gd name="T78" fmla="*/ 234 w 793"/>
                <a:gd name="T79" fmla="*/ 994 h 1152"/>
                <a:gd name="T80" fmla="*/ 270 w 793"/>
                <a:gd name="T81" fmla="*/ 1086 h 1152"/>
                <a:gd name="T82" fmla="*/ 302 w 793"/>
                <a:gd name="T83" fmla="*/ 1125 h 1152"/>
                <a:gd name="T84" fmla="*/ 347 w 793"/>
                <a:gd name="T85" fmla="*/ 1146 h 1152"/>
                <a:gd name="T86" fmla="*/ 411 w 793"/>
                <a:gd name="T87" fmla="*/ 1152 h 1152"/>
                <a:gd name="T88" fmla="*/ 467 w 793"/>
                <a:gd name="T89" fmla="*/ 1140 h 1152"/>
                <a:gd name="T90" fmla="*/ 507 w 793"/>
                <a:gd name="T91" fmla="*/ 1111 h 1152"/>
                <a:gd name="T92" fmla="*/ 535 w 793"/>
                <a:gd name="T93" fmla="*/ 1066 h 1152"/>
                <a:gd name="T94" fmla="*/ 578 w 793"/>
                <a:gd name="T95" fmla="*/ 935 h 1152"/>
                <a:gd name="T96" fmla="*/ 633 w 793"/>
                <a:gd name="T97" fmla="*/ 779 h 1152"/>
                <a:gd name="T98" fmla="*/ 735 w 793"/>
                <a:gd name="T99" fmla="*/ 589 h 1152"/>
                <a:gd name="T100" fmla="*/ 787 w 793"/>
                <a:gd name="T101" fmla="*/ 451 h 1152"/>
                <a:gd name="T102" fmla="*/ 792 w 793"/>
                <a:gd name="T103" fmla="*/ 375 h 1152"/>
                <a:gd name="T104" fmla="*/ 775 w 793"/>
                <a:gd name="T105" fmla="*/ 278 h 1152"/>
                <a:gd name="T106" fmla="*/ 736 w 793"/>
                <a:gd name="T107" fmla="*/ 190 h 1152"/>
                <a:gd name="T108" fmla="*/ 677 w 793"/>
                <a:gd name="T109" fmla="*/ 116 h 1152"/>
                <a:gd name="T110" fmla="*/ 602 w 793"/>
                <a:gd name="T111" fmla="*/ 58 h 1152"/>
                <a:gd name="T112" fmla="*/ 515 w 793"/>
                <a:gd name="T113" fmla="*/ 18 h 1152"/>
                <a:gd name="T114" fmla="*/ 417 w 793"/>
                <a:gd name="T115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93" h="1152">
                  <a:moveTo>
                    <a:pt x="565" y="756"/>
                  </a:moveTo>
                  <a:lnTo>
                    <a:pt x="229" y="756"/>
                  </a:lnTo>
                  <a:lnTo>
                    <a:pt x="215" y="727"/>
                  </a:lnTo>
                  <a:lnTo>
                    <a:pt x="200" y="698"/>
                  </a:lnTo>
                  <a:lnTo>
                    <a:pt x="184" y="669"/>
                  </a:lnTo>
                  <a:lnTo>
                    <a:pt x="169" y="640"/>
                  </a:lnTo>
                  <a:lnTo>
                    <a:pt x="151" y="608"/>
                  </a:lnTo>
                  <a:lnTo>
                    <a:pt x="133" y="577"/>
                  </a:lnTo>
                  <a:lnTo>
                    <a:pt x="117" y="545"/>
                  </a:lnTo>
                  <a:lnTo>
                    <a:pt x="103" y="514"/>
                  </a:lnTo>
                  <a:lnTo>
                    <a:pt x="97" y="498"/>
                  </a:lnTo>
                  <a:lnTo>
                    <a:pt x="91" y="483"/>
                  </a:lnTo>
                  <a:lnTo>
                    <a:pt x="86" y="468"/>
                  </a:lnTo>
                  <a:lnTo>
                    <a:pt x="81" y="453"/>
                  </a:lnTo>
                  <a:lnTo>
                    <a:pt x="78" y="439"/>
                  </a:lnTo>
                  <a:lnTo>
                    <a:pt x="75" y="424"/>
                  </a:lnTo>
                  <a:lnTo>
                    <a:pt x="74" y="410"/>
                  </a:lnTo>
                  <a:lnTo>
                    <a:pt x="73" y="396"/>
                  </a:lnTo>
                  <a:lnTo>
                    <a:pt x="74" y="379"/>
                  </a:lnTo>
                  <a:lnTo>
                    <a:pt x="75" y="363"/>
                  </a:lnTo>
                  <a:lnTo>
                    <a:pt x="77" y="347"/>
                  </a:lnTo>
                  <a:lnTo>
                    <a:pt x="79" y="331"/>
                  </a:lnTo>
                  <a:lnTo>
                    <a:pt x="84" y="315"/>
                  </a:lnTo>
                  <a:lnTo>
                    <a:pt x="88" y="300"/>
                  </a:lnTo>
                  <a:lnTo>
                    <a:pt x="92" y="284"/>
                  </a:lnTo>
                  <a:lnTo>
                    <a:pt x="99" y="270"/>
                  </a:lnTo>
                  <a:lnTo>
                    <a:pt x="105" y="255"/>
                  </a:lnTo>
                  <a:lnTo>
                    <a:pt x="112" y="241"/>
                  </a:lnTo>
                  <a:lnTo>
                    <a:pt x="120" y="228"/>
                  </a:lnTo>
                  <a:lnTo>
                    <a:pt x="128" y="215"/>
                  </a:lnTo>
                  <a:lnTo>
                    <a:pt x="138" y="202"/>
                  </a:lnTo>
                  <a:lnTo>
                    <a:pt x="147" y="190"/>
                  </a:lnTo>
                  <a:lnTo>
                    <a:pt x="157" y="179"/>
                  </a:lnTo>
                  <a:lnTo>
                    <a:pt x="168" y="167"/>
                  </a:lnTo>
                  <a:lnTo>
                    <a:pt x="180" y="156"/>
                  </a:lnTo>
                  <a:lnTo>
                    <a:pt x="191" y="146"/>
                  </a:lnTo>
                  <a:lnTo>
                    <a:pt x="204" y="136"/>
                  </a:lnTo>
                  <a:lnTo>
                    <a:pt x="216" y="128"/>
                  </a:lnTo>
                  <a:lnTo>
                    <a:pt x="229" y="119"/>
                  </a:lnTo>
                  <a:lnTo>
                    <a:pt x="242" y="112"/>
                  </a:lnTo>
                  <a:lnTo>
                    <a:pt x="256" y="104"/>
                  </a:lnTo>
                  <a:lnTo>
                    <a:pt x="270" y="98"/>
                  </a:lnTo>
                  <a:lnTo>
                    <a:pt x="286" y="91"/>
                  </a:lnTo>
                  <a:lnTo>
                    <a:pt x="301" y="87"/>
                  </a:lnTo>
                  <a:lnTo>
                    <a:pt x="316" y="82"/>
                  </a:lnTo>
                  <a:lnTo>
                    <a:pt x="332" y="78"/>
                  </a:lnTo>
                  <a:lnTo>
                    <a:pt x="348" y="76"/>
                  </a:lnTo>
                  <a:lnTo>
                    <a:pt x="364" y="74"/>
                  </a:lnTo>
                  <a:lnTo>
                    <a:pt x="381" y="73"/>
                  </a:lnTo>
                  <a:lnTo>
                    <a:pt x="397" y="72"/>
                  </a:lnTo>
                  <a:lnTo>
                    <a:pt x="414" y="73"/>
                  </a:lnTo>
                  <a:lnTo>
                    <a:pt x="430" y="74"/>
                  </a:lnTo>
                  <a:lnTo>
                    <a:pt x="447" y="76"/>
                  </a:lnTo>
                  <a:lnTo>
                    <a:pt x="463" y="78"/>
                  </a:lnTo>
                  <a:lnTo>
                    <a:pt x="478" y="82"/>
                  </a:lnTo>
                  <a:lnTo>
                    <a:pt x="493" y="87"/>
                  </a:lnTo>
                  <a:lnTo>
                    <a:pt x="508" y="91"/>
                  </a:lnTo>
                  <a:lnTo>
                    <a:pt x="523" y="98"/>
                  </a:lnTo>
                  <a:lnTo>
                    <a:pt x="537" y="104"/>
                  </a:lnTo>
                  <a:lnTo>
                    <a:pt x="551" y="112"/>
                  </a:lnTo>
                  <a:lnTo>
                    <a:pt x="565" y="119"/>
                  </a:lnTo>
                  <a:lnTo>
                    <a:pt x="578" y="128"/>
                  </a:lnTo>
                  <a:lnTo>
                    <a:pt x="591" y="136"/>
                  </a:lnTo>
                  <a:lnTo>
                    <a:pt x="603" y="146"/>
                  </a:lnTo>
                  <a:lnTo>
                    <a:pt x="615" y="156"/>
                  </a:lnTo>
                  <a:lnTo>
                    <a:pt x="626" y="167"/>
                  </a:lnTo>
                  <a:lnTo>
                    <a:pt x="637" y="179"/>
                  </a:lnTo>
                  <a:lnTo>
                    <a:pt x="647" y="190"/>
                  </a:lnTo>
                  <a:lnTo>
                    <a:pt x="656" y="202"/>
                  </a:lnTo>
                  <a:lnTo>
                    <a:pt x="666" y="215"/>
                  </a:lnTo>
                  <a:lnTo>
                    <a:pt x="674" y="228"/>
                  </a:lnTo>
                  <a:lnTo>
                    <a:pt x="682" y="241"/>
                  </a:lnTo>
                  <a:lnTo>
                    <a:pt x="688" y="255"/>
                  </a:lnTo>
                  <a:lnTo>
                    <a:pt x="696" y="270"/>
                  </a:lnTo>
                  <a:lnTo>
                    <a:pt x="701" y="284"/>
                  </a:lnTo>
                  <a:lnTo>
                    <a:pt x="707" y="300"/>
                  </a:lnTo>
                  <a:lnTo>
                    <a:pt x="711" y="315"/>
                  </a:lnTo>
                  <a:lnTo>
                    <a:pt x="714" y="331"/>
                  </a:lnTo>
                  <a:lnTo>
                    <a:pt x="718" y="347"/>
                  </a:lnTo>
                  <a:lnTo>
                    <a:pt x="720" y="363"/>
                  </a:lnTo>
                  <a:lnTo>
                    <a:pt x="721" y="379"/>
                  </a:lnTo>
                  <a:lnTo>
                    <a:pt x="721" y="396"/>
                  </a:lnTo>
                  <a:lnTo>
                    <a:pt x="721" y="410"/>
                  </a:lnTo>
                  <a:lnTo>
                    <a:pt x="719" y="424"/>
                  </a:lnTo>
                  <a:lnTo>
                    <a:pt x="717" y="438"/>
                  </a:lnTo>
                  <a:lnTo>
                    <a:pt x="712" y="453"/>
                  </a:lnTo>
                  <a:lnTo>
                    <a:pt x="708" y="468"/>
                  </a:lnTo>
                  <a:lnTo>
                    <a:pt x="704" y="483"/>
                  </a:lnTo>
                  <a:lnTo>
                    <a:pt x="697" y="498"/>
                  </a:lnTo>
                  <a:lnTo>
                    <a:pt x="691" y="513"/>
                  </a:lnTo>
                  <a:lnTo>
                    <a:pt x="677" y="545"/>
                  </a:lnTo>
                  <a:lnTo>
                    <a:pt x="660" y="577"/>
                  </a:lnTo>
                  <a:lnTo>
                    <a:pt x="643" y="608"/>
                  </a:lnTo>
                  <a:lnTo>
                    <a:pt x="626" y="641"/>
                  </a:lnTo>
                  <a:lnTo>
                    <a:pt x="610" y="669"/>
                  </a:lnTo>
                  <a:lnTo>
                    <a:pt x="594" y="698"/>
                  </a:lnTo>
                  <a:lnTo>
                    <a:pt x="579" y="727"/>
                  </a:lnTo>
                  <a:lnTo>
                    <a:pt x="565" y="756"/>
                  </a:lnTo>
                  <a:lnTo>
                    <a:pt x="565" y="756"/>
                  </a:lnTo>
                  <a:close/>
                  <a:moveTo>
                    <a:pt x="397" y="1080"/>
                  </a:moveTo>
                  <a:lnTo>
                    <a:pt x="384" y="1079"/>
                  </a:lnTo>
                  <a:lnTo>
                    <a:pt x="373" y="1078"/>
                  </a:lnTo>
                  <a:lnTo>
                    <a:pt x="363" y="1076"/>
                  </a:lnTo>
                  <a:lnTo>
                    <a:pt x="355" y="1073"/>
                  </a:lnTo>
                  <a:lnTo>
                    <a:pt x="346" y="1067"/>
                  </a:lnTo>
                  <a:lnTo>
                    <a:pt x="339" y="1059"/>
                  </a:lnTo>
                  <a:lnTo>
                    <a:pt x="332" y="1049"/>
                  </a:lnTo>
                  <a:lnTo>
                    <a:pt x="326" y="1035"/>
                  </a:lnTo>
                  <a:lnTo>
                    <a:pt x="478" y="1016"/>
                  </a:lnTo>
                  <a:lnTo>
                    <a:pt x="469" y="1036"/>
                  </a:lnTo>
                  <a:lnTo>
                    <a:pt x="462" y="1051"/>
                  </a:lnTo>
                  <a:lnTo>
                    <a:pt x="457" y="1057"/>
                  </a:lnTo>
                  <a:lnTo>
                    <a:pt x="454" y="1062"/>
                  </a:lnTo>
                  <a:lnTo>
                    <a:pt x="450" y="1066"/>
                  </a:lnTo>
                  <a:lnTo>
                    <a:pt x="445" y="1071"/>
                  </a:lnTo>
                  <a:lnTo>
                    <a:pt x="440" y="1073"/>
                  </a:lnTo>
                  <a:lnTo>
                    <a:pt x="436" y="1075"/>
                  </a:lnTo>
                  <a:lnTo>
                    <a:pt x="430" y="1077"/>
                  </a:lnTo>
                  <a:lnTo>
                    <a:pt x="425" y="1078"/>
                  </a:lnTo>
                  <a:lnTo>
                    <a:pt x="412" y="1079"/>
                  </a:lnTo>
                  <a:lnTo>
                    <a:pt x="397" y="1080"/>
                  </a:lnTo>
                  <a:close/>
                  <a:moveTo>
                    <a:pt x="279" y="897"/>
                  </a:moveTo>
                  <a:lnTo>
                    <a:pt x="275" y="881"/>
                  </a:lnTo>
                  <a:lnTo>
                    <a:pt x="269" y="863"/>
                  </a:lnTo>
                  <a:lnTo>
                    <a:pt x="263" y="846"/>
                  </a:lnTo>
                  <a:lnTo>
                    <a:pt x="258" y="828"/>
                  </a:lnTo>
                  <a:lnTo>
                    <a:pt x="537" y="828"/>
                  </a:lnTo>
                  <a:lnTo>
                    <a:pt x="534" y="837"/>
                  </a:lnTo>
                  <a:lnTo>
                    <a:pt x="531" y="847"/>
                  </a:lnTo>
                  <a:lnTo>
                    <a:pt x="528" y="857"/>
                  </a:lnTo>
                  <a:lnTo>
                    <a:pt x="524" y="867"/>
                  </a:lnTo>
                  <a:lnTo>
                    <a:pt x="279" y="897"/>
                  </a:lnTo>
                  <a:close/>
                  <a:moveTo>
                    <a:pt x="491" y="978"/>
                  </a:moveTo>
                  <a:lnTo>
                    <a:pt x="312" y="1000"/>
                  </a:lnTo>
                  <a:lnTo>
                    <a:pt x="307" y="986"/>
                  </a:lnTo>
                  <a:lnTo>
                    <a:pt x="302" y="970"/>
                  </a:lnTo>
                  <a:lnTo>
                    <a:pt x="296" y="952"/>
                  </a:lnTo>
                  <a:lnTo>
                    <a:pt x="290" y="932"/>
                  </a:lnTo>
                  <a:lnTo>
                    <a:pt x="290" y="931"/>
                  </a:lnTo>
                  <a:lnTo>
                    <a:pt x="290" y="931"/>
                  </a:lnTo>
                  <a:lnTo>
                    <a:pt x="512" y="903"/>
                  </a:lnTo>
                  <a:lnTo>
                    <a:pt x="508" y="919"/>
                  </a:lnTo>
                  <a:lnTo>
                    <a:pt x="504" y="936"/>
                  </a:lnTo>
                  <a:lnTo>
                    <a:pt x="499" y="946"/>
                  </a:lnTo>
                  <a:lnTo>
                    <a:pt x="496" y="958"/>
                  </a:lnTo>
                  <a:lnTo>
                    <a:pt x="493" y="968"/>
                  </a:lnTo>
                  <a:lnTo>
                    <a:pt x="491" y="978"/>
                  </a:lnTo>
                  <a:lnTo>
                    <a:pt x="491" y="978"/>
                  </a:lnTo>
                  <a:close/>
                  <a:moveTo>
                    <a:pt x="397" y="0"/>
                  </a:moveTo>
                  <a:lnTo>
                    <a:pt x="376" y="0"/>
                  </a:lnTo>
                  <a:lnTo>
                    <a:pt x="357" y="1"/>
                  </a:lnTo>
                  <a:lnTo>
                    <a:pt x="336" y="5"/>
                  </a:lnTo>
                  <a:lnTo>
                    <a:pt x="317" y="8"/>
                  </a:lnTo>
                  <a:lnTo>
                    <a:pt x="299" y="12"/>
                  </a:lnTo>
                  <a:lnTo>
                    <a:pt x="279" y="18"/>
                  </a:lnTo>
                  <a:lnTo>
                    <a:pt x="261" y="24"/>
                  </a:lnTo>
                  <a:lnTo>
                    <a:pt x="242" y="31"/>
                  </a:lnTo>
                  <a:lnTo>
                    <a:pt x="225" y="39"/>
                  </a:lnTo>
                  <a:lnTo>
                    <a:pt x="208" y="48"/>
                  </a:lnTo>
                  <a:lnTo>
                    <a:pt x="192" y="58"/>
                  </a:lnTo>
                  <a:lnTo>
                    <a:pt x="175" y="67"/>
                  </a:lnTo>
                  <a:lnTo>
                    <a:pt x="160" y="78"/>
                  </a:lnTo>
                  <a:lnTo>
                    <a:pt x="145" y="90"/>
                  </a:lnTo>
                  <a:lnTo>
                    <a:pt x="131" y="103"/>
                  </a:lnTo>
                  <a:lnTo>
                    <a:pt x="117" y="116"/>
                  </a:lnTo>
                  <a:lnTo>
                    <a:pt x="104" y="130"/>
                  </a:lnTo>
                  <a:lnTo>
                    <a:pt x="91" y="144"/>
                  </a:lnTo>
                  <a:lnTo>
                    <a:pt x="79" y="159"/>
                  </a:lnTo>
                  <a:lnTo>
                    <a:pt x="69" y="174"/>
                  </a:lnTo>
                  <a:lnTo>
                    <a:pt x="59" y="190"/>
                  </a:lnTo>
                  <a:lnTo>
                    <a:pt x="49" y="207"/>
                  </a:lnTo>
                  <a:lnTo>
                    <a:pt x="40" y="224"/>
                  </a:lnTo>
                  <a:lnTo>
                    <a:pt x="32" y="242"/>
                  </a:lnTo>
                  <a:lnTo>
                    <a:pt x="25" y="260"/>
                  </a:lnTo>
                  <a:lnTo>
                    <a:pt x="19" y="278"/>
                  </a:lnTo>
                  <a:lnTo>
                    <a:pt x="13" y="297"/>
                  </a:lnTo>
                  <a:lnTo>
                    <a:pt x="9" y="316"/>
                  </a:lnTo>
                  <a:lnTo>
                    <a:pt x="6" y="335"/>
                  </a:lnTo>
                  <a:lnTo>
                    <a:pt x="3" y="356"/>
                  </a:lnTo>
                  <a:lnTo>
                    <a:pt x="2" y="375"/>
                  </a:lnTo>
                  <a:lnTo>
                    <a:pt x="0" y="396"/>
                  </a:lnTo>
                  <a:lnTo>
                    <a:pt x="2" y="410"/>
                  </a:lnTo>
                  <a:lnTo>
                    <a:pt x="3" y="424"/>
                  </a:lnTo>
                  <a:lnTo>
                    <a:pt x="5" y="437"/>
                  </a:lnTo>
                  <a:lnTo>
                    <a:pt x="7" y="451"/>
                  </a:lnTo>
                  <a:lnTo>
                    <a:pt x="13" y="479"/>
                  </a:lnTo>
                  <a:lnTo>
                    <a:pt x="22" y="506"/>
                  </a:lnTo>
                  <a:lnTo>
                    <a:pt x="33" y="534"/>
                  </a:lnTo>
                  <a:lnTo>
                    <a:pt x="46" y="561"/>
                  </a:lnTo>
                  <a:lnTo>
                    <a:pt x="59" y="589"/>
                  </a:lnTo>
                  <a:lnTo>
                    <a:pt x="74" y="617"/>
                  </a:lnTo>
                  <a:lnTo>
                    <a:pt x="103" y="671"/>
                  </a:lnTo>
                  <a:lnTo>
                    <a:pt x="133" y="725"/>
                  </a:lnTo>
                  <a:lnTo>
                    <a:pt x="147" y="752"/>
                  </a:lnTo>
                  <a:lnTo>
                    <a:pt x="160" y="778"/>
                  </a:lnTo>
                  <a:lnTo>
                    <a:pt x="172" y="804"/>
                  </a:lnTo>
                  <a:lnTo>
                    <a:pt x="182" y="830"/>
                  </a:lnTo>
                  <a:lnTo>
                    <a:pt x="206" y="901"/>
                  </a:lnTo>
                  <a:lnTo>
                    <a:pt x="225" y="965"/>
                  </a:lnTo>
                  <a:lnTo>
                    <a:pt x="234" y="994"/>
                  </a:lnTo>
                  <a:lnTo>
                    <a:pt x="242" y="1020"/>
                  </a:lnTo>
                  <a:lnTo>
                    <a:pt x="251" y="1045"/>
                  </a:lnTo>
                  <a:lnTo>
                    <a:pt x="260" y="1066"/>
                  </a:lnTo>
                  <a:lnTo>
                    <a:pt x="265" y="1076"/>
                  </a:lnTo>
                  <a:lnTo>
                    <a:pt x="270" y="1086"/>
                  </a:lnTo>
                  <a:lnTo>
                    <a:pt x="276" y="1094"/>
                  </a:lnTo>
                  <a:lnTo>
                    <a:pt x="281" y="1103"/>
                  </a:lnTo>
                  <a:lnTo>
                    <a:pt x="288" y="1111"/>
                  </a:lnTo>
                  <a:lnTo>
                    <a:pt x="295" y="1118"/>
                  </a:lnTo>
                  <a:lnTo>
                    <a:pt x="302" y="1125"/>
                  </a:lnTo>
                  <a:lnTo>
                    <a:pt x="310" y="1130"/>
                  </a:lnTo>
                  <a:lnTo>
                    <a:pt x="318" y="1135"/>
                  </a:lnTo>
                  <a:lnTo>
                    <a:pt x="328" y="1140"/>
                  </a:lnTo>
                  <a:lnTo>
                    <a:pt x="337" y="1143"/>
                  </a:lnTo>
                  <a:lnTo>
                    <a:pt x="347" y="1146"/>
                  </a:lnTo>
                  <a:lnTo>
                    <a:pt x="359" y="1148"/>
                  </a:lnTo>
                  <a:lnTo>
                    <a:pt x="371" y="1151"/>
                  </a:lnTo>
                  <a:lnTo>
                    <a:pt x="383" y="1152"/>
                  </a:lnTo>
                  <a:lnTo>
                    <a:pt x="397" y="1152"/>
                  </a:lnTo>
                  <a:lnTo>
                    <a:pt x="411" y="1152"/>
                  </a:lnTo>
                  <a:lnTo>
                    <a:pt x="424" y="1151"/>
                  </a:lnTo>
                  <a:lnTo>
                    <a:pt x="436" y="1148"/>
                  </a:lnTo>
                  <a:lnTo>
                    <a:pt x="448" y="1146"/>
                  </a:lnTo>
                  <a:lnTo>
                    <a:pt x="457" y="1143"/>
                  </a:lnTo>
                  <a:lnTo>
                    <a:pt x="467" y="1140"/>
                  </a:lnTo>
                  <a:lnTo>
                    <a:pt x="477" y="1135"/>
                  </a:lnTo>
                  <a:lnTo>
                    <a:pt x="485" y="1130"/>
                  </a:lnTo>
                  <a:lnTo>
                    <a:pt x="493" y="1125"/>
                  </a:lnTo>
                  <a:lnTo>
                    <a:pt x="501" y="1118"/>
                  </a:lnTo>
                  <a:lnTo>
                    <a:pt x="507" y="1111"/>
                  </a:lnTo>
                  <a:lnTo>
                    <a:pt x="513" y="1103"/>
                  </a:lnTo>
                  <a:lnTo>
                    <a:pt x="519" y="1095"/>
                  </a:lnTo>
                  <a:lnTo>
                    <a:pt x="524" y="1086"/>
                  </a:lnTo>
                  <a:lnTo>
                    <a:pt x="530" y="1077"/>
                  </a:lnTo>
                  <a:lnTo>
                    <a:pt x="535" y="1066"/>
                  </a:lnTo>
                  <a:lnTo>
                    <a:pt x="544" y="1045"/>
                  </a:lnTo>
                  <a:lnTo>
                    <a:pt x="552" y="1021"/>
                  </a:lnTo>
                  <a:lnTo>
                    <a:pt x="561" y="994"/>
                  </a:lnTo>
                  <a:lnTo>
                    <a:pt x="570" y="966"/>
                  </a:lnTo>
                  <a:lnTo>
                    <a:pt x="578" y="935"/>
                  </a:lnTo>
                  <a:lnTo>
                    <a:pt x="588" y="902"/>
                  </a:lnTo>
                  <a:lnTo>
                    <a:pt x="599" y="868"/>
                  </a:lnTo>
                  <a:lnTo>
                    <a:pt x="612" y="831"/>
                  </a:lnTo>
                  <a:lnTo>
                    <a:pt x="621" y="805"/>
                  </a:lnTo>
                  <a:lnTo>
                    <a:pt x="633" y="779"/>
                  </a:lnTo>
                  <a:lnTo>
                    <a:pt x="646" y="753"/>
                  </a:lnTo>
                  <a:lnTo>
                    <a:pt x="660" y="726"/>
                  </a:lnTo>
                  <a:lnTo>
                    <a:pt x="691" y="672"/>
                  </a:lnTo>
                  <a:lnTo>
                    <a:pt x="721" y="617"/>
                  </a:lnTo>
                  <a:lnTo>
                    <a:pt x="735" y="589"/>
                  </a:lnTo>
                  <a:lnTo>
                    <a:pt x="749" y="561"/>
                  </a:lnTo>
                  <a:lnTo>
                    <a:pt x="761" y="533"/>
                  </a:lnTo>
                  <a:lnTo>
                    <a:pt x="772" y="506"/>
                  </a:lnTo>
                  <a:lnTo>
                    <a:pt x="780" y="478"/>
                  </a:lnTo>
                  <a:lnTo>
                    <a:pt x="787" y="451"/>
                  </a:lnTo>
                  <a:lnTo>
                    <a:pt x="790" y="437"/>
                  </a:lnTo>
                  <a:lnTo>
                    <a:pt x="791" y="423"/>
                  </a:lnTo>
                  <a:lnTo>
                    <a:pt x="792" y="410"/>
                  </a:lnTo>
                  <a:lnTo>
                    <a:pt x="793" y="396"/>
                  </a:lnTo>
                  <a:lnTo>
                    <a:pt x="792" y="375"/>
                  </a:lnTo>
                  <a:lnTo>
                    <a:pt x="791" y="356"/>
                  </a:lnTo>
                  <a:lnTo>
                    <a:pt x="789" y="335"/>
                  </a:lnTo>
                  <a:lnTo>
                    <a:pt x="785" y="316"/>
                  </a:lnTo>
                  <a:lnTo>
                    <a:pt x="780" y="297"/>
                  </a:lnTo>
                  <a:lnTo>
                    <a:pt x="775" y="278"/>
                  </a:lnTo>
                  <a:lnTo>
                    <a:pt x="769" y="260"/>
                  </a:lnTo>
                  <a:lnTo>
                    <a:pt x="762" y="242"/>
                  </a:lnTo>
                  <a:lnTo>
                    <a:pt x="754" y="224"/>
                  </a:lnTo>
                  <a:lnTo>
                    <a:pt x="746" y="207"/>
                  </a:lnTo>
                  <a:lnTo>
                    <a:pt x="736" y="190"/>
                  </a:lnTo>
                  <a:lnTo>
                    <a:pt x="725" y="174"/>
                  </a:lnTo>
                  <a:lnTo>
                    <a:pt x="714" y="159"/>
                  </a:lnTo>
                  <a:lnTo>
                    <a:pt x="703" y="144"/>
                  </a:lnTo>
                  <a:lnTo>
                    <a:pt x="691" y="130"/>
                  </a:lnTo>
                  <a:lnTo>
                    <a:pt x="677" y="116"/>
                  </a:lnTo>
                  <a:lnTo>
                    <a:pt x="664" y="103"/>
                  </a:lnTo>
                  <a:lnTo>
                    <a:pt x="648" y="90"/>
                  </a:lnTo>
                  <a:lnTo>
                    <a:pt x="633" y="78"/>
                  </a:lnTo>
                  <a:lnTo>
                    <a:pt x="618" y="67"/>
                  </a:lnTo>
                  <a:lnTo>
                    <a:pt x="602" y="58"/>
                  </a:lnTo>
                  <a:lnTo>
                    <a:pt x="586" y="48"/>
                  </a:lnTo>
                  <a:lnTo>
                    <a:pt x="569" y="39"/>
                  </a:lnTo>
                  <a:lnTo>
                    <a:pt x="551" y="31"/>
                  </a:lnTo>
                  <a:lnTo>
                    <a:pt x="533" y="24"/>
                  </a:lnTo>
                  <a:lnTo>
                    <a:pt x="515" y="18"/>
                  </a:lnTo>
                  <a:lnTo>
                    <a:pt x="496" y="12"/>
                  </a:lnTo>
                  <a:lnTo>
                    <a:pt x="477" y="8"/>
                  </a:lnTo>
                  <a:lnTo>
                    <a:pt x="457" y="5"/>
                  </a:lnTo>
                  <a:lnTo>
                    <a:pt x="438" y="1"/>
                  </a:lnTo>
                  <a:lnTo>
                    <a:pt x="417" y="0"/>
                  </a:lnTo>
                  <a:lnTo>
                    <a:pt x="3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41" name="Freeform 115">
              <a:extLst>
                <a:ext uri="{FF2B5EF4-FFF2-40B4-BE49-F238E27FC236}">
                  <a16:creationId xmlns:a16="http://schemas.microsoft.com/office/drawing/2014/main" id="{8FABC7C1-379D-4F66-A75C-52649101D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743" y="3739753"/>
              <a:ext cx="93663" cy="93663"/>
            </a:xfrm>
            <a:custGeom>
              <a:avLst/>
              <a:gdLst>
                <a:gd name="T0" fmla="*/ 205 w 234"/>
                <a:gd name="T1" fmla="*/ 1 h 234"/>
                <a:gd name="T2" fmla="*/ 183 w 234"/>
                <a:gd name="T3" fmla="*/ 3 h 234"/>
                <a:gd name="T4" fmla="*/ 152 w 234"/>
                <a:gd name="T5" fmla="*/ 9 h 234"/>
                <a:gd name="T6" fmla="*/ 113 w 234"/>
                <a:gd name="T7" fmla="*/ 26 h 234"/>
                <a:gd name="T8" fmla="*/ 79 w 234"/>
                <a:gd name="T9" fmla="*/ 49 h 234"/>
                <a:gd name="T10" fmla="*/ 50 w 234"/>
                <a:gd name="T11" fmla="*/ 78 h 234"/>
                <a:gd name="T12" fmla="*/ 26 w 234"/>
                <a:gd name="T13" fmla="*/ 113 h 234"/>
                <a:gd name="T14" fmla="*/ 10 w 234"/>
                <a:gd name="T15" fmla="*/ 152 h 234"/>
                <a:gd name="T16" fmla="*/ 2 w 234"/>
                <a:gd name="T17" fmla="*/ 183 h 234"/>
                <a:gd name="T18" fmla="*/ 0 w 234"/>
                <a:gd name="T19" fmla="*/ 205 h 234"/>
                <a:gd name="T20" fmla="*/ 0 w 234"/>
                <a:gd name="T21" fmla="*/ 220 h 234"/>
                <a:gd name="T22" fmla="*/ 3 w 234"/>
                <a:gd name="T23" fmla="*/ 226 h 234"/>
                <a:gd name="T24" fmla="*/ 7 w 234"/>
                <a:gd name="T25" fmla="*/ 231 h 234"/>
                <a:gd name="T26" fmla="*/ 14 w 234"/>
                <a:gd name="T27" fmla="*/ 234 h 234"/>
                <a:gd name="T28" fmla="*/ 21 w 234"/>
                <a:gd name="T29" fmla="*/ 234 h 234"/>
                <a:gd name="T30" fmla="*/ 28 w 234"/>
                <a:gd name="T31" fmla="*/ 231 h 234"/>
                <a:gd name="T32" fmla="*/ 33 w 234"/>
                <a:gd name="T33" fmla="*/ 226 h 234"/>
                <a:gd name="T34" fmla="*/ 35 w 234"/>
                <a:gd name="T35" fmla="*/ 220 h 234"/>
                <a:gd name="T36" fmla="*/ 37 w 234"/>
                <a:gd name="T37" fmla="*/ 197 h 234"/>
                <a:gd name="T38" fmla="*/ 44 w 234"/>
                <a:gd name="T39" fmla="*/ 163 h 234"/>
                <a:gd name="T40" fmla="*/ 58 w 234"/>
                <a:gd name="T41" fmla="*/ 130 h 234"/>
                <a:gd name="T42" fmla="*/ 78 w 234"/>
                <a:gd name="T43" fmla="*/ 101 h 234"/>
                <a:gd name="T44" fmla="*/ 101 w 234"/>
                <a:gd name="T45" fmla="*/ 77 h 234"/>
                <a:gd name="T46" fmla="*/ 131 w 234"/>
                <a:gd name="T47" fmla="*/ 58 h 234"/>
                <a:gd name="T48" fmla="*/ 163 w 234"/>
                <a:gd name="T49" fmla="*/ 44 h 234"/>
                <a:gd name="T50" fmla="*/ 197 w 234"/>
                <a:gd name="T51" fmla="*/ 36 h 234"/>
                <a:gd name="T52" fmla="*/ 219 w 234"/>
                <a:gd name="T53" fmla="*/ 35 h 234"/>
                <a:gd name="T54" fmla="*/ 226 w 234"/>
                <a:gd name="T55" fmla="*/ 33 h 234"/>
                <a:gd name="T56" fmla="*/ 231 w 234"/>
                <a:gd name="T57" fmla="*/ 28 h 234"/>
                <a:gd name="T58" fmla="*/ 233 w 234"/>
                <a:gd name="T59" fmla="*/ 21 h 234"/>
                <a:gd name="T60" fmla="*/ 233 w 234"/>
                <a:gd name="T61" fmla="*/ 15 h 234"/>
                <a:gd name="T62" fmla="*/ 231 w 234"/>
                <a:gd name="T63" fmla="*/ 8 h 234"/>
                <a:gd name="T64" fmla="*/ 226 w 234"/>
                <a:gd name="T65" fmla="*/ 3 h 234"/>
                <a:gd name="T66" fmla="*/ 219 w 234"/>
                <a:gd name="T67" fmla="*/ 1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4" h="234">
                  <a:moveTo>
                    <a:pt x="216" y="0"/>
                  </a:moveTo>
                  <a:lnTo>
                    <a:pt x="205" y="1"/>
                  </a:lnTo>
                  <a:lnTo>
                    <a:pt x="194" y="1"/>
                  </a:lnTo>
                  <a:lnTo>
                    <a:pt x="183" y="3"/>
                  </a:lnTo>
                  <a:lnTo>
                    <a:pt x="173" y="4"/>
                  </a:lnTo>
                  <a:lnTo>
                    <a:pt x="152" y="9"/>
                  </a:lnTo>
                  <a:lnTo>
                    <a:pt x="132" y="17"/>
                  </a:lnTo>
                  <a:lnTo>
                    <a:pt x="113" y="26"/>
                  </a:lnTo>
                  <a:lnTo>
                    <a:pt x="95" y="36"/>
                  </a:lnTo>
                  <a:lnTo>
                    <a:pt x="79" y="49"/>
                  </a:lnTo>
                  <a:lnTo>
                    <a:pt x="64" y="63"/>
                  </a:lnTo>
                  <a:lnTo>
                    <a:pt x="50" y="78"/>
                  </a:lnTo>
                  <a:lnTo>
                    <a:pt x="37" y="95"/>
                  </a:lnTo>
                  <a:lnTo>
                    <a:pt x="26" y="113"/>
                  </a:lnTo>
                  <a:lnTo>
                    <a:pt x="17" y="131"/>
                  </a:lnTo>
                  <a:lnTo>
                    <a:pt x="10" y="152"/>
                  </a:lnTo>
                  <a:lnTo>
                    <a:pt x="4" y="172"/>
                  </a:lnTo>
                  <a:lnTo>
                    <a:pt x="2" y="183"/>
                  </a:lnTo>
                  <a:lnTo>
                    <a:pt x="1" y="194"/>
                  </a:lnTo>
                  <a:lnTo>
                    <a:pt x="0" y="205"/>
                  </a:lnTo>
                  <a:lnTo>
                    <a:pt x="0" y="216"/>
                  </a:lnTo>
                  <a:lnTo>
                    <a:pt x="0" y="220"/>
                  </a:lnTo>
                  <a:lnTo>
                    <a:pt x="1" y="223"/>
                  </a:lnTo>
                  <a:lnTo>
                    <a:pt x="3" y="226"/>
                  </a:lnTo>
                  <a:lnTo>
                    <a:pt x="5" y="229"/>
                  </a:lnTo>
                  <a:lnTo>
                    <a:pt x="7" y="231"/>
                  </a:lnTo>
                  <a:lnTo>
                    <a:pt x="11" y="233"/>
                  </a:lnTo>
                  <a:lnTo>
                    <a:pt x="14" y="234"/>
                  </a:lnTo>
                  <a:lnTo>
                    <a:pt x="18" y="234"/>
                  </a:lnTo>
                  <a:lnTo>
                    <a:pt x="21" y="234"/>
                  </a:lnTo>
                  <a:lnTo>
                    <a:pt x="25" y="233"/>
                  </a:lnTo>
                  <a:lnTo>
                    <a:pt x="28" y="231"/>
                  </a:lnTo>
                  <a:lnTo>
                    <a:pt x="31" y="229"/>
                  </a:lnTo>
                  <a:lnTo>
                    <a:pt x="33" y="226"/>
                  </a:lnTo>
                  <a:lnTo>
                    <a:pt x="34" y="223"/>
                  </a:lnTo>
                  <a:lnTo>
                    <a:pt x="35" y="220"/>
                  </a:lnTo>
                  <a:lnTo>
                    <a:pt x="35" y="216"/>
                  </a:lnTo>
                  <a:lnTo>
                    <a:pt x="37" y="197"/>
                  </a:lnTo>
                  <a:lnTo>
                    <a:pt x="40" y="180"/>
                  </a:lnTo>
                  <a:lnTo>
                    <a:pt x="44" y="163"/>
                  </a:lnTo>
                  <a:lnTo>
                    <a:pt x="51" y="145"/>
                  </a:lnTo>
                  <a:lnTo>
                    <a:pt x="58" y="130"/>
                  </a:lnTo>
                  <a:lnTo>
                    <a:pt x="67" y="115"/>
                  </a:lnTo>
                  <a:lnTo>
                    <a:pt x="78" y="101"/>
                  </a:lnTo>
                  <a:lnTo>
                    <a:pt x="88" y="88"/>
                  </a:lnTo>
                  <a:lnTo>
                    <a:pt x="101" y="77"/>
                  </a:lnTo>
                  <a:lnTo>
                    <a:pt x="115" y="67"/>
                  </a:lnTo>
                  <a:lnTo>
                    <a:pt x="131" y="58"/>
                  </a:lnTo>
                  <a:lnTo>
                    <a:pt x="146" y="50"/>
                  </a:lnTo>
                  <a:lnTo>
                    <a:pt x="163" y="44"/>
                  </a:lnTo>
                  <a:lnTo>
                    <a:pt x="180" y="40"/>
                  </a:lnTo>
                  <a:lnTo>
                    <a:pt x="197" y="36"/>
                  </a:lnTo>
                  <a:lnTo>
                    <a:pt x="216" y="36"/>
                  </a:lnTo>
                  <a:lnTo>
                    <a:pt x="219" y="35"/>
                  </a:lnTo>
                  <a:lnTo>
                    <a:pt x="223" y="34"/>
                  </a:lnTo>
                  <a:lnTo>
                    <a:pt x="226" y="33"/>
                  </a:lnTo>
                  <a:lnTo>
                    <a:pt x="229" y="31"/>
                  </a:lnTo>
                  <a:lnTo>
                    <a:pt x="231" y="28"/>
                  </a:lnTo>
                  <a:lnTo>
                    <a:pt x="232" y="24"/>
                  </a:lnTo>
                  <a:lnTo>
                    <a:pt x="233" y="21"/>
                  </a:lnTo>
                  <a:lnTo>
                    <a:pt x="234" y="18"/>
                  </a:lnTo>
                  <a:lnTo>
                    <a:pt x="233" y="15"/>
                  </a:lnTo>
                  <a:lnTo>
                    <a:pt x="232" y="10"/>
                  </a:lnTo>
                  <a:lnTo>
                    <a:pt x="231" y="8"/>
                  </a:lnTo>
                  <a:lnTo>
                    <a:pt x="229" y="5"/>
                  </a:lnTo>
                  <a:lnTo>
                    <a:pt x="226" y="3"/>
                  </a:lnTo>
                  <a:lnTo>
                    <a:pt x="223" y="2"/>
                  </a:lnTo>
                  <a:lnTo>
                    <a:pt x="219" y="1"/>
                  </a:lnTo>
                  <a:lnTo>
                    <a:pt x="21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12" name="Rectangle 42">
            <a:extLst>
              <a:ext uri="{FF2B5EF4-FFF2-40B4-BE49-F238E27FC236}">
                <a16:creationId xmlns:a16="http://schemas.microsoft.com/office/drawing/2014/main" id="{76FBB2B2-2673-4718-8886-BF36E2E558BE}"/>
              </a:ext>
            </a:extLst>
          </p:cNvPr>
          <p:cNvSpPr/>
          <p:nvPr/>
        </p:nvSpPr>
        <p:spPr>
          <a:xfrm>
            <a:off x="6174991" y="1854465"/>
            <a:ext cx="1471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1828164" rtl="0">
              <a:spcBef>
                <a:spcPct val="0"/>
              </a:spcBef>
            </a:pPr>
            <a:r>
              <a:rPr lang="zh-CN" altLang="en-US" sz="28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Lato Light" panose="020F0402020204030203" pitchFamily="34" charset="0"/>
              </a:rPr>
              <a:t>小标题</a:t>
            </a:r>
            <a:r>
              <a:rPr lang="en-US" altLang="zh-CN" sz="28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Lato Light" panose="020F0402020204030203" pitchFamily="34" charset="0"/>
              </a:rPr>
              <a:t>1</a:t>
            </a:r>
            <a:endParaRPr lang="en-US" sz="28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Lato Light" panose="020F0402020204030203" pitchFamily="34" charset="0"/>
            </a:endParaRPr>
          </a:p>
        </p:txBody>
      </p:sp>
      <p:sp>
        <p:nvSpPr>
          <p:cNvPr id="13" name="Rectangle 43">
            <a:extLst>
              <a:ext uri="{FF2B5EF4-FFF2-40B4-BE49-F238E27FC236}">
                <a16:creationId xmlns:a16="http://schemas.microsoft.com/office/drawing/2014/main" id="{2D436155-C11E-4158-BA61-5438E5D715DD}"/>
              </a:ext>
            </a:extLst>
          </p:cNvPr>
          <p:cNvSpPr/>
          <p:nvPr/>
        </p:nvSpPr>
        <p:spPr>
          <a:xfrm>
            <a:off x="6174991" y="2539077"/>
            <a:ext cx="49987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828800" rtl="0"/>
            <a:r>
              <a:rPr lang="zh-CN" alt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en-US" sz="12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4" name="Rectangle 44">
            <a:extLst>
              <a:ext uri="{FF2B5EF4-FFF2-40B4-BE49-F238E27FC236}">
                <a16:creationId xmlns:a16="http://schemas.microsoft.com/office/drawing/2014/main" id="{FB95207D-FD2C-4857-9197-5B83C93867D8}"/>
              </a:ext>
            </a:extLst>
          </p:cNvPr>
          <p:cNvSpPr/>
          <p:nvPr/>
        </p:nvSpPr>
        <p:spPr>
          <a:xfrm>
            <a:off x="6174991" y="3461695"/>
            <a:ext cx="1471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28164">
              <a:spcBef>
                <a:spcPct val="0"/>
              </a:spcBef>
            </a:pPr>
            <a:r>
              <a:rPr lang="zh-CN" altLang="en-US" sz="28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Lato Light" panose="020F0402020204030203" pitchFamily="34" charset="0"/>
              </a:rPr>
              <a:t>小标题</a:t>
            </a:r>
            <a:r>
              <a:rPr lang="en-US" altLang="zh-CN" sz="28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Lato Light" panose="020F0402020204030203" pitchFamily="34" charset="0"/>
              </a:rPr>
              <a:t>2</a:t>
            </a:r>
          </a:p>
        </p:txBody>
      </p:sp>
      <p:sp>
        <p:nvSpPr>
          <p:cNvPr id="15" name="Rectangle 45">
            <a:extLst>
              <a:ext uri="{FF2B5EF4-FFF2-40B4-BE49-F238E27FC236}">
                <a16:creationId xmlns:a16="http://schemas.microsoft.com/office/drawing/2014/main" id="{53766ED0-1E77-450E-94AD-679453F82650}"/>
              </a:ext>
            </a:extLst>
          </p:cNvPr>
          <p:cNvSpPr/>
          <p:nvPr/>
        </p:nvSpPr>
        <p:spPr>
          <a:xfrm>
            <a:off x="6174991" y="4107742"/>
            <a:ext cx="49987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828800"/>
            <a:r>
              <a:rPr lang="zh-CN" altLang="en-US" sz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</a:p>
        </p:txBody>
      </p:sp>
      <p:sp>
        <p:nvSpPr>
          <p:cNvPr id="16" name="Rectangle 46">
            <a:extLst>
              <a:ext uri="{FF2B5EF4-FFF2-40B4-BE49-F238E27FC236}">
                <a16:creationId xmlns:a16="http://schemas.microsoft.com/office/drawing/2014/main" id="{7B7E736A-B0D7-4AC8-8423-81E4F64CCBF7}"/>
              </a:ext>
            </a:extLst>
          </p:cNvPr>
          <p:cNvSpPr/>
          <p:nvPr/>
        </p:nvSpPr>
        <p:spPr>
          <a:xfrm>
            <a:off x="6174991" y="5068926"/>
            <a:ext cx="1471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28164">
              <a:spcBef>
                <a:spcPct val="0"/>
              </a:spcBef>
            </a:pPr>
            <a:r>
              <a:rPr lang="zh-CN" altLang="en-US" sz="28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Lato Light" panose="020F0402020204030203" pitchFamily="34" charset="0"/>
              </a:rPr>
              <a:t>小标题</a:t>
            </a:r>
            <a:r>
              <a:rPr lang="en-US" altLang="zh-CN" sz="28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Lato Light" panose="020F0402020204030203" pitchFamily="34" charset="0"/>
              </a:rPr>
              <a:t>3</a:t>
            </a:r>
          </a:p>
        </p:txBody>
      </p:sp>
      <p:sp>
        <p:nvSpPr>
          <p:cNvPr id="17" name="Rectangle 47">
            <a:extLst>
              <a:ext uri="{FF2B5EF4-FFF2-40B4-BE49-F238E27FC236}">
                <a16:creationId xmlns:a16="http://schemas.microsoft.com/office/drawing/2014/main" id="{0B703668-C25C-4294-9000-DA5AEFC6FCB5}"/>
              </a:ext>
            </a:extLst>
          </p:cNvPr>
          <p:cNvSpPr/>
          <p:nvPr/>
        </p:nvSpPr>
        <p:spPr>
          <a:xfrm>
            <a:off x="6174991" y="5676407"/>
            <a:ext cx="49987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828800"/>
            <a:r>
              <a:rPr lang="zh-CN" altLang="en-US" sz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内容</a:t>
            </a:r>
            <a:r>
              <a:rPr lang="en-US" altLang="zh-CN" sz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</a:p>
        </p:txBody>
      </p:sp>
      <p:cxnSp>
        <p:nvCxnSpPr>
          <p:cNvPr id="18" name="Straight Connector 16">
            <a:extLst>
              <a:ext uri="{FF2B5EF4-FFF2-40B4-BE49-F238E27FC236}">
                <a16:creationId xmlns:a16="http://schemas.microsoft.com/office/drawing/2014/main" id="{25760AE2-2633-43B9-B912-B520924BD787}"/>
              </a:ext>
            </a:extLst>
          </p:cNvPr>
          <p:cNvCxnSpPr/>
          <p:nvPr/>
        </p:nvCxnSpPr>
        <p:spPr>
          <a:xfrm>
            <a:off x="5826546" y="1939018"/>
            <a:ext cx="0" cy="397216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404">
            <a:extLst>
              <a:ext uri="{FF2B5EF4-FFF2-40B4-BE49-F238E27FC236}">
                <a16:creationId xmlns:a16="http://schemas.microsoft.com/office/drawing/2014/main" id="{BA1F95D1-2B63-473D-B302-91D38077B82C}"/>
              </a:ext>
            </a:extLst>
          </p:cNvPr>
          <p:cNvSpPr>
            <a:spLocks/>
          </p:cNvSpPr>
          <p:nvPr/>
        </p:nvSpPr>
        <p:spPr bwMode="auto">
          <a:xfrm>
            <a:off x="1424712" y="1970422"/>
            <a:ext cx="2320028" cy="3777378"/>
          </a:xfrm>
          <a:custGeom>
            <a:avLst/>
            <a:gdLst>
              <a:gd name="T0" fmla="*/ 132 w 948"/>
              <a:gd name="T1" fmla="*/ 133 h 1541"/>
              <a:gd name="T2" fmla="*/ 239 w 948"/>
              <a:gd name="T3" fmla="*/ 62 h 1541"/>
              <a:gd name="T4" fmla="*/ 341 w 948"/>
              <a:gd name="T5" fmla="*/ 22 h 1541"/>
              <a:gd name="T6" fmla="*/ 493 w 948"/>
              <a:gd name="T7" fmla="*/ 2 h 1541"/>
              <a:gd name="T8" fmla="*/ 563 w 948"/>
              <a:gd name="T9" fmla="*/ 8 h 1541"/>
              <a:gd name="T10" fmla="*/ 619 w 948"/>
              <a:gd name="T11" fmla="*/ 0 h 1541"/>
              <a:gd name="T12" fmla="*/ 708 w 948"/>
              <a:gd name="T13" fmla="*/ 17 h 1541"/>
              <a:gd name="T14" fmla="*/ 780 w 948"/>
              <a:gd name="T15" fmla="*/ 45 h 1541"/>
              <a:gd name="T16" fmla="*/ 838 w 948"/>
              <a:gd name="T17" fmla="*/ 95 h 1541"/>
              <a:gd name="T18" fmla="*/ 892 w 948"/>
              <a:gd name="T19" fmla="*/ 193 h 1541"/>
              <a:gd name="T20" fmla="*/ 829 w 948"/>
              <a:gd name="T21" fmla="*/ 307 h 1541"/>
              <a:gd name="T22" fmla="*/ 830 w 948"/>
              <a:gd name="T23" fmla="*/ 357 h 1541"/>
              <a:gd name="T24" fmla="*/ 837 w 948"/>
              <a:gd name="T25" fmla="*/ 379 h 1541"/>
              <a:gd name="T26" fmla="*/ 867 w 948"/>
              <a:gd name="T27" fmla="*/ 360 h 1541"/>
              <a:gd name="T28" fmla="*/ 876 w 948"/>
              <a:gd name="T29" fmla="*/ 364 h 1541"/>
              <a:gd name="T30" fmla="*/ 861 w 948"/>
              <a:gd name="T31" fmla="*/ 392 h 1541"/>
              <a:gd name="T32" fmla="*/ 842 w 948"/>
              <a:gd name="T33" fmla="*/ 412 h 1541"/>
              <a:gd name="T34" fmla="*/ 908 w 948"/>
              <a:gd name="T35" fmla="*/ 477 h 1541"/>
              <a:gd name="T36" fmla="*/ 948 w 948"/>
              <a:gd name="T37" fmla="*/ 522 h 1541"/>
              <a:gd name="T38" fmla="*/ 908 w 948"/>
              <a:gd name="T39" fmla="*/ 551 h 1541"/>
              <a:gd name="T40" fmla="*/ 887 w 948"/>
              <a:gd name="T41" fmla="*/ 574 h 1541"/>
              <a:gd name="T42" fmla="*/ 892 w 948"/>
              <a:gd name="T43" fmla="*/ 586 h 1541"/>
              <a:gd name="T44" fmla="*/ 916 w 948"/>
              <a:gd name="T45" fmla="*/ 586 h 1541"/>
              <a:gd name="T46" fmla="*/ 919 w 948"/>
              <a:gd name="T47" fmla="*/ 599 h 1541"/>
              <a:gd name="T48" fmla="*/ 907 w 948"/>
              <a:gd name="T49" fmla="*/ 646 h 1541"/>
              <a:gd name="T50" fmla="*/ 911 w 948"/>
              <a:gd name="T51" fmla="*/ 673 h 1541"/>
              <a:gd name="T52" fmla="*/ 894 w 948"/>
              <a:gd name="T53" fmla="*/ 698 h 1541"/>
              <a:gd name="T54" fmla="*/ 894 w 948"/>
              <a:gd name="T55" fmla="*/ 739 h 1541"/>
              <a:gd name="T56" fmla="*/ 906 w 948"/>
              <a:gd name="T57" fmla="*/ 778 h 1541"/>
              <a:gd name="T58" fmla="*/ 896 w 948"/>
              <a:gd name="T59" fmla="*/ 826 h 1541"/>
              <a:gd name="T60" fmla="*/ 872 w 948"/>
              <a:gd name="T61" fmla="*/ 844 h 1541"/>
              <a:gd name="T62" fmla="*/ 760 w 948"/>
              <a:gd name="T63" fmla="*/ 851 h 1541"/>
              <a:gd name="T64" fmla="*/ 628 w 948"/>
              <a:gd name="T65" fmla="*/ 853 h 1541"/>
              <a:gd name="T66" fmla="*/ 588 w 948"/>
              <a:gd name="T67" fmla="*/ 894 h 1541"/>
              <a:gd name="T68" fmla="*/ 541 w 948"/>
              <a:gd name="T69" fmla="*/ 1008 h 1541"/>
              <a:gd name="T70" fmla="*/ 500 w 948"/>
              <a:gd name="T71" fmla="*/ 1180 h 1541"/>
              <a:gd name="T72" fmla="*/ 486 w 948"/>
              <a:gd name="T73" fmla="*/ 1331 h 1541"/>
              <a:gd name="T74" fmla="*/ 515 w 948"/>
              <a:gd name="T75" fmla="*/ 1462 h 1541"/>
              <a:gd name="T76" fmla="*/ 561 w 948"/>
              <a:gd name="T77" fmla="*/ 1533 h 1541"/>
              <a:gd name="T78" fmla="*/ 514 w 948"/>
              <a:gd name="T79" fmla="*/ 1539 h 1541"/>
              <a:gd name="T80" fmla="*/ 443 w 948"/>
              <a:gd name="T81" fmla="*/ 1502 h 1541"/>
              <a:gd name="T82" fmla="*/ 389 w 948"/>
              <a:gd name="T83" fmla="*/ 1427 h 1541"/>
              <a:gd name="T84" fmla="*/ 331 w 948"/>
              <a:gd name="T85" fmla="*/ 1356 h 1541"/>
              <a:gd name="T86" fmla="*/ 265 w 948"/>
              <a:gd name="T87" fmla="*/ 1283 h 1541"/>
              <a:gd name="T88" fmla="*/ 240 w 948"/>
              <a:gd name="T89" fmla="*/ 1222 h 1541"/>
              <a:gd name="T90" fmla="*/ 199 w 948"/>
              <a:gd name="T91" fmla="*/ 1160 h 1541"/>
              <a:gd name="T92" fmla="*/ 160 w 948"/>
              <a:gd name="T93" fmla="*/ 1148 h 1541"/>
              <a:gd name="T94" fmla="*/ 68 w 948"/>
              <a:gd name="T95" fmla="*/ 1133 h 1541"/>
              <a:gd name="T96" fmla="*/ 20 w 948"/>
              <a:gd name="T97" fmla="*/ 1087 h 1541"/>
              <a:gd name="T98" fmla="*/ 23 w 948"/>
              <a:gd name="T99" fmla="*/ 1032 h 1541"/>
              <a:gd name="T100" fmla="*/ 66 w 948"/>
              <a:gd name="T101" fmla="*/ 962 h 1541"/>
              <a:gd name="T102" fmla="*/ 95 w 948"/>
              <a:gd name="T103" fmla="*/ 834 h 1541"/>
              <a:gd name="T104" fmla="*/ 78 w 948"/>
              <a:gd name="T105" fmla="*/ 693 h 1541"/>
              <a:gd name="T106" fmla="*/ 16 w 948"/>
              <a:gd name="T107" fmla="*/ 470 h 1541"/>
              <a:gd name="T108" fmla="*/ 5 w 948"/>
              <a:gd name="T109" fmla="*/ 340 h 1541"/>
              <a:gd name="T110" fmla="*/ 35 w 948"/>
              <a:gd name="T111" fmla="*/ 241 h 1541"/>
              <a:gd name="T112" fmla="*/ 68 w 948"/>
              <a:gd name="T113" fmla="*/ 193 h 1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48" h="1541">
                <a:moveTo>
                  <a:pt x="68" y="193"/>
                </a:moveTo>
                <a:lnTo>
                  <a:pt x="68" y="193"/>
                </a:lnTo>
                <a:lnTo>
                  <a:pt x="90" y="172"/>
                </a:lnTo>
                <a:lnTo>
                  <a:pt x="111" y="152"/>
                </a:lnTo>
                <a:lnTo>
                  <a:pt x="132" y="133"/>
                </a:lnTo>
                <a:lnTo>
                  <a:pt x="154" y="116"/>
                </a:lnTo>
                <a:lnTo>
                  <a:pt x="175" y="100"/>
                </a:lnTo>
                <a:lnTo>
                  <a:pt x="196" y="86"/>
                </a:lnTo>
                <a:lnTo>
                  <a:pt x="217" y="73"/>
                </a:lnTo>
                <a:lnTo>
                  <a:pt x="239" y="62"/>
                </a:lnTo>
                <a:lnTo>
                  <a:pt x="260" y="51"/>
                </a:lnTo>
                <a:lnTo>
                  <a:pt x="281" y="42"/>
                </a:lnTo>
                <a:lnTo>
                  <a:pt x="301" y="35"/>
                </a:lnTo>
                <a:lnTo>
                  <a:pt x="321" y="27"/>
                </a:lnTo>
                <a:lnTo>
                  <a:pt x="341" y="22"/>
                </a:lnTo>
                <a:lnTo>
                  <a:pt x="361" y="17"/>
                </a:lnTo>
                <a:lnTo>
                  <a:pt x="398" y="10"/>
                </a:lnTo>
                <a:lnTo>
                  <a:pt x="433" y="5"/>
                </a:lnTo>
                <a:lnTo>
                  <a:pt x="464" y="2"/>
                </a:lnTo>
                <a:lnTo>
                  <a:pt x="493" y="2"/>
                </a:lnTo>
                <a:lnTo>
                  <a:pt x="516" y="2"/>
                </a:lnTo>
                <a:lnTo>
                  <a:pt x="535" y="5"/>
                </a:lnTo>
                <a:lnTo>
                  <a:pt x="550" y="6"/>
                </a:lnTo>
                <a:lnTo>
                  <a:pt x="563" y="8"/>
                </a:lnTo>
                <a:lnTo>
                  <a:pt x="563" y="8"/>
                </a:lnTo>
                <a:lnTo>
                  <a:pt x="565" y="7"/>
                </a:lnTo>
                <a:lnTo>
                  <a:pt x="573" y="5"/>
                </a:lnTo>
                <a:lnTo>
                  <a:pt x="586" y="1"/>
                </a:lnTo>
                <a:lnTo>
                  <a:pt x="606" y="0"/>
                </a:lnTo>
                <a:lnTo>
                  <a:pt x="619" y="0"/>
                </a:lnTo>
                <a:lnTo>
                  <a:pt x="634" y="1"/>
                </a:lnTo>
                <a:lnTo>
                  <a:pt x="649" y="3"/>
                </a:lnTo>
                <a:lnTo>
                  <a:pt x="667" y="6"/>
                </a:lnTo>
                <a:lnTo>
                  <a:pt x="687" y="11"/>
                </a:lnTo>
                <a:lnTo>
                  <a:pt x="708" y="17"/>
                </a:lnTo>
                <a:lnTo>
                  <a:pt x="730" y="25"/>
                </a:lnTo>
                <a:lnTo>
                  <a:pt x="755" y="33"/>
                </a:lnTo>
                <a:lnTo>
                  <a:pt x="755" y="33"/>
                </a:lnTo>
                <a:lnTo>
                  <a:pt x="769" y="38"/>
                </a:lnTo>
                <a:lnTo>
                  <a:pt x="780" y="45"/>
                </a:lnTo>
                <a:lnTo>
                  <a:pt x="792" y="52"/>
                </a:lnTo>
                <a:lnTo>
                  <a:pt x="803" y="60"/>
                </a:lnTo>
                <a:lnTo>
                  <a:pt x="812" y="67"/>
                </a:lnTo>
                <a:lnTo>
                  <a:pt x="822" y="76"/>
                </a:lnTo>
                <a:lnTo>
                  <a:pt x="838" y="95"/>
                </a:lnTo>
                <a:lnTo>
                  <a:pt x="853" y="113"/>
                </a:lnTo>
                <a:lnTo>
                  <a:pt x="866" y="133"/>
                </a:lnTo>
                <a:lnTo>
                  <a:pt x="876" y="155"/>
                </a:lnTo>
                <a:lnTo>
                  <a:pt x="884" y="175"/>
                </a:lnTo>
                <a:lnTo>
                  <a:pt x="892" y="193"/>
                </a:lnTo>
                <a:lnTo>
                  <a:pt x="897" y="212"/>
                </a:lnTo>
                <a:lnTo>
                  <a:pt x="904" y="245"/>
                </a:lnTo>
                <a:lnTo>
                  <a:pt x="908" y="266"/>
                </a:lnTo>
                <a:lnTo>
                  <a:pt x="909" y="275"/>
                </a:lnTo>
                <a:lnTo>
                  <a:pt x="829" y="307"/>
                </a:lnTo>
                <a:lnTo>
                  <a:pt x="829" y="307"/>
                </a:lnTo>
                <a:lnTo>
                  <a:pt x="832" y="322"/>
                </a:lnTo>
                <a:lnTo>
                  <a:pt x="832" y="335"/>
                </a:lnTo>
                <a:lnTo>
                  <a:pt x="832" y="347"/>
                </a:lnTo>
                <a:lnTo>
                  <a:pt x="830" y="357"/>
                </a:lnTo>
                <a:lnTo>
                  <a:pt x="827" y="371"/>
                </a:lnTo>
                <a:lnTo>
                  <a:pt x="825" y="376"/>
                </a:lnTo>
                <a:lnTo>
                  <a:pt x="825" y="376"/>
                </a:lnTo>
                <a:lnTo>
                  <a:pt x="832" y="379"/>
                </a:lnTo>
                <a:lnTo>
                  <a:pt x="837" y="379"/>
                </a:lnTo>
                <a:lnTo>
                  <a:pt x="842" y="379"/>
                </a:lnTo>
                <a:lnTo>
                  <a:pt x="847" y="376"/>
                </a:lnTo>
                <a:lnTo>
                  <a:pt x="854" y="372"/>
                </a:lnTo>
                <a:lnTo>
                  <a:pt x="862" y="366"/>
                </a:lnTo>
                <a:lnTo>
                  <a:pt x="867" y="360"/>
                </a:lnTo>
                <a:lnTo>
                  <a:pt x="871" y="354"/>
                </a:lnTo>
                <a:lnTo>
                  <a:pt x="873" y="347"/>
                </a:lnTo>
                <a:lnTo>
                  <a:pt x="873" y="347"/>
                </a:lnTo>
                <a:lnTo>
                  <a:pt x="874" y="356"/>
                </a:lnTo>
                <a:lnTo>
                  <a:pt x="876" y="364"/>
                </a:lnTo>
                <a:lnTo>
                  <a:pt x="874" y="370"/>
                </a:lnTo>
                <a:lnTo>
                  <a:pt x="873" y="376"/>
                </a:lnTo>
                <a:lnTo>
                  <a:pt x="871" y="381"/>
                </a:lnTo>
                <a:lnTo>
                  <a:pt x="868" y="386"/>
                </a:lnTo>
                <a:lnTo>
                  <a:pt x="861" y="392"/>
                </a:lnTo>
                <a:lnTo>
                  <a:pt x="852" y="397"/>
                </a:lnTo>
                <a:lnTo>
                  <a:pt x="844" y="400"/>
                </a:lnTo>
                <a:lnTo>
                  <a:pt x="837" y="402"/>
                </a:lnTo>
                <a:lnTo>
                  <a:pt x="837" y="402"/>
                </a:lnTo>
                <a:lnTo>
                  <a:pt x="842" y="412"/>
                </a:lnTo>
                <a:lnTo>
                  <a:pt x="849" y="422"/>
                </a:lnTo>
                <a:lnTo>
                  <a:pt x="858" y="432"/>
                </a:lnTo>
                <a:lnTo>
                  <a:pt x="867" y="442"/>
                </a:lnTo>
                <a:lnTo>
                  <a:pt x="887" y="461"/>
                </a:lnTo>
                <a:lnTo>
                  <a:pt x="908" y="477"/>
                </a:lnTo>
                <a:lnTo>
                  <a:pt x="926" y="494"/>
                </a:lnTo>
                <a:lnTo>
                  <a:pt x="941" y="507"/>
                </a:lnTo>
                <a:lnTo>
                  <a:pt x="944" y="512"/>
                </a:lnTo>
                <a:lnTo>
                  <a:pt x="947" y="519"/>
                </a:lnTo>
                <a:lnTo>
                  <a:pt x="948" y="522"/>
                </a:lnTo>
                <a:lnTo>
                  <a:pt x="946" y="526"/>
                </a:lnTo>
                <a:lnTo>
                  <a:pt x="946" y="526"/>
                </a:lnTo>
                <a:lnTo>
                  <a:pt x="938" y="532"/>
                </a:lnTo>
                <a:lnTo>
                  <a:pt x="928" y="539"/>
                </a:lnTo>
                <a:lnTo>
                  <a:pt x="908" y="551"/>
                </a:lnTo>
                <a:lnTo>
                  <a:pt x="899" y="556"/>
                </a:lnTo>
                <a:lnTo>
                  <a:pt x="893" y="562"/>
                </a:lnTo>
                <a:lnTo>
                  <a:pt x="889" y="566"/>
                </a:lnTo>
                <a:lnTo>
                  <a:pt x="888" y="570"/>
                </a:lnTo>
                <a:lnTo>
                  <a:pt x="887" y="574"/>
                </a:lnTo>
                <a:lnTo>
                  <a:pt x="888" y="577"/>
                </a:lnTo>
                <a:lnTo>
                  <a:pt x="888" y="577"/>
                </a:lnTo>
                <a:lnTo>
                  <a:pt x="888" y="581"/>
                </a:lnTo>
                <a:lnTo>
                  <a:pt x="889" y="584"/>
                </a:lnTo>
                <a:lnTo>
                  <a:pt x="892" y="586"/>
                </a:lnTo>
                <a:lnTo>
                  <a:pt x="894" y="587"/>
                </a:lnTo>
                <a:lnTo>
                  <a:pt x="899" y="587"/>
                </a:lnTo>
                <a:lnTo>
                  <a:pt x="906" y="587"/>
                </a:lnTo>
                <a:lnTo>
                  <a:pt x="911" y="587"/>
                </a:lnTo>
                <a:lnTo>
                  <a:pt x="916" y="586"/>
                </a:lnTo>
                <a:lnTo>
                  <a:pt x="919" y="589"/>
                </a:lnTo>
                <a:lnTo>
                  <a:pt x="921" y="590"/>
                </a:lnTo>
                <a:lnTo>
                  <a:pt x="921" y="592"/>
                </a:lnTo>
                <a:lnTo>
                  <a:pt x="921" y="592"/>
                </a:lnTo>
                <a:lnTo>
                  <a:pt x="919" y="599"/>
                </a:lnTo>
                <a:lnTo>
                  <a:pt x="918" y="606"/>
                </a:lnTo>
                <a:lnTo>
                  <a:pt x="911" y="624"/>
                </a:lnTo>
                <a:lnTo>
                  <a:pt x="902" y="644"/>
                </a:lnTo>
                <a:lnTo>
                  <a:pt x="902" y="644"/>
                </a:lnTo>
                <a:lnTo>
                  <a:pt x="907" y="646"/>
                </a:lnTo>
                <a:lnTo>
                  <a:pt x="911" y="650"/>
                </a:lnTo>
                <a:lnTo>
                  <a:pt x="912" y="655"/>
                </a:lnTo>
                <a:lnTo>
                  <a:pt x="913" y="660"/>
                </a:lnTo>
                <a:lnTo>
                  <a:pt x="912" y="666"/>
                </a:lnTo>
                <a:lnTo>
                  <a:pt x="911" y="673"/>
                </a:lnTo>
                <a:lnTo>
                  <a:pt x="907" y="678"/>
                </a:lnTo>
                <a:lnTo>
                  <a:pt x="902" y="684"/>
                </a:lnTo>
                <a:lnTo>
                  <a:pt x="902" y="684"/>
                </a:lnTo>
                <a:lnTo>
                  <a:pt x="897" y="690"/>
                </a:lnTo>
                <a:lnTo>
                  <a:pt x="894" y="698"/>
                </a:lnTo>
                <a:lnTo>
                  <a:pt x="892" y="705"/>
                </a:lnTo>
                <a:lnTo>
                  <a:pt x="891" y="715"/>
                </a:lnTo>
                <a:lnTo>
                  <a:pt x="891" y="724"/>
                </a:lnTo>
                <a:lnTo>
                  <a:pt x="892" y="731"/>
                </a:lnTo>
                <a:lnTo>
                  <a:pt x="894" y="739"/>
                </a:lnTo>
                <a:lnTo>
                  <a:pt x="898" y="745"/>
                </a:lnTo>
                <a:lnTo>
                  <a:pt x="898" y="745"/>
                </a:lnTo>
                <a:lnTo>
                  <a:pt x="902" y="753"/>
                </a:lnTo>
                <a:lnTo>
                  <a:pt x="904" y="764"/>
                </a:lnTo>
                <a:lnTo>
                  <a:pt x="906" y="778"/>
                </a:lnTo>
                <a:lnTo>
                  <a:pt x="906" y="791"/>
                </a:lnTo>
                <a:lnTo>
                  <a:pt x="903" y="806"/>
                </a:lnTo>
                <a:lnTo>
                  <a:pt x="901" y="814"/>
                </a:lnTo>
                <a:lnTo>
                  <a:pt x="898" y="820"/>
                </a:lnTo>
                <a:lnTo>
                  <a:pt x="896" y="826"/>
                </a:lnTo>
                <a:lnTo>
                  <a:pt x="891" y="831"/>
                </a:lnTo>
                <a:lnTo>
                  <a:pt x="886" y="836"/>
                </a:lnTo>
                <a:lnTo>
                  <a:pt x="881" y="840"/>
                </a:lnTo>
                <a:lnTo>
                  <a:pt x="881" y="840"/>
                </a:lnTo>
                <a:lnTo>
                  <a:pt x="872" y="844"/>
                </a:lnTo>
                <a:lnTo>
                  <a:pt x="862" y="846"/>
                </a:lnTo>
                <a:lnTo>
                  <a:pt x="849" y="848"/>
                </a:lnTo>
                <a:lnTo>
                  <a:pt x="833" y="849"/>
                </a:lnTo>
                <a:lnTo>
                  <a:pt x="799" y="851"/>
                </a:lnTo>
                <a:lnTo>
                  <a:pt x="760" y="851"/>
                </a:lnTo>
                <a:lnTo>
                  <a:pt x="684" y="850"/>
                </a:lnTo>
                <a:lnTo>
                  <a:pt x="654" y="850"/>
                </a:lnTo>
                <a:lnTo>
                  <a:pt x="632" y="851"/>
                </a:lnTo>
                <a:lnTo>
                  <a:pt x="632" y="851"/>
                </a:lnTo>
                <a:lnTo>
                  <a:pt x="628" y="853"/>
                </a:lnTo>
                <a:lnTo>
                  <a:pt x="623" y="854"/>
                </a:lnTo>
                <a:lnTo>
                  <a:pt x="614" y="859"/>
                </a:lnTo>
                <a:lnTo>
                  <a:pt x="605" y="868"/>
                </a:lnTo>
                <a:lnTo>
                  <a:pt x="596" y="880"/>
                </a:lnTo>
                <a:lnTo>
                  <a:pt x="588" y="894"/>
                </a:lnTo>
                <a:lnTo>
                  <a:pt x="578" y="911"/>
                </a:lnTo>
                <a:lnTo>
                  <a:pt x="569" y="933"/>
                </a:lnTo>
                <a:lnTo>
                  <a:pt x="559" y="955"/>
                </a:lnTo>
                <a:lnTo>
                  <a:pt x="550" y="980"/>
                </a:lnTo>
                <a:lnTo>
                  <a:pt x="541" y="1008"/>
                </a:lnTo>
                <a:lnTo>
                  <a:pt x="533" y="1038"/>
                </a:lnTo>
                <a:lnTo>
                  <a:pt x="524" y="1070"/>
                </a:lnTo>
                <a:lnTo>
                  <a:pt x="515" y="1105"/>
                </a:lnTo>
                <a:lnTo>
                  <a:pt x="508" y="1142"/>
                </a:lnTo>
                <a:lnTo>
                  <a:pt x="500" y="1180"/>
                </a:lnTo>
                <a:lnTo>
                  <a:pt x="493" y="1220"/>
                </a:lnTo>
                <a:lnTo>
                  <a:pt x="493" y="1220"/>
                </a:lnTo>
                <a:lnTo>
                  <a:pt x="488" y="1261"/>
                </a:lnTo>
                <a:lnTo>
                  <a:pt x="485" y="1297"/>
                </a:lnTo>
                <a:lnTo>
                  <a:pt x="486" y="1331"/>
                </a:lnTo>
                <a:lnTo>
                  <a:pt x="489" y="1363"/>
                </a:lnTo>
                <a:lnTo>
                  <a:pt x="494" y="1391"/>
                </a:lnTo>
                <a:lnTo>
                  <a:pt x="500" y="1417"/>
                </a:lnTo>
                <a:lnTo>
                  <a:pt x="508" y="1441"/>
                </a:lnTo>
                <a:lnTo>
                  <a:pt x="515" y="1462"/>
                </a:lnTo>
                <a:lnTo>
                  <a:pt x="524" y="1479"/>
                </a:lnTo>
                <a:lnTo>
                  <a:pt x="533" y="1496"/>
                </a:lnTo>
                <a:lnTo>
                  <a:pt x="541" y="1508"/>
                </a:lnTo>
                <a:lnTo>
                  <a:pt x="549" y="1519"/>
                </a:lnTo>
                <a:lnTo>
                  <a:pt x="561" y="1533"/>
                </a:lnTo>
                <a:lnTo>
                  <a:pt x="566" y="1538"/>
                </a:lnTo>
                <a:lnTo>
                  <a:pt x="566" y="1538"/>
                </a:lnTo>
                <a:lnTo>
                  <a:pt x="548" y="1541"/>
                </a:lnTo>
                <a:lnTo>
                  <a:pt x="530" y="1541"/>
                </a:lnTo>
                <a:lnTo>
                  <a:pt x="514" y="1539"/>
                </a:lnTo>
                <a:lnTo>
                  <a:pt x="498" y="1536"/>
                </a:lnTo>
                <a:lnTo>
                  <a:pt x="483" y="1529"/>
                </a:lnTo>
                <a:lnTo>
                  <a:pt x="469" y="1522"/>
                </a:lnTo>
                <a:lnTo>
                  <a:pt x="455" y="1513"/>
                </a:lnTo>
                <a:lnTo>
                  <a:pt x="443" y="1502"/>
                </a:lnTo>
                <a:lnTo>
                  <a:pt x="430" y="1489"/>
                </a:lnTo>
                <a:lnTo>
                  <a:pt x="419" y="1476"/>
                </a:lnTo>
                <a:lnTo>
                  <a:pt x="409" y="1461"/>
                </a:lnTo>
                <a:lnTo>
                  <a:pt x="398" y="1444"/>
                </a:lnTo>
                <a:lnTo>
                  <a:pt x="389" y="1427"/>
                </a:lnTo>
                <a:lnTo>
                  <a:pt x="379" y="1408"/>
                </a:lnTo>
                <a:lnTo>
                  <a:pt x="361" y="1369"/>
                </a:lnTo>
                <a:lnTo>
                  <a:pt x="361" y="1369"/>
                </a:lnTo>
                <a:lnTo>
                  <a:pt x="346" y="1364"/>
                </a:lnTo>
                <a:lnTo>
                  <a:pt x="331" y="1356"/>
                </a:lnTo>
                <a:lnTo>
                  <a:pt x="315" y="1346"/>
                </a:lnTo>
                <a:lnTo>
                  <a:pt x="300" y="1332"/>
                </a:lnTo>
                <a:lnTo>
                  <a:pt x="285" y="1316"/>
                </a:lnTo>
                <a:lnTo>
                  <a:pt x="271" y="1294"/>
                </a:lnTo>
                <a:lnTo>
                  <a:pt x="265" y="1283"/>
                </a:lnTo>
                <a:lnTo>
                  <a:pt x="259" y="1271"/>
                </a:lnTo>
                <a:lnTo>
                  <a:pt x="254" y="1257"/>
                </a:lnTo>
                <a:lnTo>
                  <a:pt x="249" y="1242"/>
                </a:lnTo>
                <a:lnTo>
                  <a:pt x="249" y="1242"/>
                </a:lnTo>
                <a:lnTo>
                  <a:pt x="240" y="1222"/>
                </a:lnTo>
                <a:lnTo>
                  <a:pt x="232" y="1204"/>
                </a:lnTo>
                <a:lnTo>
                  <a:pt x="224" y="1189"/>
                </a:lnTo>
                <a:lnTo>
                  <a:pt x="216" y="1177"/>
                </a:lnTo>
                <a:lnTo>
                  <a:pt x="207" y="1168"/>
                </a:lnTo>
                <a:lnTo>
                  <a:pt x="199" y="1160"/>
                </a:lnTo>
                <a:lnTo>
                  <a:pt x="191" y="1155"/>
                </a:lnTo>
                <a:lnTo>
                  <a:pt x="184" y="1152"/>
                </a:lnTo>
                <a:lnTo>
                  <a:pt x="176" y="1149"/>
                </a:lnTo>
                <a:lnTo>
                  <a:pt x="170" y="1148"/>
                </a:lnTo>
                <a:lnTo>
                  <a:pt x="160" y="1148"/>
                </a:lnTo>
                <a:lnTo>
                  <a:pt x="152" y="1150"/>
                </a:lnTo>
                <a:lnTo>
                  <a:pt x="150" y="1150"/>
                </a:lnTo>
                <a:lnTo>
                  <a:pt x="106" y="1150"/>
                </a:lnTo>
                <a:lnTo>
                  <a:pt x="150" y="1002"/>
                </a:lnTo>
                <a:lnTo>
                  <a:pt x="68" y="1133"/>
                </a:lnTo>
                <a:lnTo>
                  <a:pt x="68" y="1133"/>
                </a:lnTo>
                <a:lnTo>
                  <a:pt x="55" y="1122"/>
                </a:lnTo>
                <a:lnTo>
                  <a:pt x="41" y="1110"/>
                </a:lnTo>
                <a:lnTo>
                  <a:pt x="30" y="1098"/>
                </a:lnTo>
                <a:lnTo>
                  <a:pt x="20" y="1087"/>
                </a:lnTo>
                <a:lnTo>
                  <a:pt x="5" y="1068"/>
                </a:lnTo>
                <a:lnTo>
                  <a:pt x="0" y="1059"/>
                </a:lnTo>
                <a:lnTo>
                  <a:pt x="0" y="1059"/>
                </a:lnTo>
                <a:lnTo>
                  <a:pt x="12" y="1045"/>
                </a:lnTo>
                <a:lnTo>
                  <a:pt x="23" y="1032"/>
                </a:lnTo>
                <a:lnTo>
                  <a:pt x="33" y="1018"/>
                </a:lnTo>
                <a:lnTo>
                  <a:pt x="43" y="1004"/>
                </a:lnTo>
                <a:lnTo>
                  <a:pt x="52" y="990"/>
                </a:lnTo>
                <a:lnTo>
                  <a:pt x="60" y="975"/>
                </a:lnTo>
                <a:lnTo>
                  <a:pt x="66" y="962"/>
                </a:lnTo>
                <a:lnTo>
                  <a:pt x="72" y="948"/>
                </a:lnTo>
                <a:lnTo>
                  <a:pt x="82" y="919"/>
                </a:lnTo>
                <a:lnTo>
                  <a:pt x="88" y="891"/>
                </a:lnTo>
                <a:lnTo>
                  <a:pt x="93" y="863"/>
                </a:lnTo>
                <a:lnTo>
                  <a:pt x="95" y="834"/>
                </a:lnTo>
                <a:lnTo>
                  <a:pt x="95" y="805"/>
                </a:lnTo>
                <a:lnTo>
                  <a:pt x="93" y="778"/>
                </a:lnTo>
                <a:lnTo>
                  <a:pt x="90" y="749"/>
                </a:lnTo>
                <a:lnTo>
                  <a:pt x="85" y="720"/>
                </a:lnTo>
                <a:lnTo>
                  <a:pt x="78" y="693"/>
                </a:lnTo>
                <a:lnTo>
                  <a:pt x="71" y="664"/>
                </a:lnTo>
                <a:lnTo>
                  <a:pt x="55" y="607"/>
                </a:lnTo>
                <a:lnTo>
                  <a:pt x="38" y="552"/>
                </a:lnTo>
                <a:lnTo>
                  <a:pt x="23" y="497"/>
                </a:lnTo>
                <a:lnTo>
                  <a:pt x="16" y="470"/>
                </a:lnTo>
                <a:lnTo>
                  <a:pt x="11" y="444"/>
                </a:lnTo>
                <a:lnTo>
                  <a:pt x="7" y="417"/>
                </a:lnTo>
                <a:lnTo>
                  <a:pt x="5" y="391"/>
                </a:lnTo>
                <a:lnTo>
                  <a:pt x="3" y="365"/>
                </a:lnTo>
                <a:lnTo>
                  <a:pt x="5" y="340"/>
                </a:lnTo>
                <a:lnTo>
                  <a:pt x="8" y="315"/>
                </a:lnTo>
                <a:lnTo>
                  <a:pt x="15" y="290"/>
                </a:lnTo>
                <a:lnTo>
                  <a:pt x="23" y="265"/>
                </a:lnTo>
                <a:lnTo>
                  <a:pt x="28" y="252"/>
                </a:lnTo>
                <a:lnTo>
                  <a:pt x="35" y="241"/>
                </a:lnTo>
                <a:lnTo>
                  <a:pt x="42" y="228"/>
                </a:lnTo>
                <a:lnTo>
                  <a:pt x="51" y="217"/>
                </a:lnTo>
                <a:lnTo>
                  <a:pt x="60" y="206"/>
                </a:lnTo>
                <a:lnTo>
                  <a:pt x="68" y="193"/>
                </a:lnTo>
                <a:lnTo>
                  <a:pt x="68" y="193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20" name="Group 72">
            <a:extLst>
              <a:ext uri="{FF2B5EF4-FFF2-40B4-BE49-F238E27FC236}">
                <a16:creationId xmlns:a16="http://schemas.microsoft.com/office/drawing/2014/main" id="{A96806F7-0E6A-4D5A-98DC-69C0EF189C74}"/>
              </a:ext>
            </a:extLst>
          </p:cNvPr>
          <p:cNvGrpSpPr/>
          <p:nvPr/>
        </p:nvGrpSpPr>
        <p:grpSpPr>
          <a:xfrm>
            <a:off x="1999643" y="2811802"/>
            <a:ext cx="820710" cy="825238"/>
            <a:chOff x="5009830" y="3762422"/>
            <a:chExt cx="449901" cy="451357"/>
          </a:xfrm>
          <a:solidFill>
            <a:schemeClr val="bg1"/>
          </a:solidFill>
        </p:grpSpPr>
        <p:sp>
          <p:nvSpPr>
            <p:cNvPr id="35" name="Freeform 467">
              <a:extLst>
                <a:ext uri="{FF2B5EF4-FFF2-40B4-BE49-F238E27FC236}">
                  <a16:creationId xmlns:a16="http://schemas.microsoft.com/office/drawing/2014/main" id="{DACE82F7-58A5-43E6-8EFE-D1343A92BA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9830" y="3762422"/>
              <a:ext cx="449901" cy="451357"/>
            </a:xfrm>
            <a:custGeom>
              <a:avLst/>
              <a:gdLst>
                <a:gd name="T0" fmla="*/ 390 w 928"/>
                <a:gd name="T1" fmla="*/ 764 h 928"/>
                <a:gd name="T2" fmla="*/ 408 w 928"/>
                <a:gd name="T3" fmla="*/ 878 h 928"/>
                <a:gd name="T4" fmla="*/ 503 w 928"/>
                <a:gd name="T5" fmla="*/ 889 h 928"/>
                <a:gd name="T6" fmla="*/ 522 w 928"/>
                <a:gd name="T7" fmla="*/ 873 h 928"/>
                <a:gd name="T8" fmla="*/ 559 w 928"/>
                <a:gd name="T9" fmla="*/ 758 h 928"/>
                <a:gd name="T10" fmla="*/ 648 w 928"/>
                <a:gd name="T11" fmla="*/ 731 h 928"/>
                <a:gd name="T12" fmla="*/ 730 w 928"/>
                <a:gd name="T13" fmla="*/ 796 h 928"/>
                <a:gd name="T14" fmla="*/ 797 w 928"/>
                <a:gd name="T15" fmla="*/ 724 h 928"/>
                <a:gd name="T16" fmla="*/ 725 w 928"/>
                <a:gd name="T17" fmla="*/ 637 h 928"/>
                <a:gd name="T18" fmla="*/ 766 w 928"/>
                <a:gd name="T19" fmla="*/ 531 h 928"/>
                <a:gd name="T20" fmla="*/ 880 w 928"/>
                <a:gd name="T21" fmla="*/ 519 h 928"/>
                <a:gd name="T22" fmla="*/ 887 w 928"/>
                <a:gd name="T23" fmla="*/ 423 h 928"/>
                <a:gd name="T24" fmla="*/ 869 w 928"/>
                <a:gd name="T25" fmla="*/ 407 h 928"/>
                <a:gd name="T26" fmla="*/ 749 w 928"/>
                <a:gd name="T27" fmla="*/ 346 h 928"/>
                <a:gd name="T28" fmla="*/ 791 w 928"/>
                <a:gd name="T29" fmla="*/ 218 h 928"/>
                <a:gd name="T30" fmla="*/ 794 w 928"/>
                <a:gd name="T31" fmla="*/ 193 h 928"/>
                <a:gd name="T32" fmla="*/ 719 w 928"/>
                <a:gd name="T33" fmla="*/ 132 h 928"/>
                <a:gd name="T34" fmla="*/ 630 w 928"/>
                <a:gd name="T35" fmla="*/ 204 h 928"/>
                <a:gd name="T36" fmla="*/ 526 w 928"/>
                <a:gd name="T37" fmla="*/ 157 h 928"/>
                <a:gd name="T38" fmla="*/ 516 w 928"/>
                <a:gd name="T39" fmla="*/ 45 h 928"/>
                <a:gd name="T40" fmla="*/ 418 w 928"/>
                <a:gd name="T41" fmla="*/ 41 h 928"/>
                <a:gd name="T42" fmla="*/ 406 w 928"/>
                <a:gd name="T43" fmla="*/ 146 h 928"/>
                <a:gd name="T44" fmla="*/ 324 w 928"/>
                <a:gd name="T45" fmla="*/ 189 h 928"/>
                <a:gd name="T46" fmla="*/ 215 w 928"/>
                <a:gd name="T47" fmla="*/ 134 h 928"/>
                <a:gd name="T48" fmla="*/ 190 w 928"/>
                <a:gd name="T49" fmla="*/ 137 h 928"/>
                <a:gd name="T50" fmla="*/ 131 w 928"/>
                <a:gd name="T51" fmla="*/ 212 h 928"/>
                <a:gd name="T52" fmla="*/ 200 w 928"/>
                <a:gd name="T53" fmla="*/ 304 h 928"/>
                <a:gd name="T54" fmla="*/ 151 w 928"/>
                <a:gd name="T55" fmla="*/ 405 h 928"/>
                <a:gd name="T56" fmla="*/ 42 w 928"/>
                <a:gd name="T57" fmla="*/ 415 h 928"/>
                <a:gd name="T58" fmla="*/ 42 w 928"/>
                <a:gd name="T59" fmla="*/ 513 h 928"/>
                <a:gd name="T60" fmla="*/ 151 w 928"/>
                <a:gd name="T61" fmla="*/ 523 h 928"/>
                <a:gd name="T62" fmla="*/ 200 w 928"/>
                <a:gd name="T63" fmla="*/ 626 h 928"/>
                <a:gd name="T64" fmla="*/ 131 w 928"/>
                <a:gd name="T65" fmla="*/ 716 h 928"/>
                <a:gd name="T66" fmla="*/ 190 w 928"/>
                <a:gd name="T67" fmla="*/ 793 h 928"/>
                <a:gd name="T68" fmla="*/ 215 w 928"/>
                <a:gd name="T69" fmla="*/ 794 h 928"/>
                <a:gd name="T70" fmla="*/ 503 w 928"/>
                <a:gd name="T71" fmla="*/ 928 h 928"/>
                <a:gd name="T72" fmla="*/ 372 w 928"/>
                <a:gd name="T73" fmla="*/ 892 h 928"/>
                <a:gd name="T74" fmla="*/ 295 w 928"/>
                <a:gd name="T75" fmla="*/ 768 h 928"/>
                <a:gd name="T76" fmla="*/ 182 w 928"/>
                <a:gd name="T77" fmla="*/ 832 h 928"/>
                <a:gd name="T78" fmla="*/ 91 w 928"/>
                <a:gd name="T79" fmla="*/ 724 h 928"/>
                <a:gd name="T80" fmla="*/ 143 w 928"/>
                <a:gd name="T81" fmla="*/ 597 h 928"/>
                <a:gd name="T82" fmla="*/ 18 w 928"/>
                <a:gd name="T83" fmla="*/ 543 h 928"/>
                <a:gd name="T84" fmla="*/ 5 w 928"/>
                <a:gd name="T85" fmla="*/ 404 h 928"/>
                <a:gd name="T86" fmla="*/ 130 w 928"/>
                <a:gd name="T87" fmla="*/ 368 h 928"/>
                <a:gd name="T88" fmla="*/ 95 w 928"/>
                <a:gd name="T89" fmla="*/ 227 h 928"/>
                <a:gd name="T90" fmla="*/ 163 w 928"/>
                <a:gd name="T91" fmla="*/ 110 h 928"/>
                <a:gd name="T92" fmla="*/ 236 w 928"/>
                <a:gd name="T93" fmla="*/ 103 h 928"/>
                <a:gd name="T94" fmla="*/ 367 w 928"/>
                <a:gd name="T95" fmla="*/ 58 h 928"/>
                <a:gd name="T96" fmla="*/ 414 w 928"/>
                <a:gd name="T97" fmla="*/ 2 h 928"/>
                <a:gd name="T98" fmla="*/ 550 w 928"/>
                <a:gd name="T99" fmla="*/ 26 h 928"/>
                <a:gd name="T100" fmla="*/ 614 w 928"/>
                <a:gd name="T101" fmla="*/ 152 h 928"/>
                <a:gd name="T102" fmla="*/ 735 w 928"/>
                <a:gd name="T103" fmla="*/ 94 h 928"/>
                <a:gd name="T104" fmla="*/ 834 w 928"/>
                <a:gd name="T105" fmla="*/ 193 h 928"/>
                <a:gd name="T106" fmla="*/ 776 w 928"/>
                <a:gd name="T107" fmla="*/ 314 h 928"/>
                <a:gd name="T108" fmla="*/ 902 w 928"/>
                <a:gd name="T109" fmla="*/ 378 h 928"/>
                <a:gd name="T110" fmla="*/ 926 w 928"/>
                <a:gd name="T111" fmla="*/ 515 h 928"/>
                <a:gd name="T112" fmla="*/ 869 w 928"/>
                <a:gd name="T113" fmla="*/ 561 h 928"/>
                <a:gd name="T114" fmla="*/ 825 w 928"/>
                <a:gd name="T115" fmla="*/ 692 h 928"/>
                <a:gd name="T116" fmla="*/ 818 w 928"/>
                <a:gd name="T117" fmla="*/ 765 h 928"/>
                <a:gd name="T118" fmla="*/ 702 w 928"/>
                <a:gd name="T119" fmla="*/ 832 h 928"/>
                <a:gd name="T120" fmla="*/ 560 w 928"/>
                <a:gd name="T121" fmla="*/ 798 h 928"/>
                <a:gd name="T122" fmla="*/ 524 w 928"/>
                <a:gd name="T123" fmla="*/ 924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8" h="928">
                  <a:moveTo>
                    <a:pt x="293" y="725"/>
                  </a:moveTo>
                  <a:lnTo>
                    <a:pt x="298" y="726"/>
                  </a:lnTo>
                  <a:lnTo>
                    <a:pt x="303" y="728"/>
                  </a:lnTo>
                  <a:lnTo>
                    <a:pt x="324" y="739"/>
                  </a:lnTo>
                  <a:lnTo>
                    <a:pt x="346" y="749"/>
                  </a:lnTo>
                  <a:lnTo>
                    <a:pt x="367" y="758"/>
                  </a:lnTo>
                  <a:lnTo>
                    <a:pt x="390" y="764"/>
                  </a:lnTo>
                  <a:lnTo>
                    <a:pt x="396" y="767"/>
                  </a:lnTo>
                  <a:lnTo>
                    <a:pt x="402" y="771"/>
                  </a:lnTo>
                  <a:lnTo>
                    <a:pt x="405" y="777"/>
                  </a:lnTo>
                  <a:lnTo>
                    <a:pt x="406" y="783"/>
                  </a:lnTo>
                  <a:lnTo>
                    <a:pt x="406" y="870"/>
                  </a:lnTo>
                  <a:lnTo>
                    <a:pt x="406" y="873"/>
                  </a:lnTo>
                  <a:lnTo>
                    <a:pt x="408" y="878"/>
                  </a:lnTo>
                  <a:lnTo>
                    <a:pt x="409" y="881"/>
                  </a:lnTo>
                  <a:lnTo>
                    <a:pt x="411" y="883"/>
                  </a:lnTo>
                  <a:lnTo>
                    <a:pt x="414" y="886"/>
                  </a:lnTo>
                  <a:lnTo>
                    <a:pt x="418" y="888"/>
                  </a:lnTo>
                  <a:lnTo>
                    <a:pt x="421" y="889"/>
                  </a:lnTo>
                  <a:lnTo>
                    <a:pt x="425" y="889"/>
                  </a:lnTo>
                  <a:lnTo>
                    <a:pt x="503" y="889"/>
                  </a:lnTo>
                  <a:lnTo>
                    <a:pt x="506" y="889"/>
                  </a:lnTo>
                  <a:lnTo>
                    <a:pt x="510" y="888"/>
                  </a:lnTo>
                  <a:lnTo>
                    <a:pt x="513" y="886"/>
                  </a:lnTo>
                  <a:lnTo>
                    <a:pt x="516" y="883"/>
                  </a:lnTo>
                  <a:lnTo>
                    <a:pt x="519" y="881"/>
                  </a:lnTo>
                  <a:lnTo>
                    <a:pt x="520" y="878"/>
                  </a:lnTo>
                  <a:lnTo>
                    <a:pt x="522" y="873"/>
                  </a:lnTo>
                  <a:lnTo>
                    <a:pt x="522" y="870"/>
                  </a:lnTo>
                  <a:lnTo>
                    <a:pt x="522" y="783"/>
                  </a:lnTo>
                  <a:lnTo>
                    <a:pt x="523" y="777"/>
                  </a:lnTo>
                  <a:lnTo>
                    <a:pt x="526" y="771"/>
                  </a:lnTo>
                  <a:lnTo>
                    <a:pt x="530" y="767"/>
                  </a:lnTo>
                  <a:lnTo>
                    <a:pt x="536" y="764"/>
                  </a:lnTo>
                  <a:lnTo>
                    <a:pt x="559" y="758"/>
                  </a:lnTo>
                  <a:lnTo>
                    <a:pt x="582" y="749"/>
                  </a:lnTo>
                  <a:lnTo>
                    <a:pt x="604" y="739"/>
                  </a:lnTo>
                  <a:lnTo>
                    <a:pt x="624" y="728"/>
                  </a:lnTo>
                  <a:lnTo>
                    <a:pt x="631" y="725"/>
                  </a:lnTo>
                  <a:lnTo>
                    <a:pt x="637" y="725"/>
                  </a:lnTo>
                  <a:lnTo>
                    <a:pt x="642" y="726"/>
                  </a:lnTo>
                  <a:lnTo>
                    <a:pt x="648" y="731"/>
                  </a:lnTo>
                  <a:lnTo>
                    <a:pt x="709" y="793"/>
                  </a:lnTo>
                  <a:lnTo>
                    <a:pt x="712" y="794"/>
                  </a:lnTo>
                  <a:lnTo>
                    <a:pt x="716" y="796"/>
                  </a:lnTo>
                  <a:lnTo>
                    <a:pt x="719" y="797"/>
                  </a:lnTo>
                  <a:lnTo>
                    <a:pt x="723" y="797"/>
                  </a:lnTo>
                  <a:lnTo>
                    <a:pt x="726" y="797"/>
                  </a:lnTo>
                  <a:lnTo>
                    <a:pt x="730" y="796"/>
                  </a:lnTo>
                  <a:lnTo>
                    <a:pt x="733" y="794"/>
                  </a:lnTo>
                  <a:lnTo>
                    <a:pt x="736" y="793"/>
                  </a:lnTo>
                  <a:lnTo>
                    <a:pt x="791" y="738"/>
                  </a:lnTo>
                  <a:lnTo>
                    <a:pt x="794" y="735"/>
                  </a:lnTo>
                  <a:lnTo>
                    <a:pt x="795" y="731"/>
                  </a:lnTo>
                  <a:lnTo>
                    <a:pt x="797" y="728"/>
                  </a:lnTo>
                  <a:lnTo>
                    <a:pt x="797" y="724"/>
                  </a:lnTo>
                  <a:lnTo>
                    <a:pt x="797" y="721"/>
                  </a:lnTo>
                  <a:lnTo>
                    <a:pt x="795" y="716"/>
                  </a:lnTo>
                  <a:lnTo>
                    <a:pt x="794" y="713"/>
                  </a:lnTo>
                  <a:lnTo>
                    <a:pt x="791" y="711"/>
                  </a:lnTo>
                  <a:lnTo>
                    <a:pt x="730" y="649"/>
                  </a:lnTo>
                  <a:lnTo>
                    <a:pt x="726" y="643"/>
                  </a:lnTo>
                  <a:lnTo>
                    <a:pt x="725" y="637"/>
                  </a:lnTo>
                  <a:lnTo>
                    <a:pt x="725" y="631"/>
                  </a:lnTo>
                  <a:lnTo>
                    <a:pt x="727" y="626"/>
                  </a:lnTo>
                  <a:lnTo>
                    <a:pt x="739" y="604"/>
                  </a:lnTo>
                  <a:lnTo>
                    <a:pt x="749" y="582"/>
                  </a:lnTo>
                  <a:lnTo>
                    <a:pt x="758" y="561"/>
                  </a:lnTo>
                  <a:lnTo>
                    <a:pt x="763" y="538"/>
                  </a:lnTo>
                  <a:lnTo>
                    <a:pt x="766" y="531"/>
                  </a:lnTo>
                  <a:lnTo>
                    <a:pt x="771" y="526"/>
                  </a:lnTo>
                  <a:lnTo>
                    <a:pt x="776" y="523"/>
                  </a:lnTo>
                  <a:lnTo>
                    <a:pt x="782" y="522"/>
                  </a:lnTo>
                  <a:lnTo>
                    <a:pt x="869" y="522"/>
                  </a:lnTo>
                  <a:lnTo>
                    <a:pt x="873" y="522"/>
                  </a:lnTo>
                  <a:lnTo>
                    <a:pt x="876" y="520"/>
                  </a:lnTo>
                  <a:lnTo>
                    <a:pt x="880" y="519"/>
                  </a:lnTo>
                  <a:lnTo>
                    <a:pt x="883" y="516"/>
                  </a:lnTo>
                  <a:lnTo>
                    <a:pt x="886" y="513"/>
                  </a:lnTo>
                  <a:lnTo>
                    <a:pt x="887" y="510"/>
                  </a:lnTo>
                  <a:lnTo>
                    <a:pt x="887" y="507"/>
                  </a:lnTo>
                  <a:lnTo>
                    <a:pt x="889" y="503"/>
                  </a:lnTo>
                  <a:lnTo>
                    <a:pt x="889" y="425"/>
                  </a:lnTo>
                  <a:lnTo>
                    <a:pt x="887" y="423"/>
                  </a:lnTo>
                  <a:lnTo>
                    <a:pt x="887" y="418"/>
                  </a:lnTo>
                  <a:lnTo>
                    <a:pt x="884" y="415"/>
                  </a:lnTo>
                  <a:lnTo>
                    <a:pt x="883" y="412"/>
                  </a:lnTo>
                  <a:lnTo>
                    <a:pt x="880" y="410"/>
                  </a:lnTo>
                  <a:lnTo>
                    <a:pt x="877" y="408"/>
                  </a:lnTo>
                  <a:lnTo>
                    <a:pt x="873" y="407"/>
                  </a:lnTo>
                  <a:lnTo>
                    <a:pt x="869" y="407"/>
                  </a:lnTo>
                  <a:lnTo>
                    <a:pt x="782" y="407"/>
                  </a:lnTo>
                  <a:lnTo>
                    <a:pt x="776" y="405"/>
                  </a:lnTo>
                  <a:lnTo>
                    <a:pt x="771" y="402"/>
                  </a:lnTo>
                  <a:lnTo>
                    <a:pt x="766" y="398"/>
                  </a:lnTo>
                  <a:lnTo>
                    <a:pt x="763" y="392"/>
                  </a:lnTo>
                  <a:lnTo>
                    <a:pt x="758" y="369"/>
                  </a:lnTo>
                  <a:lnTo>
                    <a:pt x="749" y="346"/>
                  </a:lnTo>
                  <a:lnTo>
                    <a:pt x="739" y="325"/>
                  </a:lnTo>
                  <a:lnTo>
                    <a:pt x="727" y="303"/>
                  </a:lnTo>
                  <a:lnTo>
                    <a:pt x="725" y="297"/>
                  </a:lnTo>
                  <a:lnTo>
                    <a:pt x="725" y="291"/>
                  </a:lnTo>
                  <a:lnTo>
                    <a:pt x="726" y="286"/>
                  </a:lnTo>
                  <a:lnTo>
                    <a:pt x="730" y="280"/>
                  </a:lnTo>
                  <a:lnTo>
                    <a:pt x="791" y="218"/>
                  </a:lnTo>
                  <a:lnTo>
                    <a:pt x="794" y="215"/>
                  </a:lnTo>
                  <a:lnTo>
                    <a:pt x="795" y="212"/>
                  </a:lnTo>
                  <a:lnTo>
                    <a:pt x="797" y="209"/>
                  </a:lnTo>
                  <a:lnTo>
                    <a:pt x="797" y="205"/>
                  </a:lnTo>
                  <a:lnTo>
                    <a:pt x="797" y="201"/>
                  </a:lnTo>
                  <a:lnTo>
                    <a:pt x="795" y="198"/>
                  </a:lnTo>
                  <a:lnTo>
                    <a:pt x="794" y="193"/>
                  </a:lnTo>
                  <a:lnTo>
                    <a:pt x="791" y="191"/>
                  </a:lnTo>
                  <a:lnTo>
                    <a:pt x="736" y="136"/>
                  </a:lnTo>
                  <a:lnTo>
                    <a:pt x="733" y="134"/>
                  </a:lnTo>
                  <a:lnTo>
                    <a:pt x="730" y="133"/>
                  </a:lnTo>
                  <a:lnTo>
                    <a:pt x="726" y="132"/>
                  </a:lnTo>
                  <a:lnTo>
                    <a:pt x="723" y="132"/>
                  </a:lnTo>
                  <a:lnTo>
                    <a:pt x="719" y="132"/>
                  </a:lnTo>
                  <a:lnTo>
                    <a:pt x="716" y="133"/>
                  </a:lnTo>
                  <a:lnTo>
                    <a:pt x="712" y="134"/>
                  </a:lnTo>
                  <a:lnTo>
                    <a:pt x="709" y="136"/>
                  </a:lnTo>
                  <a:lnTo>
                    <a:pt x="648" y="198"/>
                  </a:lnTo>
                  <a:lnTo>
                    <a:pt x="642" y="202"/>
                  </a:lnTo>
                  <a:lnTo>
                    <a:pt x="637" y="204"/>
                  </a:lnTo>
                  <a:lnTo>
                    <a:pt x="630" y="204"/>
                  </a:lnTo>
                  <a:lnTo>
                    <a:pt x="624" y="201"/>
                  </a:lnTo>
                  <a:lnTo>
                    <a:pt x="604" y="189"/>
                  </a:lnTo>
                  <a:lnTo>
                    <a:pt x="582" y="179"/>
                  </a:lnTo>
                  <a:lnTo>
                    <a:pt x="559" y="170"/>
                  </a:lnTo>
                  <a:lnTo>
                    <a:pt x="536" y="165"/>
                  </a:lnTo>
                  <a:lnTo>
                    <a:pt x="530" y="162"/>
                  </a:lnTo>
                  <a:lnTo>
                    <a:pt x="526" y="157"/>
                  </a:lnTo>
                  <a:lnTo>
                    <a:pt x="523" y="152"/>
                  </a:lnTo>
                  <a:lnTo>
                    <a:pt x="522" y="146"/>
                  </a:lnTo>
                  <a:lnTo>
                    <a:pt x="522" y="58"/>
                  </a:lnTo>
                  <a:lnTo>
                    <a:pt x="522" y="55"/>
                  </a:lnTo>
                  <a:lnTo>
                    <a:pt x="520" y="51"/>
                  </a:lnTo>
                  <a:lnTo>
                    <a:pt x="519" y="48"/>
                  </a:lnTo>
                  <a:lnTo>
                    <a:pt x="516" y="45"/>
                  </a:lnTo>
                  <a:lnTo>
                    <a:pt x="513" y="42"/>
                  </a:lnTo>
                  <a:lnTo>
                    <a:pt x="510" y="41"/>
                  </a:lnTo>
                  <a:lnTo>
                    <a:pt x="506" y="39"/>
                  </a:lnTo>
                  <a:lnTo>
                    <a:pt x="503" y="39"/>
                  </a:lnTo>
                  <a:lnTo>
                    <a:pt x="425" y="39"/>
                  </a:lnTo>
                  <a:lnTo>
                    <a:pt x="421" y="39"/>
                  </a:lnTo>
                  <a:lnTo>
                    <a:pt x="418" y="41"/>
                  </a:lnTo>
                  <a:lnTo>
                    <a:pt x="414" y="42"/>
                  </a:lnTo>
                  <a:lnTo>
                    <a:pt x="411" y="45"/>
                  </a:lnTo>
                  <a:lnTo>
                    <a:pt x="409" y="48"/>
                  </a:lnTo>
                  <a:lnTo>
                    <a:pt x="408" y="51"/>
                  </a:lnTo>
                  <a:lnTo>
                    <a:pt x="406" y="55"/>
                  </a:lnTo>
                  <a:lnTo>
                    <a:pt x="406" y="58"/>
                  </a:lnTo>
                  <a:lnTo>
                    <a:pt x="406" y="146"/>
                  </a:lnTo>
                  <a:lnTo>
                    <a:pt x="405" y="152"/>
                  </a:lnTo>
                  <a:lnTo>
                    <a:pt x="402" y="157"/>
                  </a:lnTo>
                  <a:lnTo>
                    <a:pt x="396" y="162"/>
                  </a:lnTo>
                  <a:lnTo>
                    <a:pt x="390" y="165"/>
                  </a:lnTo>
                  <a:lnTo>
                    <a:pt x="367" y="170"/>
                  </a:lnTo>
                  <a:lnTo>
                    <a:pt x="346" y="179"/>
                  </a:lnTo>
                  <a:lnTo>
                    <a:pt x="324" y="189"/>
                  </a:lnTo>
                  <a:lnTo>
                    <a:pt x="303" y="201"/>
                  </a:lnTo>
                  <a:lnTo>
                    <a:pt x="297" y="204"/>
                  </a:lnTo>
                  <a:lnTo>
                    <a:pt x="291" y="204"/>
                  </a:lnTo>
                  <a:lnTo>
                    <a:pt x="284" y="202"/>
                  </a:lnTo>
                  <a:lnTo>
                    <a:pt x="280" y="198"/>
                  </a:lnTo>
                  <a:lnTo>
                    <a:pt x="218" y="137"/>
                  </a:lnTo>
                  <a:lnTo>
                    <a:pt x="215" y="134"/>
                  </a:lnTo>
                  <a:lnTo>
                    <a:pt x="212" y="133"/>
                  </a:lnTo>
                  <a:lnTo>
                    <a:pt x="208" y="132"/>
                  </a:lnTo>
                  <a:lnTo>
                    <a:pt x="205" y="132"/>
                  </a:lnTo>
                  <a:lnTo>
                    <a:pt x="200" y="132"/>
                  </a:lnTo>
                  <a:lnTo>
                    <a:pt x="196" y="133"/>
                  </a:lnTo>
                  <a:lnTo>
                    <a:pt x="193" y="134"/>
                  </a:lnTo>
                  <a:lnTo>
                    <a:pt x="190" y="137"/>
                  </a:lnTo>
                  <a:lnTo>
                    <a:pt x="136" y="191"/>
                  </a:lnTo>
                  <a:lnTo>
                    <a:pt x="133" y="195"/>
                  </a:lnTo>
                  <a:lnTo>
                    <a:pt x="131" y="198"/>
                  </a:lnTo>
                  <a:lnTo>
                    <a:pt x="131" y="201"/>
                  </a:lnTo>
                  <a:lnTo>
                    <a:pt x="130" y="205"/>
                  </a:lnTo>
                  <a:lnTo>
                    <a:pt x="131" y="208"/>
                  </a:lnTo>
                  <a:lnTo>
                    <a:pt x="131" y="212"/>
                  </a:lnTo>
                  <a:lnTo>
                    <a:pt x="133" y="215"/>
                  </a:lnTo>
                  <a:lnTo>
                    <a:pt x="136" y="218"/>
                  </a:lnTo>
                  <a:lnTo>
                    <a:pt x="198" y="280"/>
                  </a:lnTo>
                  <a:lnTo>
                    <a:pt x="200" y="286"/>
                  </a:lnTo>
                  <a:lnTo>
                    <a:pt x="203" y="291"/>
                  </a:lnTo>
                  <a:lnTo>
                    <a:pt x="202" y="297"/>
                  </a:lnTo>
                  <a:lnTo>
                    <a:pt x="200" y="304"/>
                  </a:lnTo>
                  <a:lnTo>
                    <a:pt x="189" y="325"/>
                  </a:lnTo>
                  <a:lnTo>
                    <a:pt x="179" y="346"/>
                  </a:lnTo>
                  <a:lnTo>
                    <a:pt x="170" y="369"/>
                  </a:lnTo>
                  <a:lnTo>
                    <a:pt x="163" y="392"/>
                  </a:lnTo>
                  <a:lnTo>
                    <a:pt x="162" y="398"/>
                  </a:lnTo>
                  <a:lnTo>
                    <a:pt x="157" y="402"/>
                  </a:lnTo>
                  <a:lnTo>
                    <a:pt x="151" y="405"/>
                  </a:lnTo>
                  <a:lnTo>
                    <a:pt x="144" y="407"/>
                  </a:lnTo>
                  <a:lnTo>
                    <a:pt x="58" y="407"/>
                  </a:lnTo>
                  <a:lnTo>
                    <a:pt x="54" y="407"/>
                  </a:lnTo>
                  <a:lnTo>
                    <a:pt x="51" y="408"/>
                  </a:lnTo>
                  <a:lnTo>
                    <a:pt x="48" y="410"/>
                  </a:lnTo>
                  <a:lnTo>
                    <a:pt x="45" y="412"/>
                  </a:lnTo>
                  <a:lnTo>
                    <a:pt x="42" y="415"/>
                  </a:lnTo>
                  <a:lnTo>
                    <a:pt x="41" y="418"/>
                  </a:lnTo>
                  <a:lnTo>
                    <a:pt x="39" y="423"/>
                  </a:lnTo>
                  <a:lnTo>
                    <a:pt x="39" y="425"/>
                  </a:lnTo>
                  <a:lnTo>
                    <a:pt x="39" y="503"/>
                  </a:lnTo>
                  <a:lnTo>
                    <a:pt x="39" y="507"/>
                  </a:lnTo>
                  <a:lnTo>
                    <a:pt x="41" y="510"/>
                  </a:lnTo>
                  <a:lnTo>
                    <a:pt x="42" y="513"/>
                  </a:lnTo>
                  <a:lnTo>
                    <a:pt x="45" y="516"/>
                  </a:lnTo>
                  <a:lnTo>
                    <a:pt x="48" y="519"/>
                  </a:lnTo>
                  <a:lnTo>
                    <a:pt x="51" y="520"/>
                  </a:lnTo>
                  <a:lnTo>
                    <a:pt x="54" y="522"/>
                  </a:lnTo>
                  <a:lnTo>
                    <a:pt x="58" y="522"/>
                  </a:lnTo>
                  <a:lnTo>
                    <a:pt x="144" y="522"/>
                  </a:lnTo>
                  <a:lnTo>
                    <a:pt x="151" y="523"/>
                  </a:lnTo>
                  <a:lnTo>
                    <a:pt x="157" y="526"/>
                  </a:lnTo>
                  <a:lnTo>
                    <a:pt x="162" y="531"/>
                  </a:lnTo>
                  <a:lnTo>
                    <a:pt x="163" y="538"/>
                  </a:lnTo>
                  <a:lnTo>
                    <a:pt x="170" y="561"/>
                  </a:lnTo>
                  <a:lnTo>
                    <a:pt x="179" y="582"/>
                  </a:lnTo>
                  <a:lnTo>
                    <a:pt x="189" y="604"/>
                  </a:lnTo>
                  <a:lnTo>
                    <a:pt x="200" y="626"/>
                  </a:lnTo>
                  <a:lnTo>
                    <a:pt x="202" y="631"/>
                  </a:lnTo>
                  <a:lnTo>
                    <a:pt x="203" y="637"/>
                  </a:lnTo>
                  <a:lnTo>
                    <a:pt x="200" y="643"/>
                  </a:lnTo>
                  <a:lnTo>
                    <a:pt x="198" y="649"/>
                  </a:lnTo>
                  <a:lnTo>
                    <a:pt x="136" y="711"/>
                  </a:lnTo>
                  <a:lnTo>
                    <a:pt x="134" y="713"/>
                  </a:lnTo>
                  <a:lnTo>
                    <a:pt x="131" y="716"/>
                  </a:lnTo>
                  <a:lnTo>
                    <a:pt x="131" y="721"/>
                  </a:lnTo>
                  <a:lnTo>
                    <a:pt x="130" y="724"/>
                  </a:lnTo>
                  <a:lnTo>
                    <a:pt x="131" y="728"/>
                  </a:lnTo>
                  <a:lnTo>
                    <a:pt x="131" y="731"/>
                  </a:lnTo>
                  <a:lnTo>
                    <a:pt x="134" y="735"/>
                  </a:lnTo>
                  <a:lnTo>
                    <a:pt x="136" y="738"/>
                  </a:lnTo>
                  <a:lnTo>
                    <a:pt x="190" y="793"/>
                  </a:lnTo>
                  <a:lnTo>
                    <a:pt x="193" y="794"/>
                  </a:lnTo>
                  <a:lnTo>
                    <a:pt x="196" y="796"/>
                  </a:lnTo>
                  <a:lnTo>
                    <a:pt x="200" y="797"/>
                  </a:lnTo>
                  <a:lnTo>
                    <a:pt x="205" y="797"/>
                  </a:lnTo>
                  <a:lnTo>
                    <a:pt x="208" y="797"/>
                  </a:lnTo>
                  <a:lnTo>
                    <a:pt x="212" y="796"/>
                  </a:lnTo>
                  <a:lnTo>
                    <a:pt x="215" y="794"/>
                  </a:lnTo>
                  <a:lnTo>
                    <a:pt x="218" y="793"/>
                  </a:lnTo>
                  <a:lnTo>
                    <a:pt x="280" y="731"/>
                  </a:lnTo>
                  <a:lnTo>
                    <a:pt x="282" y="728"/>
                  </a:lnTo>
                  <a:lnTo>
                    <a:pt x="285" y="726"/>
                  </a:lnTo>
                  <a:lnTo>
                    <a:pt x="290" y="725"/>
                  </a:lnTo>
                  <a:lnTo>
                    <a:pt x="293" y="725"/>
                  </a:lnTo>
                  <a:close/>
                  <a:moveTo>
                    <a:pt x="503" y="928"/>
                  </a:moveTo>
                  <a:lnTo>
                    <a:pt x="425" y="928"/>
                  </a:lnTo>
                  <a:lnTo>
                    <a:pt x="414" y="927"/>
                  </a:lnTo>
                  <a:lnTo>
                    <a:pt x="402" y="924"/>
                  </a:lnTo>
                  <a:lnTo>
                    <a:pt x="392" y="918"/>
                  </a:lnTo>
                  <a:lnTo>
                    <a:pt x="383" y="911"/>
                  </a:lnTo>
                  <a:lnTo>
                    <a:pt x="378" y="902"/>
                  </a:lnTo>
                  <a:lnTo>
                    <a:pt x="372" y="892"/>
                  </a:lnTo>
                  <a:lnTo>
                    <a:pt x="369" y="882"/>
                  </a:lnTo>
                  <a:lnTo>
                    <a:pt x="367" y="870"/>
                  </a:lnTo>
                  <a:lnTo>
                    <a:pt x="367" y="798"/>
                  </a:lnTo>
                  <a:lnTo>
                    <a:pt x="349" y="793"/>
                  </a:lnTo>
                  <a:lnTo>
                    <a:pt x="330" y="785"/>
                  </a:lnTo>
                  <a:lnTo>
                    <a:pt x="313" y="777"/>
                  </a:lnTo>
                  <a:lnTo>
                    <a:pt x="295" y="768"/>
                  </a:lnTo>
                  <a:lnTo>
                    <a:pt x="245" y="820"/>
                  </a:lnTo>
                  <a:lnTo>
                    <a:pt x="236" y="827"/>
                  </a:lnTo>
                  <a:lnTo>
                    <a:pt x="226" y="832"/>
                  </a:lnTo>
                  <a:lnTo>
                    <a:pt x="215" y="834"/>
                  </a:lnTo>
                  <a:lnTo>
                    <a:pt x="205" y="836"/>
                  </a:lnTo>
                  <a:lnTo>
                    <a:pt x="193" y="834"/>
                  </a:lnTo>
                  <a:lnTo>
                    <a:pt x="182" y="832"/>
                  </a:lnTo>
                  <a:lnTo>
                    <a:pt x="172" y="827"/>
                  </a:lnTo>
                  <a:lnTo>
                    <a:pt x="163" y="820"/>
                  </a:lnTo>
                  <a:lnTo>
                    <a:pt x="108" y="765"/>
                  </a:lnTo>
                  <a:lnTo>
                    <a:pt x="101" y="757"/>
                  </a:lnTo>
                  <a:lnTo>
                    <a:pt x="95" y="747"/>
                  </a:lnTo>
                  <a:lnTo>
                    <a:pt x="92" y="735"/>
                  </a:lnTo>
                  <a:lnTo>
                    <a:pt x="91" y="724"/>
                  </a:lnTo>
                  <a:lnTo>
                    <a:pt x="92" y="712"/>
                  </a:lnTo>
                  <a:lnTo>
                    <a:pt x="95" y="702"/>
                  </a:lnTo>
                  <a:lnTo>
                    <a:pt x="101" y="692"/>
                  </a:lnTo>
                  <a:lnTo>
                    <a:pt x="108" y="683"/>
                  </a:lnTo>
                  <a:lnTo>
                    <a:pt x="160" y="631"/>
                  </a:lnTo>
                  <a:lnTo>
                    <a:pt x="150" y="616"/>
                  </a:lnTo>
                  <a:lnTo>
                    <a:pt x="143" y="597"/>
                  </a:lnTo>
                  <a:lnTo>
                    <a:pt x="136" y="580"/>
                  </a:lnTo>
                  <a:lnTo>
                    <a:pt x="130" y="561"/>
                  </a:lnTo>
                  <a:lnTo>
                    <a:pt x="58" y="561"/>
                  </a:lnTo>
                  <a:lnTo>
                    <a:pt x="46" y="559"/>
                  </a:lnTo>
                  <a:lnTo>
                    <a:pt x="36" y="556"/>
                  </a:lnTo>
                  <a:lnTo>
                    <a:pt x="26" y="551"/>
                  </a:lnTo>
                  <a:lnTo>
                    <a:pt x="18" y="543"/>
                  </a:lnTo>
                  <a:lnTo>
                    <a:pt x="10" y="535"/>
                  </a:lnTo>
                  <a:lnTo>
                    <a:pt x="5" y="526"/>
                  </a:lnTo>
                  <a:lnTo>
                    <a:pt x="2" y="515"/>
                  </a:lnTo>
                  <a:lnTo>
                    <a:pt x="0" y="503"/>
                  </a:lnTo>
                  <a:lnTo>
                    <a:pt x="0" y="425"/>
                  </a:lnTo>
                  <a:lnTo>
                    <a:pt x="2" y="414"/>
                  </a:lnTo>
                  <a:lnTo>
                    <a:pt x="5" y="404"/>
                  </a:lnTo>
                  <a:lnTo>
                    <a:pt x="10" y="394"/>
                  </a:lnTo>
                  <a:lnTo>
                    <a:pt x="18" y="385"/>
                  </a:lnTo>
                  <a:lnTo>
                    <a:pt x="26" y="378"/>
                  </a:lnTo>
                  <a:lnTo>
                    <a:pt x="36" y="372"/>
                  </a:lnTo>
                  <a:lnTo>
                    <a:pt x="46" y="369"/>
                  </a:lnTo>
                  <a:lnTo>
                    <a:pt x="58" y="368"/>
                  </a:lnTo>
                  <a:lnTo>
                    <a:pt x="130" y="368"/>
                  </a:lnTo>
                  <a:lnTo>
                    <a:pt x="136" y="349"/>
                  </a:lnTo>
                  <a:lnTo>
                    <a:pt x="143" y="332"/>
                  </a:lnTo>
                  <a:lnTo>
                    <a:pt x="150" y="314"/>
                  </a:lnTo>
                  <a:lnTo>
                    <a:pt x="160" y="297"/>
                  </a:lnTo>
                  <a:lnTo>
                    <a:pt x="108" y="245"/>
                  </a:lnTo>
                  <a:lnTo>
                    <a:pt x="101" y="237"/>
                  </a:lnTo>
                  <a:lnTo>
                    <a:pt x="95" y="227"/>
                  </a:lnTo>
                  <a:lnTo>
                    <a:pt x="92" y="217"/>
                  </a:lnTo>
                  <a:lnTo>
                    <a:pt x="91" y="205"/>
                  </a:lnTo>
                  <a:lnTo>
                    <a:pt x="92" y="193"/>
                  </a:lnTo>
                  <a:lnTo>
                    <a:pt x="95" y="183"/>
                  </a:lnTo>
                  <a:lnTo>
                    <a:pt x="101" y="173"/>
                  </a:lnTo>
                  <a:lnTo>
                    <a:pt x="108" y="163"/>
                  </a:lnTo>
                  <a:lnTo>
                    <a:pt x="163" y="110"/>
                  </a:lnTo>
                  <a:lnTo>
                    <a:pt x="172" y="103"/>
                  </a:lnTo>
                  <a:lnTo>
                    <a:pt x="182" y="97"/>
                  </a:lnTo>
                  <a:lnTo>
                    <a:pt x="193" y="94"/>
                  </a:lnTo>
                  <a:lnTo>
                    <a:pt x="205" y="93"/>
                  </a:lnTo>
                  <a:lnTo>
                    <a:pt x="215" y="94"/>
                  </a:lnTo>
                  <a:lnTo>
                    <a:pt x="226" y="97"/>
                  </a:lnTo>
                  <a:lnTo>
                    <a:pt x="236" y="103"/>
                  </a:lnTo>
                  <a:lnTo>
                    <a:pt x="245" y="110"/>
                  </a:lnTo>
                  <a:lnTo>
                    <a:pt x="295" y="160"/>
                  </a:lnTo>
                  <a:lnTo>
                    <a:pt x="313" y="152"/>
                  </a:lnTo>
                  <a:lnTo>
                    <a:pt x="330" y="143"/>
                  </a:lnTo>
                  <a:lnTo>
                    <a:pt x="349" y="136"/>
                  </a:lnTo>
                  <a:lnTo>
                    <a:pt x="367" y="130"/>
                  </a:lnTo>
                  <a:lnTo>
                    <a:pt x="367" y="58"/>
                  </a:lnTo>
                  <a:lnTo>
                    <a:pt x="369" y="47"/>
                  </a:lnTo>
                  <a:lnTo>
                    <a:pt x="372" y="36"/>
                  </a:lnTo>
                  <a:lnTo>
                    <a:pt x="378" y="26"/>
                  </a:lnTo>
                  <a:lnTo>
                    <a:pt x="383" y="18"/>
                  </a:lnTo>
                  <a:lnTo>
                    <a:pt x="392" y="11"/>
                  </a:lnTo>
                  <a:lnTo>
                    <a:pt x="402" y="5"/>
                  </a:lnTo>
                  <a:lnTo>
                    <a:pt x="414" y="2"/>
                  </a:lnTo>
                  <a:lnTo>
                    <a:pt x="425" y="0"/>
                  </a:lnTo>
                  <a:lnTo>
                    <a:pt x="503" y="0"/>
                  </a:lnTo>
                  <a:lnTo>
                    <a:pt x="514" y="2"/>
                  </a:lnTo>
                  <a:lnTo>
                    <a:pt x="524" y="5"/>
                  </a:lnTo>
                  <a:lnTo>
                    <a:pt x="534" y="11"/>
                  </a:lnTo>
                  <a:lnTo>
                    <a:pt x="543" y="18"/>
                  </a:lnTo>
                  <a:lnTo>
                    <a:pt x="550" y="26"/>
                  </a:lnTo>
                  <a:lnTo>
                    <a:pt x="556" y="36"/>
                  </a:lnTo>
                  <a:lnTo>
                    <a:pt x="559" y="47"/>
                  </a:lnTo>
                  <a:lnTo>
                    <a:pt x="560" y="58"/>
                  </a:lnTo>
                  <a:lnTo>
                    <a:pt x="560" y="130"/>
                  </a:lnTo>
                  <a:lnTo>
                    <a:pt x="579" y="137"/>
                  </a:lnTo>
                  <a:lnTo>
                    <a:pt x="596" y="143"/>
                  </a:lnTo>
                  <a:lnTo>
                    <a:pt x="614" y="152"/>
                  </a:lnTo>
                  <a:lnTo>
                    <a:pt x="631" y="160"/>
                  </a:lnTo>
                  <a:lnTo>
                    <a:pt x="681" y="110"/>
                  </a:lnTo>
                  <a:lnTo>
                    <a:pt x="691" y="103"/>
                  </a:lnTo>
                  <a:lnTo>
                    <a:pt x="702" y="97"/>
                  </a:lnTo>
                  <a:lnTo>
                    <a:pt x="712" y="94"/>
                  </a:lnTo>
                  <a:lnTo>
                    <a:pt x="723" y="93"/>
                  </a:lnTo>
                  <a:lnTo>
                    <a:pt x="735" y="94"/>
                  </a:lnTo>
                  <a:lnTo>
                    <a:pt x="745" y="97"/>
                  </a:lnTo>
                  <a:lnTo>
                    <a:pt x="755" y="103"/>
                  </a:lnTo>
                  <a:lnTo>
                    <a:pt x="763" y="110"/>
                  </a:lnTo>
                  <a:lnTo>
                    <a:pt x="818" y="163"/>
                  </a:lnTo>
                  <a:lnTo>
                    <a:pt x="825" y="173"/>
                  </a:lnTo>
                  <a:lnTo>
                    <a:pt x="831" y="182"/>
                  </a:lnTo>
                  <a:lnTo>
                    <a:pt x="834" y="193"/>
                  </a:lnTo>
                  <a:lnTo>
                    <a:pt x="835" y="205"/>
                  </a:lnTo>
                  <a:lnTo>
                    <a:pt x="834" y="217"/>
                  </a:lnTo>
                  <a:lnTo>
                    <a:pt x="831" y="227"/>
                  </a:lnTo>
                  <a:lnTo>
                    <a:pt x="825" y="237"/>
                  </a:lnTo>
                  <a:lnTo>
                    <a:pt x="818" y="245"/>
                  </a:lnTo>
                  <a:lnTo>
                    <a:pt x="768" y="297"/>
                  </a:lnTo>
                  <a:lnTo>
                    <a:pt x="776" y="314"/>
                  </a:lnTo>
                  <a:lnTo>
                    <a:pt x="785" y="332"/>
                  </a:lnTo>
                  <a:lnTo>
                    <a:pt x="791" y="349"/>
                  </a:lnTo>
                  <a:lnTo>
                    <a:pt x="797" y="368"/>
                  </a:lnTo>
                  <a:lnTo>
                    <a:pt x="869" y="368"/>
                  </a:lnTo>
                  <a:lnTo>
                    <a:pt x="880" y="369"/>
                  </a:lnTo>
                  <a:lnTo>
                    <a:pt x="892" y="372"/>
                  </a:lnTo>
                  <a:lnTo>
                    <a:pt x="902" y="378"/>
                  </a:lnTo>
                  <a:lnTo>
                    <a:pt x="910" y="385"/>
                  </a:lnTo>
                  <a:lnTo>
                    <a:pt x="918" y="394"/>
                  </a:lnTo>
                  <a:lnTo>
                    <a:pt x="922" y="404"/>
                  </a:lnTo>
                  <a:lnTo>
                    <a:pt x="926" y="414"/>
                  </a:lnTo>
                  <a:lnTo>
                    <a:pt x="928" y="425"/>
                  </a:lnTo>
                  <a:lnTo>
                    <a:pt x="928" y="503"/>
                  </a:lnTo>
                  <a:lnTo>
                    <a:pt x="926" y="515"/>
                  </a:lnTo>
                  <a:lnTo>
                    <a:pt x="923" y="525"/>
                  </a:lnTo>
                  <a:lnTo>
                    <a:pt x="918" y="535"/>
                  </a:lnTo>
                  <a:lnTo>
                    <a:pt x="910" y="543"/>
                  </a:lnTo>
                  <a:lnTo>
                    <a:pt x="902" y="551"/>
                  </a:lnTo>
                  <a:lnTo>
                    <a:pt x="892" y="556"/>
                  </a:lnTo>
                  <a:lnTo>
                    <a:pt x="880" y="559"/>
                  </a:lnTo>
                  <a:lnTo>
                    <a:pt x="869" y="561"/>
                  </a:lnTo>
                  <a:lnTo>
                    <a:pt x="797" y="561"/>
                  </a:lnTo>
                  <a:lnTo>
                    <a:pt x="791" y="580"/>
                  </a:lnTo>
                  <a:lnTo>
                    <a:pt x="785" y="597"/>
                  </a:lnTo>
                  <a:lnTo>
                    <a:pt x="776" y="616"/>
                  </a:lnTo>
                  <a:lnTo>
                    <a:pt x="768" y="631"/>
                  </a:lnTo>
                  <a:lnTo>
                    <a:pt x="818" y="683"/>
                  </a:lnTo>
                  <a:lnTo>
                    <a:pt x="825" y="692"/>
                  </a:lnTo>
                  <a:lnTo>
                    <a:pt x="831" y="702"/>
                  </a:lnTo>
                  <a:lnTo>
                    <a:pt x="834" y="713"/>
                  </a:lnTo>
                  <a:lnTo>
                    <a:pt x="835" y="724"/>
                  </a:lnTo>
                  <a:lnTo>
                    <a:pt x="834" y="735"/>
                  </a:lnTo>
                  <a:lnTo>
                    <a:pt x="831" y="745"/>
                  </a:lnTo>
                  <a:lnTo>
                    <a:pt x="825" y="755"/>
                  </a:lnTo>
                  <a:lnTo>
                    <a:pt x="818" y="765"/>
                  </a:lnTo>
                  <a:lnTo>
                    <a:pt x="763" y="820"/>
                  </a:lnTo>
                  <a:lnTo>
                    <a:pt x="755" y="827"/>
                  </a:lnTo>
                  <a:lnTo>
                    <a:pt x="745" y="832"/>
                  </a:lnTo>
                  <a:lnTo>
                    <a:pt x="735" y="834"/>
                  </a:lnTo>
                  <a:lnTo>
                    <a:pt x="723" y="836"/>
                  </a:lnTo>
                  <a:lnTo>
                    <a:pt x="712" y="834"/>
                  </a:lnTo>
                  <a:lnTo>
                    <a:pt x="702" y="832"/>
                  </a:lnTo>
                  <a:lnTo>
                    <a:pt x="691" y="827"/>
                  </a:lnTo>
                  <a:lnTo>
                    <a:pt x="681" y="820"/>
                  </a:lnTo>
                  <a:lnTo>
                    <a:pt x="631" y="768"/>
                  </a:lnTo>
                  <a:lnTo>
                    <a:pt x="614" y="777"/>
                  </a:lnTo>
                  <a:lnTo>
                    <a:pt x="596" y="785"/>
                  </a:lnTo>
                  <a:lnTo>
                    <a:pt x="579" y="793"/>
                  </a:lnTo>
                  <a:lnTo>
                    <a:pt x="560" y="798"/>
                  </a:lnTo>
                  <a:lnTo>
                    <a:pt x="560" y="870"/>
                  </a:lnTo>
                  <a:lnTo>
                    <a:pt x="559" y="882"/>
                  </a:lnTo>
                  <a:lnTo>
                    <a:pt x="556" y="892"/>
                  </a:lnTo>
                  <a:lnTo>
                    <a:pt x="550" y="902"/>
                  </a:lnTo>
                  <a:lnTo>
                    <a:pt x="543" y="911"/>
                  </a:lnTo>
                  <a:lnTo>
                    <a:pt x="534" y="918"/>
                  </a:lnTo>
                  <a:lnTo>
                    <a:pt x="524" y="924"/>
                  </a:lnTo>
                  <a:lnTo>
                    <a:pt x="514" y="927"/>
                  </a:lnTo>
                  <a:lnTo>
                    <a:pt x="503" y="9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6" name="Freeform 468">
              <a:extLst>
                <a:ext uri="{FF2B5EF4-FFF2-40B4-BE49-F238E27FC236}">
                  <a16:creationId xmlns:a16="http://schemas.microsoft.com/office/drawing/2014/main" id="{736DDFAA-A544-4EBB-A93A-258F521101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0870" y="3894917"/>
              <a:ext cx="187823" cy="186367"/>
            </a:xfrm>
            <a:custGeom>
              <a:avLst/>
              <a:gdLst>
                <a:gd name="T0" fmla="*/ 161 w 386"/>
                <a:gd name="T1" fmla="*/ 42 h 386"/>
                <a:gd name="T2" fmla="*/ 119 w 386"/>
                <a:gd name="T3" fmla="*/ 58 h 386"/>
                <a:gd name="T4" fmla="*/ 83 w 386"/>
                <a:gd name="T5" fmla="*/ 84 h 386"/>
                <a:gd name="T6" fmla="*/ 56 w 386"/>
                <a:gd name="T7" fmla="*/ 120 h 386"/>
                <a:gd name="T8" fmla="*/ 42 w 386"/>
                <a:gd name="T9" fmla="*/ 162 h 386"/>
                <a:gd name="T10" fmla="*/ 39 w 386"/>
                <a:gd name="T11" fmla="*/ 209 h 386"/>
                <a:gd name="T12" fmla="*/ 50 w 386"/>
                <a:gd name="T13" fmla="*/ 254 h 386"/>
                <a:gd name="T14" fmla="*/ 73 w 386"/>
                <a:gd name="T15" fmla="*/ 291 h 386"/>
                <a:gd name="T16" fmla="*/ 107 w 386"/>
                <a:gd name="T17" fmla="*/ 321 h 386"/>
                <a:gd name="T18" fmla="*/ 147 w 386"/>
                <a:gd name="T19" fmla="*/ 342 h 386"/>
                <a:gd name="T20" fmla="*/ 193 w 386"/>
                <a:gd name="T21" fmla="*/ 347 h 386"/>
                <a:gd name="T22" fmla="*/ 239 w 386"/>
                <a:gd name="T23" fmla="*/ 342 h 386"/>
                <a:gd name="T24" fmla="*/ 279 w 386"/>
                <a:gd name="T25" fmla="*/ 321 h 386"/>
                <a:gd name="T26" fmla="*/ 311 w 386"/>
                <a:gd name="T27" fmla="*/ 291 h 386"/>
                <a:gd name="T28" fmla="*/ 335 w 386"/>
                <a:gd name="T29" fmla="*/ 254 h 386"/>
                <a:gd name="T30" fmla="*/ 346 w 386"/>
                <a:gd name="T31" fmla="*/ 209 h 386"/>
                <a:gd name="T32" fmla="*/ 344 w 386"/>
                <a:gd name="T33" fmla="*/ 162 h 386"/>
                <a:gd name="T34" fmla="*/ 328 w 386"/>
                <a:gd name="T35" fmla="*/ 120 h 386"/>
                <a:gd name="T36" fmla="*/ 302 w 386"/>
                <a:gd name="T37" fmla="*/ 84 h 386"/>
                <a:gd name="T38" fmla="*/ 266 w 386"/>
                <a:gd name="T39" fmla="*/ 58 h 386"/>
                <a:gd name="T40" fmla="*/ 223 w 386"/>
                <a:gd name="T41" fmla="*/ 42 h 386"/>
                <a:gd name="T42" fmla="*/ 193 w 386"/>
                <a:gd name="T43" fmla="*/ 386 h 386"/>
                <a:gd name="T44" fmla="*/ 135 w 386"/>
                <a:gd name="T45" fmla="*/ 378 h 386"/>
                <a:gd name="T46" fmla="*/ 85 w 386"/>
                <a:gd name="T47" fmla="*/ 353 h 386"/>
                <a:gd name="T48" fmla="*/ 43 w 386"/>
                <a:gd name="T49" fmla="*/ 316 h 386"/>
                <a:gd name="T50" fmla="*/ 14 w 386"/>
                <a:gd name="T51" fmla="*/ 268 h 386"/>
                <a:gd name="T52" fmla="*/ 0 w 386"/>
                <a:gd name="T53" fmla="*/ 213 h 386"/>
                <a:gd name="T54" fmla="*/ 3 w 386"/>
                <a:gd name="T55" fmla="*/ 154 h 386"/>
                <a:gd name="T56" fmla="*/ 23 w 386"/>
                <a:gd name="T57" fmla="*/ 101 h 386"/>
                <a:gd name="T58" fmla="*/ 56 w 386"/>
                <a:gd name="T59" fmla="*/ 56 h 386"/>
                <a:gd name="T60" fmla="*/ 101 w 386"/>
                <a:gd name="T61" fmla="*/ 23 h 386"/>
                <a:gd name="T62" fmla="*/ 154 w 386"/>
                <a:gd name="T63" fmla="*/ 5 h 386"/>
                <a:gd name="T64" fmla="*/ 212 w 386"/>
                <a:gd name="T65" fmla="*/ 2 h 386"/>
                <a:gd name="T66" fmla="*/ 268 w 386"/>
                <a:gd name="T67" fmla="*/ 16 h 386"/>
                <a:gd name="T68" fmla="*/ 315 w 386"/>
                <a:gd name="T69" fmla="*/ 45 h 386"/>
                <a:gd name="T70" fmla="*/ 353 w 386"/>
                <a:gd name="T71" fmla="*/ 85 h 386"/>
                <a:gd name="T72" fmla="*/ 377 w 386"/>
                <a:gd name="T73" fmla="*/ 136 h 386"/>
                <a:gd name="T74" fmla="*/ 386 w 386"/>
                <a:gd name="T75" fmla="*/ 193 h 386"/>
                <a:gd name="T76" fmla="*/ 377 w 386"/>
                <a:gd name="T77" fmla="*/ 251 h 386"/>
                <a:gd name="T78" fmla="*/ 353 w 386"/>
                <a:gd name="T79" fmla="*/ 301 h 386"/>
                <a:gd name="T80" fmla="*/ 315 w 386"/>
                <a:gd name="T81" fmla="*/ 343 h 386"/>
                <a:gd name="T82" fmla="*/ 268 w 386"/>
                <a:gd name="T83" fmla="*/ 372 h 386"/>
                <a:gd name="T84" fmla="*/ 212 w 386"/>
                <a:gd name="T85" fmla="*/ 3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86" h="386">
                  <a:moveTo>
                    <a:pt x="193" y="39"/>
                  </a:moveTo>
                  <a:lnTo>
                    <a:pt x="177" y="39"/>
                  </a:lnTo>
                  <a:lnTo>
                    <a:pt x="161" y="42"/>
                  </a:lnTo>
                  <a:lnTo>
                    <a:pt x="147" y="46"/>
                  </a:lnTo>
                  <a:lnTo>
                    <a:pt x="132" y="51"/>
                  </a:lnTo>
                  <a:lnTo>
                    <a:pt x="119" y="58"/>
                  </a:lnTo>
                  <a:lnTo>
                    <a:pt x="107" y="65"/>
                  </a:lnTo>
                  <a:lnTo>
                    <a:pt x="95" y="74"/>
                  </a:lnTo>
                  <a:lnTo>
                    <a:pt x="83" y="84"/>
                  </a:lnTo>
                  <a:lnTo>
                    <a:pt x="73" y="95"/>
                  </a:lnTo>
                  <a:lnTo>
                    <a:pt x="65" y="107"/>
                  </a:lnTo>
                  <a:lnTo>
                    <a:pt x="56" y="120"/>
                  </a:lnTo>
                  <a:lnTo>
                    <a:pt x="50" y="133"/>
                  </a:lnTo>
                  <a:lnTo>
                    <a:pt x="45" y="147"/>
                  </a:lnTo>
                  <a:lnTo>
                    <a:pt x="42" y="162"/>
                  </a:lnTo>
                  <a:lnTo>
                    <a:pt x="39" y="177"/>
                  </a:lnTo>
                  <a:lnTo>
                    <a:pt x="37" y="193"/>
                  </a:lnTo>
                  <a:lnTo>
                    <a:pt x="39" y="209"/>
                  </a:lnTo>
                  <a:lnTo>
                    <a:pt x="42" y="225"/>
                  </a:lnTo>
                  <a:lnTo>
                    <a:pt x="45" y="239"/>
                  </a:lnTo>
                  <a:lnTo>
                    <a:pt x="50" y="254"/>
                  </a:lnTo>
                  <a:lnTo>
                    <a:pt x="56" y="267"/>
                  </a:lnTo>
                  <a:lnTo>
                    <a:pt x="65" y="280"/>
                  </a:lnTo>
                  <a:lnTo>
                    <a:pt x="73" y="291"/>
                  </a:lnTo>
                  <a:lnTo>
                    <a:pt x="83" y="303"/>
                  </a:lnTo>
                  <a:lnTo>
                    <a:pt x="95" y="313"/>
                  </a:lnTo>
                  <a:lnTo>
                    <a:pt x="107" y="321"/>
                  </a:lnTo>
                  <a:lnTo>
                    <a:pt x="119" y="329"/>
                  </a:lnTo>
                  <a:lnTo>
                    <a:pt x="132" y="336"/>
                  </a:lnTo>
                  <a:lnTo>
                    <a:pt x="147" y="342"/>
                  </a:lnTo>
                  <a:lnTo>
                    <a:pt x="161" y="345"/>
                  </a:lnTo>
                  <a:lnTo>
                    <a:pt x="177" y="347"/>
                  </a:lnTo>
                  <a:lnTo>
                    <a:pt x="193" y="347"/>
                  </a:lnTo>
                  <a:lnTo>
                    <a:pt x="209" y="347"/>
                  </a:lnTo>
                  <a:lnTo>
                    <a:pt x="223" y="345"/>
                  </a:lnTo>
                  <a:lnTo>
                    <a:pt x="239" y="342"/>
                  </a:lnTo>
                  <a:lnTo>
                    <a:pt x="252" y="336"/>
                  </a:lnTo>
                  <a:lnTo>
                    <a:pt x="266" y="329"/>
                  </a:lnTo>
                  <a:lnTo>
                    <a:pt x="279" y="321"/>
                  </a:lnTo>
                  <a:lnTo>
                    <a:pt x="291" y="313"/>
                  </a:lnTo>
                  <a:lnTo>
                    <a:pt x="302" y="303"/>
                  </a:lnTo>
                  <a:lnTo>
                    <a:pt x="311" y="291"/>
                  </a:lnTo>
                  <a:lnTo>
                    <a:pt x="321" y="280"/>
                  </a:lnTo>
                  <a:lnTo>
                    <a:pt x="328" y="267"/>
                  </a:lnTo>
                  <a:lnTo>
                    <a:pt x="335" y="254"/>
                  </a:lnTo>
                  <a:lnTo>
                    <a:pt x="340" y="239"/>
                  </a:lnTo>
                  <a:lnTo>
                    <a:pt x="344" y="225"/>
                  </a:lnTo>
                  <a:lnTo>
                    <a:pt x="346" y="209"/>
                  </a:lnTo>
                  <a:lnTo>
                    <a:pt x="347" y="193"/>
                  </a:lnTo>
                  <a:lnTo>
                    <a:pt x="346" y="177"/>
                  </a:lnTo>
                  <a:lnTo>
                    <a:pt x="344" y="162"/>
                  </a:lnTo>
                  <a:lnTo>
                    <a:pt x="340" y="147"/>
                  </a:lnTo>
                  <a:lnTo>
                    <a:pt x="335" y="133"/>
                  </a:lnTo>
                  <a:lnTo>
                    <a:pt x="328" y="120"/>
                  </a:lnTo>
                  <a:lnTo>
                    <a:pt x="321" y="107"/>
                  </a:lnTo>
                  <a:lnTo>
                    <a:pt x="311" y="95"/>
                  </a:lnTo>
                  <a:lnTo>
                    <a:pt x="302" y="84"/>
                  </a:lnTo>
                  <a:lnTo>
                    <a:pt x="291" y="74"/>
                  </a:lnTo>
                  <a:lnTo>
                    <a:pt x="279" y="65"/>
                  </a:lnTo>
                  <a:lnTo>
                    <a:pt x="266" y="58"/>
                  </a:lnTo>
                  <a:lnTo>
                    <a:pt x="252" y="51"/>
                  </a:lnTo>
                  <a:lnTo>
                    <a:pt x="239" y="46"/>
                  </a:lnTo>
                  <a:lnTo>
                    <a:pt x="223" y="42"/>
                  </a:lnTo>
                  <a:lnTo>
                    <a:pt x="209" y="39"/>
                  </a:lnTo>
                  <a:lnTo>
                    <a:pt x="193" y="39"/>
                  </a:lnTo>
                  <a:close/>
                  <a:moveTo>
                    <a:pt x="193" y="386"/>
                  </a:moveTo>
                  <a:lnTo>
                    <a:pt x="173" y="385"/>
                  </a:lnTo>
                  <a:lnTo>
                    <a:pt x="154" y="382"/>
                  </a:lnTo>
                  <a:lnTo>
                    <a:pt x="135" y="378"/>
                  </a:lnTo>
                  <a:lnTo>
                    <a:pt x="118" y="372"/>
                  </a:lnTo>
                  <a:lnTo>
                    <a:pt x="101" y="363"/>
                  </a:lnTo>
                  <a:lnTo>
                    <a:pt x="85" y="353"/>
                  </a:lnTo>
                  <a:lnTo>
                    <a:pt x="69" y="343"/>
                  </a:lnTo>
                  <a:lnTo>
                    <a:pt x="56" y="330"/>
                  </a:lnTo>
                  <a:lnTo>
                    <a:pt x="43" y="316"/>
                  </a:lnTo>
                  <a:lnTo>
                    <a:pt x="33" y="301"/>
                  </a:lnTo>
                  <a:lnTo>
                    <a:pt x="23" y="285"/>
                  </a:lnTo>
                  <a:lnTo>
                    <a:pt x="14" y="268"/>
                  </a:lnTo>
                  <a:lnTo>
                    <a:pt x="9" y="251"/>
                  </a:lnTo>
                  <a:lnTo>
                    <a:pt x="3" y="232"/>
                  </a:lnTo>
                  <a:lnTo>
                    <a:pt x="0" y="213"/>
                  </a:lnTo>
                  <a:lnTo>
                    <a:pt x="0" y="193"/>
                  </a:lnTo>
                  <a:lnTo>
                    <a:pt x="0" y="173"/>
                  </a:lnTo>
                  <a:lnTo>
                    <a:pt x="3" y="154"/>
                  </a:lnTo>
                  <a:lnTo>
                    <a:pt x="9" y="136"/>
                  </a:lnTo>
                  <a:lnTo>
                    <a:pt x="14" y="118"/>
                  </a:lnTo>
                  <a:lnTo>
                    <a:pt x="23" y="101"/>
                  </a:lnTo>
                  <a:lnTo>
                    <a:pt x="33" y="85"/>
                  </a:lnTo>
                  <a:lnTo>
                    <a:pt x="43" y="71"/>
                  </a:lnTo>
                  <a:lnTo>
                    <a:pt x="56" y="56"/>
                  </a:lnTo>
                  <a:lnTo>
                    <a:pt x="69" y="45"/>
                  </a:lnTo>
                  <a:lnTo>
                    <a:pt x="85" y="33"/>
                  </a:lnTo>
                  <a:lnTo>
                    <a:pt x="101" y="23"/>
                  </a:lnTo>
                  <a:lnTo>
                    <a:pt x="118" y="16"/>
                  </a:lnTo>
                  <a:lnTo>
                    <a:pt x="135" y="9"/>
                  </a:lnTo>
                  <a:lnTo>
                    <a:pt x="154" y="5"/>
                  </a:lnTo>
                  <a:lnTo>
                    <a:pt x="173" y="2"/>
                  </a:lnTo>
                  <a:lnTo>
                    <a:pt x="193" y="0"/>
                  </a:lnTo>
                  <a:lnTo>
                    <a:pt x="212" y="2"/>
                  </a:lnTo>
                  <a:lnTo>
                    <a:pt x="232" y="5"/>
                  </a:lnTo>
                  <a:lnTo>
                    <a:pt x="251" y="9"/>
                  </a:lnTo>
                  <a:lnTo>
                    <a:pt x="268" y="16"/>
                  </a:lnTo>
                  <a:lnTo>
                    <a:pt x="285" y="23"/>
                  </a:lnTo>
                  <a:lnTo>
                    <a:pt x="301" y="33"/>
                  </a:lnTo>
                  <a:lnTo>
                    <a:pt x="315" y="45"/>
                  </a:lnTo>
                  <a:lnTo>
                    <a:pt x="330" y="56"/>
                  </a:lnTo>
                  <a:lnTo>
                    <a:pt x="341" y="71"/>
                  </a:lnTo>
                  <a:lnTo>
                    <a:pt x="353" y="85"/>
                  </a:lnTo>
                  <a:lnTo>
                    <a:pt x="363" y="101"/>
                  </a:lnTo>
                  <a:lnTo>
                    <a:pt x="370" y="118"/>
                  </a:lnTo>
                  <a:lnTo>
                    <a:pt x="377" y="136"/>
                  </a:lnTo>
                  <a:lnTo>
                    <a:pt x="382" y="154"/>
                  </a:lnTo>
                  <a:lnTo>
                    <a:pt x="384" y="173"/>
                  </a:lnTo>
                  <a:lnTo>
                    <a:pt x="386" y="193"/>
                  </a:lnTo>
                  <a:lnTo>
                    <a:pt x="384" y="213"/>
                  </a:lnTo>
                  <a:lnTo>
                    <a:pt x="382" y="232"/>
                  </a:lnTo>
                  <a:lnTo>
                    <a:pt x="377" y="251"/>
                  </a:lnTo>
                  <a:lnTo>
                    <a:pt x="370" y="268"/>
                  </a:lnTo>
                  <a:lnTo>
                    <a:pt x="363" y="285"/>
                  </a:lnTo>
                  <a:lnTo>
                    <a:pt x="353" y="301"/>
                  </a:lnTo>
                  <a:lnTo>
                    <a:pt x="341" y="316"/>
                  </a:lnTo>
                  <a:lnTo>
                    <a:pt x="330" y="330"/>
                  </a:lnTo>
                  <a:lnTo>
                    <a:pt x="315" y="343"/>
                  </a:lnTo>
                  <a:lnTo>
                    <a:pt x="301" y="353"/>
                  </a:lnTo>
                  <a:lnTo>
                    <a:pt x="285" y="363"/>
                  </a:lnTo>
                  <a:lnTo>
                    <a:pt x="268" y="372"/>
                  </a:lnTo>
                  <a:lnTo>
                    <a:pt x="251" y="378"/>
                  </a:lnTo>
                  <a:lnTo>
                    <a:pt x="232" y="382"/>
                  </a:lnTo>
                  <a:lnTo>
                    <a:pt x="212" y="385"/>
                  </a:lnTo>
                  <a:lnTo>
                    <a:pt x="193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21" name="Group 75">
            <a:extLst>
              <a:ext uri="{FF2B5EF4-FFF2-40B4-BE49-F238E27FC236}">
                <a16:creationId xmlns:a16="http://schemas.microsoft.com/office/drawing/2014/main" id="{5879E2DB-97CF-4AA6-A275-85EDCA218C86}"/>
              </a:ext>
            </a:extLst>
          </p:cNvPr>
          <p:cNvGrpSpPr/>
          <p:nvPr/>
        </p:nvGrpSpPr>
        <p:grpSpPr>
          <a:xfrm>
            <a:off x="2014353" y="2490651"/>
            <a:ext cx="312151" cy="313873"/>
            <a:chOff x="5009830" y="3762422"/>
            <a:chExt cx="449901" cy="451357"/>
          </a:xfrm>
          <a:solidFill>
            <a:schemeClr val="bg1"/>
          </a:solidFill>
        </p:grpSpPr>
        <p:sp>
          <p:nvSpPr>
            <p:cNvPr id="33" name="Freeform 467">
              <a:extLst>
                <a:ext uri="{FF2B5EF4-FFF2-40B4-BE49-F238E27FC236}">
                  <a16:creationId xmlns:a16="http://schemas.microsoft.com/office/drawing/2014/main" id="{1B5846F3-127D-45DB-A604-6368E038EF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9830" y="3762422"/>
              <a:ext cx="449901" cy="451357"/>
            </a:xfrm>
            <a:custGeom>
              <a:avLst/>
              <a:gdLst>
                <a:gd name="T0" fmla="*/ 390 w 928"/>
                <a:gd name="T1" fmla="*/ 764 h 928"/>
                <a:gd name="T2" fmla="*/ 408 w 928"/>
                <a:gd name="T3" fmla="*/ 878 h 928"/>
                <a:gd name="T4" fmla="*/ 503 w 928"/>
                <a:gd name="T5" fmla="*/ 889 h 928"/>
                <a:gd name="T6" fmla="*/ 522 w 928"/>
                <a:gd name="T7" fmla="*/ 873 h 928"/>
                <a:gd name="T8" fmla="*/ 559 w 928"/>
                <a:gd name="T9" fmla="*/ 758 h 928"/>
                <a:gd name="T10" fmla="*/ 648 w 928"/>
                <a:gd name="T11" fmla="*/ 731 h 928"/>
                <a:gd name="T12" fmla="*/ 730 w 928"/>
                <a:gd name="T13" fmla="*/ 796 h 928"/>
                <a:gd name="T14" fmla="*/ 797 w 928"/>
                <a:gd name="T15" fmla="*/ 724 h 928"/>
                <a:gd name="T16" fmla="*/ 725 w 928"/>
                <a:gd name="T17" fmla="*/ 637 h 928"/>
                <a:gd name="T18" fmla="*/ 766 w 928"/>
                <a:gd name="T19" fmla="*/ 531 h 928"/>
                <a:gd name="T20" fmla="*/ 880 w 928"/>
                <a:gd name="T21" fmla="*/ 519 h 928"/>
                <a:gd name="T22" fmla="*/ 887 w 928"/>
                <a:gd name="T23" fmla="*/ 423 h 928"/>
                <a:gd name="T24" fmla="*/ 869 w 928"/>
                <a:gd name="T25" fmla="*/ 407 h 928"/>
                <a:gd name="T26" fmla="*/ 749 w 928"/>
                <a:gd name="T27" fmla="*/ 346 h 928"/>
                <a:gd name="T28" fmla="*/ 791 w 928"/>
                <a:gd name="T29" fmla="*/ 218 h 928"/>
                <a:gd name="T30" fmla="*/ 794 w 928"/>
                <a:gd name="T31" fmla="*/ 193 h 928"/>
                <a:gd name="T32" fmla="*/ 719 w 928"/>
                <a:gd name="T33" fmla="*/ 132 h 928"/>
                <a:gd name="T34" fmla="*/ 630 w 928"/>
                <a:gd name="T35" fmla="*/ 204 h 928"/>
                <a:gd name="T36" fmla="*/ 526 w 928"/>
                <a:gd name="T37" fmla="*/ 157 h 928"/>
                <a:gd name="T38" fmla="*/ 516 w 928"/>
                <a:gd name="T39" fmla="*/ 45 h 928"/>
                <a:gd name="T40" fmla="*/ 418 w 928"/>
                <a:gd name="T41" fmla="*/ 41 h 928"/>
                <a:gd name="T42" fmla="*/ 406 w 928"/>
                <a:gd name="T43" fmla="*/ 146 h 928"/>
                <a:gd name="T44" fmla="*/ 324 w 928"/>
                <a:gd name="T45" fmla="*/ 189 h 928"/>
                <a:gd name="T46" fmla="*/ 215 w 928"/>
                <a:gd name="T47" fmla="*/ 134 h 928"/>
                <a:gd name="T48" fmla="*/ 190 w 928"/>
                <a:gd name="T49" fmla="*/ 137 h 928"/>
                <a:gd name="T50" fmla="*/ 131 w 928"/>
                <a:gd name="T51" fmla="*/ 212 h 928"/>
                <a:gd name="T52" fmla="*/ 200 w 928"/>
                <a:gd name="T53" fmla="*/ 304 h 928"/>
                <a:gd name="T54" fmla="*/ 151 w 928"/>
                <a:gd name="T55" fmla="*/ 405 h 928"/>
                <a:gd name="T56" fmla="*/ 42 w 928"/>
                <a:gd name="T57" fmla="*/ 415 h 928"/>
                <a:gd name="T58" fmla="*/ 42 w 928"/>
                <a:gd name="T59" fmla="*/ 513 h 928"/>
                <a:gd name="T60" fmla="*/ 151 w 928"/>
                <a:gd name="T61" fmla="*/ 523 h 928"/>
                <a:gd name="T62" fmla="*/ 200 w 928"/>
                <a:gd name="T63" fmla="*/ 626 h 928"/>
                <a:gd name="T64" fmla="*/ 131 w 928"/>
                <a:gd name="T65" fmla="*/ 716 h 928"/>
                <a:gd name="T66" fmla="*/ 190 w 928"/>
                <a:gd name="T67" fmla="*/ 793 h 928"/>
                <a:gd name="T68" fmla="*/ 215 w 928"/>
                <a:gd name="T69" fmla="*/ 794 h 928"/>
                <a:gd name="T70" fmla="*/ 503 w 928"/>
                <a:gd name="T71" fmla="*/ 928 h 928"/>
                <a:gd name="T72" fmla="*/ 372 w 928"/>
                <a:gd name="T73" fmla="*/ 892 h 928"/>
                <a:gd name="T74" fmla="*/ 295 w 928"/>
                <a:gd name="T75" fmla="*/ 768 h 928"/>
                <a:gd name="T76" fmla="*/ 182 w 928"/>
                <a:gd name="T77" fmla="*/ 832 h 928"/>
                <a:gd name="T78" fmla="*/ 91 w 928"/>
                <a:gd name="T79" fmla="*/ 724 h 928"/>
                <a:gd name="T80" fmla="*/ 143 w 928"/>
                <a:gd name="T81" fmla="*/ 597 h 928"/>
                <a:gd name="T82" fmla="*/ 18 w 928"/>
                <a:gd name="T83" fmla="*/ 543 h 928"/>
                <a:gd name="T84" fmla="*/ 5 w 928"/>
                <a:gd name="T85" fmla="*/ 404 h 928"/>
                <a:gd name="T86" fmla="*/ 130 w 928"/>
                <a:gd name="T87" fmla="*/ 368 h 928"/>
                <a:gd name="T88" fmla="*/ 95 w 928"/>
                <a:gd name="T89" fmla="*/ 227 h 928"/>
                <a:gd name="T90" fmla="*/ 163 w 928"/>
                <a:gd name="T91" fmla="*/ 110 h 928"/>
                <a:gd name="T92" fmla="*/ 236 w 928"/>
                <a:gd name="T93" fmla="*/ 103 h 928"/>
                <a:gd name="T94" fmla="*/ 367 w 928"/>
                <a:gd name="T95" fmla="*/ 58 h 928"/>
                <a:gd name="T96" fmla="*/ 414 w 928"/>
                <a:gd name="T97" fmla="*/ 2 h 928"/>
                <a:gd name="T98" fmla="*/ 550 w 928"/>
                <a:gd name="T99" fmla="*/ 26 h 928"/>
                <a:gd name="T100" fmla="*/ 614 w 928"/>
                <a:gd name="T101" fmla="*/ 152 h 928"/>
                <a:gd name="T102" fmla="*/ 735 w 928"/>
                <a:gd name="T103" fmla="*/ 94 h 928"/>
                <a:gd name="T104" fmla="*/ 834 w 928"/>
                <a:gd name="T105" fmla="*/ 193 h 928"/>
                <a:gd name="T106" fmla="*/ 776 w 928"/>
                <a:gd name="T107" fmla="*/ 314 h 928"/>
                <a:gd name="T108" fmla="*/ 902 w 928"/>
                <a:gd name="T109" fmla="*/ 378 h 928"/>
                <a:gd name="T110" fmla="*/ 926 w 928"/>
                <a:gd name="T111" fmla="*/ 515 h 928"/>
                <a:gd name="T112" fmla="*/ 869 w 928"/>
                <a:gd name="T113" fmla="*/ 561 h 928"/>
                <a:gd name="T114" fmla="*/ 825 w 928"/>
                <a:gd name="T115" fmla="*/ 692 h 928"/>
                <a:gd name="T116" fmla="*/ 818 w 928"/>
                <a:gd name="T117" fmla="*/ 765 h 928"/>
                <a:gd name="T118" fmla="*/ 702 w 928"/>
                <a:gd name="T119" fmla="*/ 832 h 928"/>
                <a:gd name="T120" fmla="*/ 560 w 928"/>
                <a:gd name="T121" fmla="*/ 798 h 928"/>
                <a:gd name="T122" fmla="*/ 524 w 928"/>
                <a:gd name="T123" fmla="*/ 924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8" h="928">
                  <a:moveTo>
                    <a:pt x="293" y="725"/>
                  </a:moveTo>
                  <a:lnTo>
                    <a:pt x="298" y="726"/>
                  </a:lnTo>
                  <a:lnTo>
                    <a:pt x="303" y="728"/>
                  </a:lnTo>
                  <a:lnTo>
                    <a:pt x="324" y="739"/>
                  </a:lnTo>
                  <a:lnTo>
                    <a:pt x="346" y="749"/>
                  </a:lnTo>
                  <a:lnTo>
                    <a:pt x="367" y="758"/>
                  </a:lnTo>
                  <a:lnTo>
                    <a:pt x="390" y="764"/>
                  </a:lnTo>
                  <a:lnTo>
                    <a:pt x="396" y="767"/>
                  </a:lnTo>
                  <a:lnTo>
                    <a:pt x="402" y="771"/>
                  </a:lnTo>
                  <a:lnTo>
                    <a:pt x="405" y="777"/>
                  </a:lnTo>
                  <a:lnTo>
                    <a:pt x="406" y="783"/>
                  </a:lnTo>
                  <a:lnTo>
                    <a:pt x="406" y="870"/>
                  </a:lnTo>
                  <a:lnTo>
                    <a:pt x="406" y="873"/>
                  </a:lnTo>
                  <a:lnTo>
                    <a:pt x="408" y="878"/>
                  </a:lnTo>
                  <a:lnTo>
                    <a:pt x="409" y="881"/>
                  </a:lnTo>
                  <a:lnTo>
                    <a:pt x="411" y="883"/>
                  </a:lnTo>
                  <a:lnTo>
                    <a:pt x="414" y="886"/>
                  </a:lnTo>
                  <a:lnTo>
                    <a:pt x="418" y="888"/>
                  </a:lnTo>
                  <a:lnTo>
                    <a:pt x="421" y="889"/>
                  </a:lnTo>
                  <a:lnTo>
                    <a:pt x="425" y="889"/>
                  </a:lnTo>
                  <a:lnTo>
                    <a:pt x="503" y="889"/>
                  </a:lnTo>
                  <a:lnTo>
                    <a:pt x="506" y="889"/>
                  </a:lnTo>
                  <a:lnTo>
                    <a:pt x="510" y="888"/>
                  </a:lnTo>
                  <a:lnTo>
                    <a:pt x="513" y="886"/>
                  </a:lnTo>
                  <a:lnTo>
                    <a:pt x="516" y="883"/>
                  </a:lnTo>
                  <a:lnTo>
                    <a:pt x="519" y="881"/>
                  </a:lnTo>
                  <a:lnTo>
                    <a:pt x="520" y="878"/>
                  </a:lnTo>
                  <a:lnTo>
                    <a:pt x="522" y="873"/>
                  </a:lnTo>
                  <a:lnTo>
                    <a:pt x="522" y="870"/>
                  </a:lnTo>
                  <a:lnTo>
                    <a:pt x="522" y="783"/>
                  </a:lnTo>
                  <a:lnTo>
                    <a:pt x="523" y="777"/>
                  </a:lnTo>
                  <a:lnTo>
                    <a:pt x="526" y="771"/>
                  </a:lnTo>
                  <a:lnTo>
                    <a:pt x="530" y="767"/>
                  </a:lnTo>
                  <a:lnTo>
                    <a:pt x="536" y="764"/>
                  </a:lnTo>
                  <a:lnTo>
                    <a:pt x="559" y="758"/>
                  </a:lnTo>
                  <a:lnTo>
                    <a:pt x="582" y="749"/>
                  </a:lnTo>
                  <a:lnTo>
                    <a:pt x="604" y="739"/>
                  </a:lnTo>
                  <a:lnTo>
                    <a:pt x="624" y="728"/>
                  </a:lnTo>
                  <a:lnTo>
                    <a:pt x="631" y="725"/>
                  </a:lnTo>
                  <a:lnTo>
                    <a:pt x="637" y="725"/>
                  </a:lnTo>
                  <a:lnTo>
                    <a:pt x="642" y="726"/>
                  </a:lnTo>
                  <a:lnTo>
                    <a:pt x="648" y="731"/>
                  </a:lnTo>
                  <a:lnTo>
                    <a:pt x="709" y="793"/>
                  </a:lnTo>
                  <a:lnTo>
                    <a:pt x="712" y="794"/>
                  </a:lnTo>
                  <a:lnTo>
                    <a:pt x="716" y="796"/>
                  </a:lnTo>
                  <a:lnTo>
                    <a:pt x="719" y="797"/>
                  </a:lnTo>
                  <a:lnTo>
                    <a:pt x="723" y="797"/>
                  </a:lnTo>
                  <a:lnTo>
                    <a:pt x="726" y="797"/>
                  </a:lnTo>
                  <a:lnTo>
                    <a:pt x="730" y="796"/>
                  </a:lnTo>
                  <a:lnTo>
                    <a:pt x="733" y="794"/>
                  </a:lnTo>
                  <a:lnTo>
                    <a:pt x="736" y="793"/>
                  </a:lnTo>
                  <a:lnTo>
                    <a:pt x="791" y="738"/>
                  </a:lnTo>
                  <a:lnTo>
                    <a:pt x="794" y="735"/>
                  </a:lnTo>
                  <a:lnTo>
                    <a:pt x="795" y="731"/>
                  </a:lnTo>
                  <a:lnTo>
                    <a:pt x="797" y="728"/>
                  </a:lnTo>
                  <a:lnTo>
                    <a:pt x="797" y="724"/>
                  </a:lnTo>
                  <a:lnTo>
                    <a:pt x="797" y="721"/>
                  </a:lnTo>
                  <a:lnTo>
                    <a:pt x="795" y="716"/>
                  </a:lnTo>
                  <a:lnTo>
                    <a:pt x="794" y="713"/>
                  </a:lnTo>
                  <a:lnTo>
                    <a:pt x="791" y="711"/>
                  </a:lnTo>
                  <a:lnTo>
                    <a:pt x="730" y="649"/>
                  </a:lnTo>
                  <a:lnTo>
                    <a:pt x="726" y="643"/>
                  </a:lnTo>
                  <a:lnTo>
                    <a:pt x="725" y="637"/>
                  </a:lnTo>
                  <a:lnTo>
                    <a:pt x="725" y="631"/>
                  </a:lnTo>
                  <a:lnTo>
                    <a:pt x="727" y="626"/>
                  </a:lnTo>
                  <a:lnTo>
                    <a:pt x="739" y="604"/>
                  </a:lnTo>
                  <a:lnTo>
                    <a:pt x="749" y="582"/>
                  </a:lnTo>
                  <a:lnTo>
                    <a:pt x="758" y="561"/>
                  </a:lnTo>
                  <a:lnTo>
                    <a:pt x="763" y="538"/>
                  </a:lnTo>
                  <a:lnTo>
                    <a:pt x="766" y="531"/>
                  </a:lnTo>
                  <a:lnTo>
                    <a:pt x="771" y="526"/>
                  </a:lnTo>
                  <a:lnTo>
                    <a:pt x="776" y="523"/>
                  </a:lnTo>
                  <a:lnTo>
                    <a:pt x="782" y="522"/>
                  </a:lnTo>
                  <a:lnTo>
                    <a:pt x="869" y="522"/>
                  </a:lnTo>
                  <a:lnTo>
                    <a:pt x="873" y="522"/>
                  </a:lnTo>
                  <a:lnTo>
                    <a:pt x="876" y="520"/>
                  </a:lnTo>
                  <a:lnTo>
                    <a:pt x="880" y="519"/>
                  </a:lnTo>
                  <a:lnTo>
                    <a:pt x="883" y="516"/>
                  </a:lnTo>
                  <a:lnTo>
                    <a:pt x="886" y="513"/>
                  </a:lnTo>
                  <a:lnTo>
                    <a:pt x="887" y="510"/>
                  </a:lnTo>
                  <a:lnTo>
                    <a:pt x="887" y="507"/>
                  </a:lnTo>
                  <a:lnTo>
                    <a:pt x="889" y="503"/>
                  </a:lnTo>
                  <a:lnTo>
                    <a:pt x="889" y="425"/>
                  </a:lnTo>
                  <a:lnTo>
                    <a:pt x="887" y="423"/>
                  </a:lnTo>
                  <a:lnTo>
                    <a:pt x="887" y="418"/>
                  </a:lnTo>
                  <a:lnTo>
                    <a:pt x="884" y="415"/>
                  </a:lnTo>
                  <a:lnTo>
                    <a:pt x="883" y="412"/>
                  </a:lnTo>
                  <a:lnTo>
                    <a:pt x="880" y="410"/>
                  </a:lnTo>
                  <a:lnTo>
                    <a:pt x="877" y="408"/>
                  </a:lnTo>
                  <a:lnTo>
                    <a:pt x="873" y="407"/>
                  </a:lnTo>
                  <a:lnTo>
                    <a:pt x="869" y="407"/>
                  </a:lnTo>
                  <a:lnTo>
                    <a:pt x="782" y="407"/>
                  </a:lnTo>
                  <a:lnTo>
                    <a:pt x="776" y="405"/>
                  </a:lnTo>
                  <a:lnTo>
                    <a:pt x="771" y="402"/>
                  </a:lnTo>
                  <a:lnTo>
                    <a:pt x="766" y="398"/>
                  </a:lnTo>
                  <a:lnTo>
                    <a:pt x="763" y="392"/>
                  </a:lnTo>
                  <a:lnTo>
                    <a:pt x="758" y="369"/>
                  </a:lnTo>
                  <a:lnTo>
                    <a:pt x="749" y="346"/>
                  </a:lnTo>
                  <a:lnTo>
                    <a:pt x="739" y="325"/>
                  </a:lnTo>
                  <a:lnTo>
                    <a:pt x="727" y="303"/>
                  </a:lnTo>
                  <a:lnTo>
                    <a:pt x="725" y="297"/>
                  </a:lnTo>
                  <a:lnTo>
                    <a:pt x="725" y="291"/>
                  </a:lnTo>
                  <a:lnTo>
                    <a:pt x="726" y="286"/>
                  </a:lnTo>
                  <a:lnTo>
                    <a:pt x="730" y="280"/>
                  </a:lnTo>
                  <a:lnTo>
                    <a:pt x="791" y="218"/>
                  </a:lnTo>
                  <a:lnTo>
                    <a:pt x="794" y="215"/>
                  </a:lnTo>
                  <a:lnTo>
                    <a:pt x="795" y="212"/>
                  </a:lnTo>
                  <a:lnTo>
                    <a:pt x="797" y="209"/>
                  </a:lnTo>
                  <a:lnTo>
                    <a:pt x="797" y="205"/>
                  </a:lnTo>
                  <a:lnTo>
                    <a:pt x="797" y="201"/>
                  </a:lnTo>
                  <a:lnTo>
                    <a:pt x="795" y="198"/>
                  </a:lnTo>
                  <a:lnTo>
                    <a:pt x="794" y="193"/>
                  </a:lnTo>
                  <a:lnTo>
                    <a:pt x="791" y="191"/>
                  </a:lnTo>
                  <a:lnTo>
                    <a:pt x="736" y="136"/>
                  </a:lnTo>
                  <a:lnTo>
                    <a:pt x="733" y="134"/>
                  </a:lnTo>
                  <a:lnTo>
                    <a:pt x="730" y="133"/>
                  </a:lnTo>
                  <a:lnTo>
                    <a:pt x="726" y="132"/>
                  </a:lnTo>
                  <a:lnTo>
                    <a:pt x="723" y="132"/>
                  </a:lnTo>
                  <a:lnTo>
                    <a:pt x="719" y="132"/>
                  </a:lnTo>
                  <a:lnTo>
                    <a:pt x="716" y="133"/>
                  </a:lnTo>
                  <a:lnTo>
                    <a:pt x="712" y="134"/>
                  </a:lnTo>
                  <a:lnTo>
                    <a:pt x="709" y="136"/>
                  </a:lnTo>
                  <a:lnTo>
                    <a:pt x="648" y="198"/>
                  </a:lnTo>
                  <a:lnTo>
                    <a:pt x="642" y="202"/>
                  </a:lnTo>
                  <a:lnTo>
                    <a:pt x="637" y="204"/>
                  </a:lnTo>
                  <a:lnTo>
                    <a:pt x="630" y="204"/>
                  </a:lnTo>
                  <a:lnTo>
                    <a:pt x="624" y="201"/>
                  </a:lnTo>
                  <a:lnTo>
                    <a:pt x="604" y="189"/>
                  </a:lnTo>
                  <a:lnTo>
                    <a:pt x="582" y="179"/>
                  </a:lnTo>
                  <a:lnTo>
                    <a:pt x="559" y="170"/>
                  </a:lnTo>
                  <a:lnTo>
                    <a:pt x="536" y="165"/>
                  </a:lnTo>
                  <a:lnTo>
                    <a:pt x="530" y="162"/>
                  </a:lnTo>
                  <a:lnTo>
                    <a:pt x="526" y="157"/>
                  </a:lnTo>
                  <a:lnTo>
                    <a:pt x="523" y="152"/>
                  </a:lnTo>
                  <a:lnTo>
                    <a:pt x="522" y="146"/>
                  </a:lnTo>
                  <a:lnTo>
                    <a:pt x="522" y="58"/>
                  </a:lnTo>
                  <a:lnTo>
                    <a:pt x="522" y="55"/>
                  </a:lnTo>
                  <a:lnTo>
                    <a:pt x="520" y="51"/>
                  </a:lnTo>
                  <a:lnTo>
                    <a:pt x="519" y="48"/>
                  </a:lnTo>
                  <a:lnTo>
                    <a:pt x="516" y="45"/>
                  </a:lnTo>
                  <a:lnTo>
                    <a:pt x="513" y="42"/>
                  </a:lnTo>
                  <a:lnTo>
                    <a:pt x="510" y="41"/>
                  </a:lnTo>
                  <a:lnTo>
                    <a:pt x="506" y="39"/>
                  </a:lnTo>
                  <a:lnTo>
                    <a:pt x="503" y="39"/>
                  </a:lnTo>
                  <a:lnTo>
                    <a:pt x="425" y="39"/>
                  </a:lnTo>
                  <a:lnTo>
                    <a:pt x="421" y="39"/>
                  </a:lnTo>
                  <a:lnTo>
                    <a:pt x="418" y="41"/>
                  </a:lnTo>
                  <a:lnTo>
                    <a:pt x="414" y="42"/>
                  </a:lnTo>
                  <a:lnTo>
                    <a:pt x="411" y="45"/>
                  </a:lnTo>
                  <a:lnTo>
                    <a:pt x="409" y="48"/>
                  </a:lnTo>
                  <a:lnTo>
                    <a:pt x="408" y="51"/>
                  </a:lnTo>
                  <a:lnTo>
                    <a:pt x="406" y="55"/>
                  </a:lnTo>
                  <a:lnTo>
                    <a:pt x="406" y="58"/>
                  </a:lnTo>
                  <a:lnTo>
                    <a:pt x="406" y="146"/>
                  </a:lnTo>
                  <a:lnTo>
                    <a:pt x="405" y="152"/>
                  </a:lnTo>
                  <a:lnTo>
                    <a:pt x="402" y="157"/>
                  </a:lnTo>
                  <a:lnTo>
                    <a:pt x="396" y="162"/>
                  </a:lnTo>
                  <a:lnTo>
                    <a:pt x="390" y="165"/>
                  </a:lnTo>
                  <a:lnTo>
                    <a:pt x="367" y="170"/>
                  </a:lnTo>
                  <a:lnTo>
                    <a:pt x="346" y="179"/>
                  </a:lnTo>
                  <a:lnTo>
                    <a:pt x="324" y="189"/>
                  </a:lnTo>
                  <a:lnTo>
                    <a:pt x="303" y="201"/>
                  </a:lnTo>
                  <a:lnTo>
                    <a:pt x="297" y="204"/>
                  </a:lnTo>
                  <a:lnTo>
                    <a:pt x="291" y="204"/>
                  </a:lnTo>
                  <a:lnTo>
                    <a:pt x="284" y="202"/>
                  </a:lnTo>
                  <a:lnTo>
                    <a:pt x="280" y="198"/>
                  </a:lnTo>
                  <a:lnTo>
                    <a:pt x="218" y="137"/>
                  </a:lnTo>
                  <a:lnTo>
                    <a:pt x="215" y="134"/>
                  </a:lnTo>
                  <a:lnTo>
                    <a:pt x="212" y="133"/>
                  </a:lnTo>
                  <a:lnTo>
                    <a:pt x="208" y="132"/>
                  </a:lnTo>
                  <a:lnTo>
                    <a:pt x="205" y="132"/>
                  </a:lnTo>
                  <a:lnTo>
                    <a:pt x="200" y="132"/>
                  </a:lnTo>
                  <a:lnTo>
                    <a:pt x="196" y="133"/>
                  </a:lnTo>
                  <a:lnTo>
                    <a:pt x="193" y="134"/>
                  </a:lnTo>
                  <a:lnTo>
                    <a:pt x="190" y="137"/>
                  </a:lnTo>
                  <a:lnTo>
                    <a:pt x="136" y="191"/>
                  </a:lnTo>
                  <a:lnTo>
                    <a:pt x="133" y="195"/>
                  </a:lnTo>
                  <a:lnTo>
                    <a:pt x="131" y="198"/>
                  </a:lnTo>
                  <a:lnTo>
                    <a:pt x="131" y="201"/>
                  </a:lnTo>
                  <a:lnTo>
                    <a:pt x="130" y="205"/>
                  </a:lnTo>
                  <a:lnTo>
                    <a:pt x="131" y="208"/>
                  </a:lnTo>
                  <a:lnTo>
                    <a:pt x="131" y="212"/>
                  </a:lnTo>
                  <a:lnTo>
                    <a:pt x="133" y="215"/>
                  </a:lnTo>
                  <a:lnTo>
                    <a:pt x="136" y="218"/>
                  </a:lnTo>
                  <a:lnTo>
                    <a:pt x="198" y="280"/>
                  </a:lnTo>
                  <a:lnTo>
                    <a:pt x="200" y="286"/>
                  </a:lnTo>
                  <a:lnTo>
                    <a:pt x="203" y="291"/>
                  </a:lnTo>
                  <a:lnTo>
                    <a:pt x="202" y="297"/>
                  </a:lnTo>
                  <a:lnTo>
                    <a:pt x="200" y="304"/>
                  </a:lnTo>
                  <a:lnTo>
                    <a:pt x="189" y="325"/>
                  </a:lnTo>
                  <a:lnTo>
                    <a:pt x="179" y="346"/>
                  </a:lnTo>
                  <a:lnTo>
                    <a:pt x="170" y="369"/>
                  </a:lnTo>
                  <a:lnTo>
                    <a:pt x="163" y="392"/>
                  </a:lnTo>
                  <a:lnTo>
                    <a:pt x="162" y="398"/>
                  </a:lnTo>
                  <a:lnTo>
                    <a:pt x="157" y="402"/>
                  </a:lnTo>
                  <a:lnTo>
                    <a:pt x="151" y="405"/>
                  </a:lnTo>
                  <a:lnTo>
                    <a:pt x="144" y="407"/>
                  </a:lnTo>
                  <a:lnTo>
                    <a:pt x="58" y="407"/>
                  </a:lnTo>
                  <a:lnTo>
                    <a:pt x="54" y="407"/>
                  </a:lnTo>
                  <a:lnTo>
                    <a:pt x="51" y="408"/>
                  </a:lnTo>
                  <a:lnTo>
                    <a:pt x="48" y="410"/>
                  </a:lnTo>
                  <a:lnTo>
                    <a:pt x="45" y="412"/>
                  </a:lnTo>
                  <a:lnTo>
                    <a:pt x="42" y="415"/>
                  </a:lnTo>
                  <a:lnTo>
                    <a:pt x="41" y="418"/>
                  </a:lnTo>
                  <a:lnTo>
                    <a:pt x="39" y="423"/>
                  </a:lnTo>
                  <a:lnTo>
                    <a:pt x="39" y="425"/>
                  </a:lnTo>
                  <a:lnTo>
                    <a:pt x="39" y="503"/>
                  </a:lnTo>
                  <a:lnTo>
                    <a:pt x="39" y="507"/>
                  </a:lnTo>
                  <a:lnTo>
                    <a:pt x="41" y="510"/>
                  </a:lnTo>
                  <a:lnTo>
                    <a:pt x="42" y="513"/>
                  </a:lnTo>
                  <a:lnTo>
                    <a:pt x="45" y="516"/>
                  </a:lnTo>
                  <a:lnTo>
                    <a:pt x="48" y="519"/>
                  </a:lnTo>
                  <a:lnTo>
                    <a:pt x="51" y="520"/>
                  </a:lnTo>
                  <a:lnTo>
                    <a:pt x="54" y="522"/>
                  </a:lnTo>
                  <a:lnTo>
                    <a:pt x="58" y="522"/>
                  </a:lnTo>
                  <a:lnTo>
                    <a:pt x="144" y="522"/>
                  </a:lnTo>
                  <a:lnTo>
                    <a:pt x="151" y="523"/>
                  </a:lnTo>
                  <a:lnTo>
                    <a:pt x="157" y="526"/>
                  </a:lnTo>
                  <a:lnTo>
                    <a:pt x="162" y="531"/>
                  </a:lnTo>
                  <a:lnTo>
                    <a:pt x="163" y="538"/>
                  </a:lnTo>
                  <a:lnTo>
                    <a:pt x="170" y="561"/>
                  </a:lnTo>
                  <a:lnTo>
                    <a:pt x="179" y="582"/>
                  </a:lnTo>
                  <a:lnTo>
                    <a:pt x="189" y="604"/>
                  </a:lnTo>
                  <a:lnTo>
                    <a:pt x="200" y="626"/>
                  </a:lnTo>
                  <a:lnTo>
                    <a:pt x="202" y="631"/>
                  </a:lnTo>
                  <a:lnTo>
                    <a:pt x="203" y="637"/>
                  </a:lnTo>
                  <a:lnTo>
                    <a:pt x="200" y="643"/>
                  </a:lnTo>
                  <a:lnTo>
                    <a:pt x="198" y="649"/>
                  </a:lnTo>
                  <a:lnTo>
                    <a:pt x="136" y="711"/>
                  </a:lnTo>
                  <a:lnTo>
                    <a:pt x="134" y="713"/>
                  </a:lnTo>
                  <a:lnTo>
                    <a:pt x="131" y="716"/>
                  </a:lnTo>
                  <a:lnTo>
                    <a:pt x="131" y="721"/>
                  </a:lnTo>
                  <a:lnTo>
                    <a:pt x="130" y="724"/>
                  </a:lnTo>
                  <a:lnTo>
                    <a:pt x="131" y="728"/>
                  </a:lnTo>
                  <a:lnTo>
                    <a:pt x="131" y="731"/>
                  </a:lnTo>
                  <a:lnTo>
                    <a:pt x="134" y="735"/>
                  </a:lnTo>
                  <a:lnTo>
                    <a:pt x="136" y="738"/>
                  </a:lnTo>
                  <a:lnTo>
                    <a:pt x="190" y="793"/>
                  </a:lnTo>
                  <a:lnTo>
                    <a:pt x="193" y="794"/>
                  </a:lnTo>
                  <a:lnTo>
                    <a:pt x="196" y="796"/>
                  </a:lnTo>
                  <a:lnTo>
                    <a:pt x="200" y="797"/>
                  </a:lnTo>
                  <a:lnTo>
                    <a:pt x="205" y="797"/>
                  </a:lnTo>
                  <a:lnTo>
                    <a:pt x="208" y="797"/>
                  </a:lnTo>
                  <a:lnTo>
                    <a:pt x="212" y="796"/>
                  </a:lnTo>
                  <a:lnTo>
                    <a:pt x="215" y="794"/>
                  </a:lnTo>
                  <a:lnTo>
                    <a:pt x="218" y="793"/>
                  </a:lnTo>
                  <a:lnTo>
                    <a:pt x="280" y="731"/>
                  </a:lnTo>
                  <a:lnTo>
                    <a:pt x="282" y="728"/>
                  </a:lnTo>
                  <a:lnTo>
                    <a:pt x="285" y="726"/>
                  </a:lnTo>
                  <a:lnTo>
                    <a:pt x="290" y="725"/>
                  </a:lnTo>
                  <a:lnTo>
                    <a:pt x="293" y="725"/>
                  </a:lnTo>
                  <a:close/>
                  <a:moveTo>
                    <a:pt x="503" y="928"/>
                  </a:moveTo>
                  <a:lnTo>
                    <a:pt x="425" y="928"/>
                  </a:lnTo>
                  <a:lnTo>
                    <a:pt x="414" y="927"/>
                  </a:lnTo>
                  <a:lnTo>
                    <a:pt x="402" y="924"/>
                  </a:lnTo>
                  <a:lnTo>
                    <a:pt x="392" y="918"/>
                  </a:lnTo>
                  <a:lnTo>
                    <a:pt x="383" y="911"/>
                  </a:lnTo>
                  <a:lnTo>
                    <a:pt x="378" y="902"/>
                  </a:lnTo>
                  <a:lnTo>
                    <a:pt x="372" y="892"/>
                  </a:lnTo>
                  <a:lnTo>
                    <a:pt x="369" y="882"/>
                  </a:lnTo>
                  <a:lnTo>
                    <a:pt x="367" y="870"/>
                  </a:lnTo>
                  <a:lnTo>
                    <a:pt x="367" y="798"/>
                  </a:lnTo>
                  <a:lnTo>
                    <a:pt x="349" y="793"/>
                  </a:lnTo>
                  <a:lnTo>
                    <a:pt x="330" y="785"/>
                  </a:lnTo>
                  <a:lnTo>
                    <a:pt x="313" y="777"/>
                  </a:lnTo>
                  <a:lnTo>
                    <a:pt x="295" y="768"/>
                  </a:lnTo>
                  <a:lnTo>
                    <a:pt x="245" y="820"/>
                  </a:lnTo>
                  <a:lnTo>
                    <a:pt x="236" y="827"/>
                  </a:lnTo>
                  <a:lnTo>
                    <a:pt x="226" y="832"/>
                  </a:lnTo>
                  <a:lnTo>
                    <a:pt x="215" y="834"/>
                  </a:lnTo>
                  <a:lnTo>
                    <a:pt x="205" y="836"/>
                  </a:lnTo>
                  <a:lnTo>
                    <a:pt x="193" y="834"/>
                  </a:lnTo>
                  <a:lnTo>
                    <a:pt x="182" y="832"/>
                  </a:lnTo>
                  <a:lnTo>
                    <a:pt x="172" y="827"/>
                  </a:lnTo>
                  <a:lnTo>
                    <a:pt x="163" y="820"/>
                  </a:lnTo>
                  <a:lnTo>
                    <a:pt x="108" y="765"/>
                  </a:lnTo>
                  <a:lnTo>
                    <a:pt x="101" y="757"/>
                  </a:lnTo>
                  <a:lnTo>
                    <a:pt x="95" y="747"/>
                  </a:lnTo>
                  <a:lnTo>
                    <a:pt x="92" y="735"/>
                  </a:lnTo>
                  <a:lnTo>
                    <a:pt x="91" y="724"/>
                  </a:lnTo>
                  <a:lnTo>
                    <a:pt x="92" y="712"/>
                  </a:lnTo>
                  <a:lnTo>
                    <a:pt x="95" y="702"/>
                  </a:lnTo>
                  <a:lnTo>
                    <a:pt x="101" y="692"/>
                  </a:lnTo>
                  <a:lnTo>
                    <a:pt x="108" y="683"/>
                  </a:lnTo>
                  <a:lnTo>
                    <a:pt x="160" y="631"/>
                  </a:lnTo>
                  <a:lnTo>
                    <a:pt x="150" y="616"/>
                  </a:lnTo>
                  <a:lnTo>
                    <a:pt x="143" y="597"/>
                  </a:lnTo>
                  <a:lnTo>
                    <a:pt x="136" y="580"/>
                  </a:lnTo>
                  <a:lnTo>
                    <a:pt x="130" y="561"/>
                  </a:lnTo>
                  <a:lnTo>
                    <a:pt x="58" y="561"/>
                  </a:lnTo>
                  <a:lnTo>
                    <a:pt x="46" y="559"/>
                  </a:lnTo>
                  <a:lnTo>
                    <a:pt x="36" y="556"/>
                  </a:lnTo>
                  <a:lnTo>
                    <a:pt x="26" y="551"/>
                  </a:lnTo>
                  <a:lnTo>
                    <a:pt x="18" y="543"/>
                  </a:lnTo>
                  <a:lnTo>
                    <a:pt x="10" y="535"/>
                  </a:lnTo>
                  <a:lnTo>
                    <a:pt x="5" y="526"/>
                  </a:lnTo>
                  <a:lnTo>
                    <a:pt x="2" y="515"/>
                  </a:lnTo>
                  <a:lnTo>
                    <a:pt x="0" y="503"/>
                  </a:lnTo>
                  <a:lnTo>
                    <a:pt x="0" y="425"/>
                  </a:lnTo>
                  <a:lnTo>
                    <a:pt x="2" y="414"/>
                  </a:lnTo>
                  <a:lnTo>
                    <a:pt x="5" y="404"/>
                  </a:lnTo>
                  <a:lnTo>
                    <a:pt x="10" y="394"/>
                  </a:lnTo>
                  <a:lnTo>
                    <a:pt x="18" y="385"/>
                  </a:lnTo>
                  <a:lnTo>
                    <a:pt x="26" y="378"/>
                  </a:lnTo>
                  <a:lnTo>
                    <a:pt x="36" y="372"/>
                  </a:lnTo>
                  <a:lnTo>
                    <a:pt x="46" y="369"/>
                  </a:lnTo>
                  <a:lnTo>
                    <a:pt x="58" y="368"/>
                  </a:lnTo>
                  <a:lnTo>
                    <a:pt x="130" y="368"/>
                  </a:lnTo>
                  <a:lnTo>
                    <a:pt x="136" y="349"/>
                  </a:lnTo>
                  <a:lnTo>
                    <a:pt x="143" y="332"/>
                  </a:lnTo>
                  <a:lnTo>
                    <a:pt x="150" y="314"/>
                  </a:lnTo>
                  <a:lnTo>
                    <a:pt x="160" y="297"/>
                  </a:lnTo>
                  <a:lnTo>
                    <a:pt x="108" y="245"/>
                  </a:lnTo>
                  <a:lnTo>
                    <a:pt x="101" y="237"/>
                  </a:lnTo>
                  <a:lnTo>
                    <a:pt x="95" y="227"/>
                  </a:lnTo>
                  <a:lnTo>
                    <a:pt x="92" y="217"/>
                  </a:lnTo>
                  <a:lnTo>
                    <a:pt x="91" y="205"/>
                  </a:lnTo>
                  <a:lnTo>
                    <a:pt x="92" y="193"/>
                  </a:lnTo>
                  <a:lnTo>
                    <a:pt x="95" y="183"/>
                  </a:lnTo>
                  <a:lnTo>
                    <a:pt x="101" y="173"/>
                  </a:lnTo>
                  <a:lnTo>
                    <a:pt x="108" y="163"/>
                  </a:lnTo>
                  <a:lnTo>
                    <a:pt x="163" y="110"/>
                  </a:lnTo>
                  <a:lnTo>
                    <a:pt x="172" y="103"/>
                  </a:lnTo>
                  <a:lnTo>
                    <a:pt x="182" y="97"/>
                  </a:lnTo>
                  <a:lnTo>
                    <a:pt x="193" y="94"/>
                  </a:lnTo>
                  <a:lnTo>
                    <a:pt x="205" y="93"/>
                  </a:lnTo>
                  <a:lnTo>
                    <a:pt x="215" y="94"/>
                  </a:lnTo>
                  <a:lnTo>
                    <a:pt x="226" y="97"/>
                  </a:lnTo>
                  <a:lnTo>
                    <a:pt x="236" y="103"/>
                  </a:lnTo>
                  <a:lnTo>
                    <a:pt x="245" y="110"/>
                  </a:lnTo>
                  <a:lnTo>
                    <a:pt x="295" y="160"/>
                  </a:lnTo>
                  <a:lnTo>
                    <a:pt x="313" y="152"/>
                  </a:lnTo>
                  <a:lnTo>
                    <a:pt x="330" y="143"/>
                  </a:lnTo>
                  <a:lnTo>
                    <a:pt x="349" y="136"/>
                  </a:lnTo>
                  <a:lnTo>
                    <a:pt x="367" y="130"/>
                  </a:lnTo>
                  <a:lnTo>
                    <a:pt x="367" y="58"/>
                  </a:lnTo>
                  <a:lnTo>
                    <a:pt x="369" y="47"/>
                  </a:lnTo>
                  <a:lnTo>
                    <a:pt x="372" y="36"/>
                  </a:lnTo>
                  <a:lnTo>
                    <a:pt x="378" y="26"/>
                  </a:lnTo>
                  <a:lnTo>
                    <a:pt x="383" y="18"/>
                  </a:lnTo>
                  <a:lnTo>
                    <a:pt x="392" y="11"/>
                  </a:lnTo>
                  <a:lnTo>
                    <a:pt x="402" y="5"/>
                  </a:lnTo>
                  <a:lnTo>
                    <a:pt x="414" y="2"/>
                  </a:lnTo>
                  <a:lnTo>
                    <a:pt x="425" y="0"/>
                  </a:lnTo>
                  <a:lnTo>
                    <a:pt x="503" y="0"/>
                  </a:lnTo>
                  <a:lnTo>
                    <a:pt x="514" y="2"/>
                  </a:lnTo>
                  <a:lnTo>
                    <a:pt x="524" y="5"/>
                  </a:lnTo>
                  <a:lnTo>
                    <a:pt x="534" y="11"/>
                  </a:lnTo>
                  <a:lnTo>
                    <a:pt x="543" y="18"/>
                  </a:lnTo>
                  <a:lnTo>
                    <a:pt x="550" y="26"/>
                  </a:lnTo>
                  <a:lnTo>
                    <a:pt x="556" y="36"/>
                  </a:lnTo>
                  <a:lnTo>
                    <a:pt x="559" y="47"/>
                  </a:lnTo>
                  <a:lnTo>
                    <a:pt x="560" y="58"/>
                  </a:lnTo>
                  <a:lnTo>
                    <a:pt x="560" y="130"/>
                  </a:lnTo>
                  <a:lnTo>
                    <a:pt x="579" y="137"/>
                  </a:lnTo>
                  <a:lnTo>
                    <a:pt x="596" y="143"/>
                  </a:lnTo>
                  <a:lnTo>
                    <a:pt x="614" y="152"/>
                  </a:lnTo>
                  <a:lnTo>
                    <a:pt x="631" y="160"/>
                  </a:lnTo>
                  <a:lnTo>
                    <a:pt x="681" y="110"/>
                  </a:lnTo>
                  <a:lnTo>
                    <a:pt x="691" y="103"/>
                  </a:lnTo>
                  <a:lnTo>
                    <a:pt x="702" y="97"/>
                  </a:lnTo>
                  <a:lnTo>
                    <a:pt x="712" y="94"/>
                  </a:lnTo>
                  <a:lnTo>
                    <a:pt x="723" y="93"/>
                  </a:lnTo>
                  <a:lnTo>
                    <a:pt x="735" y="94"/>
                  </a:lnTo>
                  <a:lnTo>
                    <a:pt x="745" y="97"/>
                  </a:lnTo>
                  <a:lnTo>
                    <a:pt x="755" y="103"/>
                  </a:lnTo>
                  <a:lnTo>
                    <a:pt x="763" y="110"/>
                  </a:lnTo>
                  <a:lnTo>
                    <a:pt x="818" y="163"/>
                  </a:lnTo>
                  <a:lnTo>
                    <a:pt x="825" y="173"/>
                  </a:lnTo>
                  <a:lnTo>
                    <a:pt x="831" y="182"/>
                  </a:lnTo>
                  <a:lnTo>
                    <a:pt x="834" y="193"/>
                  </a:lnTo>
                  <a:lnTo>
                    <a:pt x="835" y="205"/>
                  </a:lnTo>
                  <a:lnTo>
                    <a:pt x="834" y="217"/>
                  </a:lnTo>
                  <a:lnTo>
                    <a:pt x="831" y="227"/>
                  </a:lnTo>
                  <a:lnTo>
                    <a:pt x="825" y="237"/>
                  </a:lnTo>
                  <a:lnTo>
                    <a:pt x="818" y="245"/>
                  </a:lnTo>
                  <a:lnTo>
                    <a:pt x="768" y="297"/>
                  </a:lnTo>
                  <a:lnTo>
                    <a:pt x="776" y="314"/>
                  </a:lnTo>
                  <a:lnTo>
                    <a:pt x="785" y="332"/>
                  </a:lnTo>
                  <a:lnTo>
                    <a:pt x="791" y="349"/>
                  </a:lnTo>
                  <a:lnTo>
                    <a:pt x="797" y="368"/>
                  </a:lnTo>
                  <a:lnTo>
                    <a:pt x="869" y="368"/>
                  </a:lnTo>
                  <a:lnTo>
                    <a:pt x="880" y="369"/>
                  </a:lnTo>
                  <a:lnTo>
                    <a:pt x="892" y="372"/>
                  </a:lnTo>
                  <a:lnTo>
                    <a:pt x="902" y="378"/>
                  </a:lnTo>
                  <a:lnTo>
                    <a:pt x="910" y="385"/>
                  </a:lnTo>
                  <a:lnTo>
                    <a:pt x="918" y="394"/>
                  </a:lnTo>
                  <a:lnTo>
                    <a:pt x="922" y="404"/>
                  </a:lnTo>
                  <a:lnTo>
                    <a:pt x="926" y="414"/>
                  </a:lnTo>
                  <a:lnTo>
                    <a:pt x="928" y="425"/>
                  </a:lnTo>
                  <a:lnTo>
                    <a:pt x="928" y="503"/>
                  </a:lnTo>
                  <a:lnTo>
                    <a:pt x="926" y="515"/>
                  </a:lnTo>
                  <a:lnTo>
                    <a:pt x="923" y="525"/>
                  </a:lnTo>
                  <a:lnTo>
                    <a:pt x="918" y="535"/>
                  </a:lnTo>
                  <a:lnTo>
                    <a:pt x="910" y="543"/>
                  </a:lnTo>
                  <a:lnTo>
                    <a:pt x="902" y="551"/>
                  </a:lnTo>
                  <a:lnTo>
                    <a:pt x="892" y="556"/>
                  </a:lnTo>
                  <a:lnTo>
                    <a:pt x="880" y="559"/>
                  </a:lnTo>
                  <a:lnTo>
                    <a:pt x="869" y="561"/>
                  </a:lnTo>
                  <a:lnTo>
                    <a:pt x="797" y="561"/>
                  </a:lnTo>
                  <a:lnTo>
                    <a:pt x="791" y="580"/>
                  </a:lnTo>
                  <a:lnTo>
                    <a:pt x="785" y="597"/>
                  </a:lnTo>
                  <a:lnTo>
                    <a:pt x="776" y="616"/>
                  </a:lnTo>
                  <a:lnTo>
                    <a:pt x="768" y="631"/>
                  </a:lnTo>
                  <a:lnTo>
                    <a:pt x="818" y="683"/>
                  </a:lnTo>
                  <a:lnTo>
                    <a:pt x="825" y="692"/>
                  </a:lnTo>
                  <a:lnTo>
                    <a:pt x="831" y="702"/>
                  </a:lnTo>
                  <a:lnTo>
                    <a:pt x="834" y="713"/>
                  </a:lnTo>
                  <a:lnTo>
                    <a:pt x="835" y="724"/>
                  </a:lnTo>
                  <a:lnTo>
                    <a:pt x="834" y="735"/>
                  </a:lnTo>
                  <a:lnTo>
                    <a:pt x="831" y="745"/>
                  </a:lnTo>
                  <a:lnTo>
                    <a:pt x="825" y="755"/>
                  </a:lnTo>
                  <a:lnTo>
                    <a:pt x="818" y="765"/>
                  </a:lnTo>
                  <a:lnTo>
                    <a:pt x="763" y="820"/>
                  </a:lnTo>
                  <a:lnTo>
                    <a:pt x="755" y="827"/>
                  </a:lnTo>
                  <a:lnTo>
                    <a:pt x="745" y="832"/>
                  </a:lnTo>
                  <a:lnTo>
                    <a:pt x="735" y="834"/>
                  </a:lnTo>
                  <a:lnTo>
                    <a:pt x="723" y="836"/>
                  </a:lnTo>
                  <a:lnTo>
                    <a:pt x="712" y="834"/>
                  </a:lnTo>
                  <a:lnTo>
                    <a:pt x="702" y="832"/>
                  </a:lnTo>
                  <a:lnTo>
                    <a:pt x="691" y="827"/>
                  </a:lnTo>
                  <a:lnTo>
                    <a:pt x="681" y="820"/>
                  </a:lnTo>
                  <a:lnTo>
                    <a:pt x="631" y="768"/>
                  </a:lnTo>
                  <a:lnTo>
                    <a:pt x="614" y="777"/>
                  </a:lnTo>
                  <a:lnTo>
                    <a:pt x="596" y="785"/>
                  </a:lnTo>
                  <a:lnTo>
                    <a:pt x="579" y="793"/>
                  </a:lnTo>
                  <a:lnTo>
                    <a:pt x="560" y="798"/>
                  </a:lnTo>
                  <a:lnTo>
                    <a:pt x="560" y="870"/>
                  </a:lnTo>
                  <a:lnTo>
                    <a:pt x="559" y="882"/>
                  </a:lnTo>
                  <a:lnTo>
                    <a:pt x="556" y="892"/>
                  </a:lnTo>
                  <a:lnTo>
                    <a:pt x="550" y="902"/>
                  </a:lnTo>
                  <a:lnTo>
                    <a:pt x="543" y="911"/>
                  </a:lnTo>
                  <a:lnTo>
                    <a:pt x="534" y="918"/>
                  </a:lnTo>
                  <a:lnTo>
                    <a:pt x="524" y="924"/>
                  </a:lnTo>
                  <a:lnTo>
                    <a:pt x="514" y="927"/>
                  </a:lnTo>
                  <a:lnTo>
                    <a:pt x="503" y="9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4" name="Freeform 468">
              <a:extLst>
                <a:ext uri="{FF2B5EF4-FFF2-40B4-BE49-F238E27FC236}">
                  <a16:creationId xmlns:a16="http://schemas.microsoft.com/office/drawing/2014/main" id="{B832A38B-A822-4823-9A5C-49E4166D3C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0870" y="3894917"/>
              <a:ext cx="187823" cy="186367"/>
            </a:xfrm>
            <a:custGeom>
              <a:avLst/>
              <a:gdLst>
                <a:gd name="T0" fmla="*/ 161 w 386"/>
                <a:gd name="T1" fmla="*/ 42 h 386"/>
                <a:gd name="T2" fmla="*/ 119 w 386"/>
                <a:gd name="T3" fmla="*/ 58 h 386"/>
                <a:gd name="T4" fmla="*/ 83 w 386"/>
                <a:gd name="T5" fmla="*/ 84 h 386"/>
                <a:gd name="T6" fmla="*/ 56 w 386"/>
                <a:gd name="T7" fmla="*/ 120 h 386"/>
                <a:gd name="T8" fmla="*/ 42 w 386"/>
                <a:gd name="T9" fmla="*/ 162 h 386"/>
                <a:gd name="T10" fmla="*/ 39 w 386"/>
                <a:gd name="T11" fmla="*/ 209 h 386"/>
                <a:gd name="T12" fmla="*/ 50 w 386"/>
                <a:gd name="T13" fmla="*/ 254 h 386"/>
                <a:gd name="T14" fmla="*/ 73 w 386"/>
                <a:gd name="T15" fmla="*/ 291 h 386"/>
                <a:gd name="T16" fmla="*/ 107 w 386"/>
                <a:gd name="T17" fmla="*/ 321 h 386"/>
                <a:gd name="T18" fmla="*/ 147 w 386"/>
                <a:gd name="T19" fmla="*/ 342 h 386"/>
                <a:gd name="T20" fmla="*/ 193 w 386"/>
                <a:gd name="T21" fmla="*/ 347 h 386"/>
                <a:gd name="T22" fmla="*/ 239 w 386"/>
                <a:gd name="T23" fmla="*/ 342 h 386"/>
                <a:gd name="T24" fmla="*/ 279 w 386"/>
                <a:gd name="T25" fmla="*/ 321 h 386"/>
                <a:gd name="T26" fmla="*/ 311 w 386"/>
                <a:gd name="T27" fmla="*/ 291 h 386"/>
                <a:gd name="T28" fmla="*/ 335 w 386"/>
                <a:gd name="T29" fmla="*/ 254 h 386"/>
                <a:gd name="T30" fmla="*/ 346 w 386"/>
                <a:gd name="T31" fmla="*/ 209 h 386"/>
                <a:gd name="T32" fmla="*/ 344 w 386"/>
                <a:gd name="T33" fmla="*/ 162 h 386"/>
                <a:gd name="T34" fmla="*/ 328 w 386"/>
                <a:gd name="T35" fmla="*/ 120 h 386"/>
                <a:gd name="T36" fmla="*/ 302 w 386"/>
                <a:gd name="T37" fmla="*/ 84 h 386"/>
                <a:gd name="T38" fmla="*/ 266 w 386"/>
                <a:gd name="T39" fmla="*/ 58 h 386"/>
                <a:gd name="T40" fmla="*/ 223 w 386"/>
                <a:gd name="T41" fmla="*/ 42 h 386"/>
                <a:gd name="T42" fmla="*/ 193 w 386"/>
                <a:gd name="T43" fmla="*/ 386 h 386"/>
                <a:gd name="T44" fmla="*/ 135 w 386"/>
                <a:gd name="T45" fmla="*/ 378 h 386"/>
                <a:gd name="T46" fmla="*/ 85 w 386"/>
                <a:gd name="T47" fmla="*/ 353 h 386"/>
                <a:gd name="T48" fmla="*/ 43 w 386"/>
                <a:gd name="T49" fmla="*/ 316 h 386"/>
                <a:gd name="T50" fmla="*/ 14 w 386"/>
                <a:gd name="T51" fmla="*/ 268 h 386"/>
                <a:gd name="T52" fmla="*/ 0 w 386"/>
                <a:gd name="T53" fmla="*/ 213 h 386"/>
                <a:gd name="T54" fmla="*/ 3 w 386"/>
                <a:gd name="T55" fmla="*/ 154 h 386"/>
                <a:gd name="T56" fmla="*/ 23 w 386"/>
                <a:gd name="T57" fmla="*/ 101 h 386"/>
                <a:gd name="T58" fmla="*/ 56 w 386"/>
                <a:gd name="T59" fmla="*/ 56 h 386"/>
                <a:gd name="T60" fmla="*/ 101 w 386"/>
                <a:gd name="T61" fmla="*/ 23 h 386"/>
                <a:gd name="T62" fmla="*/ 154 w 386"/>
                <a:gd name="T63" fmla="*/ 5 h 386"/>
                <a:gd name="T64" fmla="*/ 212 w 386"/>
                <a:gd name="T65" fmla="*/ 2 h 386"/>
                <a:gd name="T66" fmla="*/ 268 w 386"/>
                <a:gd name="T67" fmla="*/ 16 h 386"/>
                <a:gd name="T68" fmla="*/ 315 w 386"/>
                <a:gd name="T69" fmla="*/ 45 h 386"/>
                <a:gd name="T70" fmla="*/ 353 w 386"/>
                <a:gd name="T71" fmla="*/ 85 h 386"/>
                <a:gd name="T72" fmla="*/ 377 w 386"/>
                <a:gd name="T73" fmla="*/ 136 h 386"/>
                <a:gd name="T74" fmla="*/ 386 w 386"/>
                <a:gd name="T75" fmla="*/ 193 h 386"/>
                <a:gd name="T76" fmla="*/ 377 w 386"/>
                <a:gd name="T77" fmla="*/ 251 h 386"/>
                <a:gd name="T78" fmla="*/ 353 w 386"/>
                <a:gd name="T79" fmla="*/ 301 h 386"/>
                <a:gd name="T80" fmla="*/ 315 w 386"/>
                <a:gd name="T81" fmla="*/ 343 h 386"/>
                <a:gd name="T82" fmla="*/ 268 w 386"/>
                <a:gd name="T83" fmla="*/ 372 h 386"/>
                <a:gd name="T84" fmla="*/ 212 w 386"/>
                <a:gd name="T85" fmla="*/ 3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86" h="386">
                  <a:moveTo>
                    <a:pt x="193" y="39"/>
                  </a:moveTo>
                  <a:lnTo>
                    <a:pt x="177" y="39"/>
                  </a:lnTo>
                  <a:lnTo>
                    <a:pt x="161" y="42"/>
                  </a:lnTo>
                  <a:lnTo>
                    <a:pt x="147" y="46"/>
                  </a:lnTo>
                  <a:lnTo>
                    <a:pt x="132" y="51"/>
                  </a:lnTo>
                  <a:lnTo>
                    <a:pt x="119" y="58"/>
                  </a:lnTo>
                  <a:lnTo>
                    <a:pt x="107" y="65"/>
                  </a:lnTo>
                  <a:lnTo>
                    <a:pt x="95" y="74"/>
                  </a:lnTo>
                  <a:lnTo>
                    <a:pt x="83" y="84"/>
                  </a:lnTo>
                  <a:lnTo>
                    <a:pt x="73" y="95"/>
                  </a:lnTo>
                  <a:lnTo>
                    <a:pt x="65" y="107"/>
                  </a:lnTo>
                  <a:lnTo>
                    <a:pt x="56" y="120"/>
                  </a:lnTo>
                  <a:lnTo>
                    <a:pt x="50" y="133"/>
                  </a:lnTo>
                  <a:lnTo>
                    <a:pt x="45" y="147"/>
                  </a:lnTo>
                  <a:lnTo>
                    <a:pt x="42" y="162"/>
                  </a:lnTo>
                  <a:lnTo>
                    <a:pt x="39" y="177"/>
                  </a:lnTo>
                  <a:lnTo>
                    <a:pt x="37" y="193"/>
                  </a:lnTo>
                  <a:lnTo>
                    <a:pt x="39" y="209"/>
                  </a:lnTo>
                  <a:lnTo>
                    <a:pt x="42" y="225"/>
                  </a:lnTo>
                  <a:lnTo>
                    <a:pt x="45" y="239"/>
                  </a:lnTo>
                  <a:lnTo>
                    <a:pt x="50" y="254"/>
                  </a:lnTo>
                  <a:lnTo>
                    <a:pt x="56" y="267"/>
                  </a:lnTo>
                  <a:lnTo>
                    <a:pt x="65" y="280"/>
                  </a:lnTo>
                  <a:lnTo>
                    <a:pt x="73" y="291"/>
                  </a:lnTo>
                  <a:lnTo>
                    <a:pt x="83" y="303"/>
                  </a:lnTo>
                  <a:lnTo>
                    <a:pt x="95" y="313"/>
                  </a:lnTo>
                  <a:lnTo>
                    <a:pt x="107" y="321"/>
                  </a:lnTo>
                  <a:lnTo>
                    <a:pt x="119" y="329"/>
                  </a:lnTo>
                  <a:lnTo>
                    <a:pt x="132" y="336"/>
                  </a:lnTo>
                  <a:lnTo>
                    <a:pt x="147" y="342"/>
                  </a:lnTo>
                  <a:lnTo>
                    <a:pt x="161" y="345"/>
                  </a:lnTo>
                  <a:lnTo>
                    <a:pt x="177" y="347"/>
                  </a:lnTo>
                  <a:lnTo>
                    <a:pt x="193" y="347"/>
                  </a:lnTo>
                  <a:lnTo>
                    <a:pt x="209" y="347"/>
                  </a:lnTo>
                  <a:lnTo>
                    <a:pt x="223" y="345"/>
                  </a:lnTo>
                  <a:lnTo>
                    <a:pt x="239" y="342"/>
                  </a:lnTo>
                  <a:lnTo>
                    <a:pt x="252" y="336"/>
                  </a:lnTo>
                  <a:lnTo>
                    <a:pt x="266" y="329"/>
                  </a:lnTo>
                  <a:lnTo>
                    <a:pt x="279" y="321"/>
                  </a:lnTo>
                  <a:lnTo>
                    <a:pt x="291" y="313"/>
                  </a:lnTo>
                  <a:lnTo>
                    <a:pt x="302" y="303"/>
                  </a:lnTo>
                  <a:lnTo>
                    <a:pt x="311" y="291"/>
                  </a:lnTo>
                  <a:lnTo>
                    <a:pt x="321" y="280"/>
                  </a:lnTo>
                  <a:lnTo>
                    <a:pt x="328" y="267"/>
                  </a:lnTo>
                  <a:lnTo>
                    <a:pt x="335" y="254"/>
                  </a:lnTo>
                  <a:lnTo>
                    <a:pt x="340" y="239"/>
                  </a:lnTo>
                  <a:lnTo>
                    <a:pt x="344" y="225"/>
                  </a:lnTo>
                  <a:lnTo>
                    <a:pt x="346" y="209"/>
                  </a:lnTo>
                  <a:lnTo>
                    <a:pt x="347" y="193"/>
                  </a:lnTo>
                  <a:lnTo>
                    <a:pt x="346" y="177"/>
                  </a:lnTo>
                  <a:lnTo>
                    <a:pt x="344" y="162"/>
                  </a:lnTo>
                  <a:lnTo>
                    <a:pt x="340" y="147"/>
                  </a:lnTo>
                  <a:lnTo>
                    <a:pt x="335" y="133"/>
                  </a:lnTo>
                  <a:lnTo>
                    <a:pt x="328" y="120"/>
                  </a:lnTo>
                  <a:lnTo>
                    <a:pt x="321" y="107"/>
                  </a:lnTo>
                  <a:lnTo>
                    <a:pt x="311" y="95"/>
                  </a:lnTo>
                  <a:lnTo>
                    <a:pt x="302" y="84"/>
                  </a:lnTo>
                  <a:lnTo>
                    <a:pt x="291" y="74"/>
                  </a:lnTo>
                  <a:lnTo>
                    <a:pt x="279" y="65"/>
                  </a:lnTo>
                  <a:lnTo>
                    <a:pt x="266" y="58"/>
                  </a:lnTo>
                  <a:lnTo>
                    <a:pt x="252" y="51"/>
                  </a:lnTo>
                  <a:lnTo>
                    <a:pt x="239" y="46"/>
                  </a:lnTo>
                  <a:lnTo>
                    <a:pt x="223" y="42"/>
                  </a:lnTo>
                  <a:lnTo>
                    <a:pt x="209" y="39"/>
                  </a:lnTo>
                  <a:lnTo>
                    <a:pt x="193" y="39"/>
                  </a:lnTo>
                  <a:close/>
                  <a:moveTo>
                    <a:pt x="193" y="386"/>
                  </a:moveTo>
                  <a:lnTo>
                    <a:pt x="173" y="385"/>
                  </a:lnTo>
                  <a:lnTo>
                    <a:pt x="154" y="382"/>
                  </a:lnTo>
                  <a:lnTo>
                    <a:pt x="135" y="378"/>
                  </a:lnTo>
                  <a:lnTo>
                    <a:pt x="118" y="372"/>
                  </a:lnTo>
                  <a:lnTo>
                    <a:pt x="101" y="363"/>
                  </a:lnTo>
                  <a:lnTo>
                    <a:pt x="85" y="353"/>
                  </a:lnTo>
                  <a:lnTo>
                    <a:pt x="69" y="343"/>
                  </a:lnTo>
                  <a:lnTo>
                    <a:pt x="56" y="330"/>
                  </a:lnTo>
                  <a:lnTo>
                    <a:pt x="43" y="316"/>
                  </a:lnTo>
                  <a:lnTo>
                    <a:pt x="33" y="301"/>
                  </a:lnTo>
                  <a:lnTo>
                    <a:pt x="23" y="285"/>
                  </a:lnTo>
                  <a:lnTo>
                    <a:pt x="14" y="268"/>
                  </a:lnTo>
                  <a:lnTo>
                    <a:pt x="9" y="251"/>
                  </a:lnTo>
                  <a:lnTo>
                    <a:pt x="3" y="232"/>
                  </a:lnTo>
                  <a:lnTo>
                    <a:pt x="0" y="213"/>
                  </a:lnTo>
                  <a:lnTo>
                    <a:pt x="0" y="193"/>
                  </a:lnTo>
                  <a:lnTo>
                    <a:pt x="0" y="173"/>
                  </a:lnTo>
                  <a:lnTo>
                    <a:pt x="3" y="154"/>
                  </a:lnTo>
                  <a:lnTo>
                    <a:pt x="9" y="136"/>
                  </a:lnTo>
                  <a:lnTo>
                    <a:pt x="14" y="118"/>
                  </a:lnTo>
                  <a:lnTo>
                    <a:pt x="23" y="101"/>
                  </a:lnTo>
                  <a:lnTo>
                    <a:pt x="33" y="85"/>
                  </a:lnTo>
                  <a:lnTo>
                    <a:pt x="43" y="71"/>
                  </a:lnTo>
                  <a:lnTo>
                    <a:pt x="56" y="56"/>
                  </a:lnTo>
                  <a:lnTo>
                    <a:pt x="69" y="45"/>
                  </a:lnTo>
                  <a:lnTo>
                    <a:pt x="85" y="33"/>
                  </a:lnTo>
                  <a:lnTo>
                    <a:pt x="101" y="23"/>
                  </a:lnTo>
                  <a:lnTo>
                    <a:pt x="118" y="16"/>
                  </a:lnTo>
                  <a:lnTo>
                    <a:pt x="135" y="9"/>
                  </a:lnTo>
                  <a:lnTo>
                    <a:pt x="154" y="5"/>
                  </a:lnTo>
                  <a:lnTo>
                    <a:pt x="173" y="2"/>
                  </a:lnTo>
                  <a:lnTo>
                    <a:pt x="193" y="0"/>
                  </a:lnTo>
                  <a:lnTo>
                    <a:pt x="212" y="2"/>
                  </a:lnTo>
                  <a:lnTo>
                    <a:pt x="232" y="5"/>
                  </a:lnTo>
                  <a:lnTo>
                    <a:pt x="251" y="9"/>
                  </a:lnTo>
                  <a:lnTo>
                    <a:pt x="268" y="16"/>
                  </a:lnTo>
                  <a:lnTo>
                    <a:pt x="285" y="23"/>
                  </a:lnTo>
                  <a:lnTo>
                    <a:pt x="301" y="33"/>
                  </a:lnTo>
                  <a:lnTo>
                    <a:pt x="315" y="45"/>
                  </a:lnTo>
                  <a:lnTo>
                    <a:pt x="330" y="56"/>
                  </a:lnTo>
                  <a:lnTo>
                    <a:pt x="341" y="71"/>
                  </a:lnTo>
                  <a:lnTo>
                    <a:pt x="353" y="85"/>
                  </a:lnTo>
                  <a:lnTo>
                    <a:pt x="363" y="101"/>
                  </a:lnTo>
                  <a:lnTo>
                    <a:pt x="370" y="118"/>
                  </a:lnTo>
                  <a:lnTo>
                    <a:pt x="377" y="136"/>
                  </a:lnTo>
                  <a:lnTo>
                    <a:pt x="382" y="154"/>
                  </a:lnTo>
                  <a:lnTo>
                    <a:pt x="384" y="173"/>
                  </a:lnTo>
                  <a:lnTo>
                    <a:pt x="386" y="193"/>
                  </a:lnTo>
                  <a:lnTo>
                    <a:pt x="384" y="213"/>
                  </a:lnTo>
                  <a:lnTo>
                    <a:pt x="382" y="232"/>
                  </a:lnTo>
                  <a:lnTo>
                    <a:pt x="377" y="251"/>
                  </a:lnTo>
                  <a:lnTo>
                    <a:pt x="370" y="268"/>
                  </a:lnTo>
                  <a:lnTo>
                    <a:pt x="363" y="285"/>
                  </a:lnTo>
                  <a:lnTo>
                    <a:pt x="353" y="301"/>
                  </a:lnTo>
                  <a:lnTo>
                    <a:pt x="341" y="316"/>
                  </a:lnTo>
                  <a:lnTo>
                    <a:pt x="330" y="330"/>
                  </a:lnTo>
                  <a:lnTo>
                    <a:pt x="315" y="343"/>
                  </a:lnTo>
                  <a:lnTo>
                    <a:pt x="301" y="353"/>
                  </a:lnTo>
                  <a:lnTo>
                    <a:pt x="285" y="363"/>
                  </a:lnTo>
                  <a:lnTo>
                    <a:pt x="268" y="372"/>
                  </a:lnTo>
                  <a:lnTo>
                    <a:pt x="251" y="378"/>
                  </a:lnTo>
                  <a:lnTo>
                    <a:pt x="232" y="382"/>
                  </a:lnTo>
                  <a:lnTo>
                    <a:pt x="212" y="385"/>
                  </a:lnTo>
                  <a:lnTo>
                    <a:pt x="193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22" name="Group 79">
            <a:extLst>
              <a:ext uri="{FF2B5EF4-FFF2-40B4-BE49-F238E27FC236}">
                <a16:creationId xmlns:a16="http://schemas.microsoft.com/office/drawing/2014/main" id="{F3BB0260-9D88-474D-833B-086379F2553D}"/>
              </a:ext>
            </a:extLst>
          </p:cNvPr>
          <p:cNvGrpSpPr/>
          <p:nvPr/>
        </p:nvGrpSpPr>
        <p:grpSpPr>
          <a:xfrm>
            <a:off x="2088487" y="2176217"/>
            <a:ext cx="234524" cy="235818"/>
            <a:chOff x="5009830" y="3762422"/>
            <a:chExt cx="449901" cy="451357"/>
          </a:xfrm>
          <a:solidFill>
            <a:schemeClr val="bg1"/>
          </a:solidFill>
        </p:grpSpPr>
        <p:sp>
          <p:nvSpPr>
            <p:cNvPr id="31" name="Freeform 467">
              <a:extLst>
                <a:ext uri="{FF2B5EF4-FFF2-40B4-BE49-F238E27FC236}">
                  <a16:creationId xmlns:a16="http://schemas.microsoft.com/office/drawing/2014/main" id="{1DC2EA4D-DF32-4F0E-8800-E84A376A88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9830" y="3762422"/>
              <a:ext cx="449901" cy="451357"/>
            </a:xfrm>
            <a:custGeom>
              <a:avLst/>
              <a:gdLst>
                <a:gd name="T0" fmla="*/ 390 w 928"/>
                <a:gd name="T1" fmla="*/ 764 h 928"/>
                <a:gd name="T2" fmla="*/ 408 w 928"/>
                <a:gd name="T3" fmla="*/ 878 h 928"/>
                <a:gd name="T4" fmla="*/ 503 w 928"/>
                <a:gd name="T5" fmla="*/ 889 h 928"/>
                <a:gd name="T6" fmla="*/ 522 w 928"/>
                <a:gd name="T7" fmla="*/ 873 h 928"/>
                <a:gd name="T8" fmla="*/ 559 w 928"/>
                <a:gd name="T9" fmla="*/ 758 h 928"/>
                <a:gd name="T10" fmla="*/ 648 w 928"/>
                <a:gd name="T11" fmla="*/ 731 h 928"/>
                <a:gd name="T12" fmla="*/ 730 w 928"/>
                <a:gd name="T13" fmla="*/ 796 h 928"/>
                <a:gd name="T14" fmla="*/ 797 w 928"/>
                <a:gd name="T15" fmla="*/ 724 h 928"/>
                <a:gd name="T16" fmla="*/ 725 w 928"/>
                <a:gd name="T17" fmla="*/ 637 h 928"/>
                <a:gd name="T18" fmla="*/ 766 w 928"/>
                <a:gd name="T19" fmla="*/ 531 h 928"/>
                <a:gd name="T20" fmla="*/ 880 w 928"/>
                <a:gd name="T21" fmla="*/ 519 h 928"/>
                <a:gd name="T22" fmla="*/ 887 w 928"/>
                <a:gd name="T23" fmla="*/ 423 h 928"/>
                <a:gd name="T24" fmla="*/ 869 w 928"/>
                <a:gd name="T25" fmla="*/ 407 h 928"/>
                <a:gd name="T26" fmla="*/ 749 w 928"/>
                <a:gd name="T27" fmla="*/ 346 h 928"/>
                <a:gd name="T28" fmla="*/ 791 w 928"/>
                <a:gd name="T29" fmla="*/ 218 h 928"/>
                <a:gd name="T30" fmla="*/ 794 w 928"/>
                <a:gd name="T31" fmla="*/ 193 h 928"/>
                <a:gd name="T32" fmla="*/ 719 w 928"/>
                <a:gd name="T33" fmla="*/ 132 h 928"/>
                <a:gd name="T34" fmla="*/ 630 w 928"/>
                <a:gd name="T35" fmla="*/ 204 h 928"/>
                <a:gd name="T36" fmla="*/ 526 w 928"/>
                <a:gd name="T37" fmla="*/ 157 h 928"/>
                <a:gd name="T38" fmla="*/ 516 w 928"/>
                <a:gd name="T39" fmla="*/ 45 h 928"/>
                <a:gd name="T40" fmla="*/ 418 w 928"/>
                <a:gd name="T41" fmla="*/ 41 h 928"/>
                <a:gd name="T42" fmla="*/ 406 w 928"/>
                <a:gd name="T43" fmla="*/ 146 h 928"/>
                <a:gd name="T44" fmla="*/ 324 w 928"/>
                <a:gd name="T45" fmla="*/ 189 h 928"/>
                <a:gd name="T46" fmla="*/ 215 w 928"/>
                <a:gd name="T47" fmla="*/ 134 h 928"/>
                <a:gd name="T48" fmla="*/ 190 w 928"/>
                <a:gd name="T49" fmla="*/ 137 h 928"/>
                <a:gd name="T50" fmla="*/ 131 w 928"/>
                <a:gd name="T51" fmla="*/ 212 h 928"/>
                <a:gd name="T52" fmla="*/ 200 w 928"/>
                <a:gd name="T53" fmla="*/ 304 h 928"/>
                <a:gd name="T54" fmla="*/ 151 w 928"/>
                <a:gd name="T55" fmla="*/ 405 h 928"/>
                <a:gd name="T56" fmla="*/ 42 w 928"/>
                <a:gd name="T57" fmla="*/ 415 h 928"/>
                <a:gd name="T58" fmla="*/ 42 w 928"/>
                <a:gd name="T59" fmla="*/ 513 h 928"/>
                <a:gd name="T60" fmla="*/ 151 w 928"/>
                <a:gd name="T61" fmla="*/ 523 h 928"/>
                <a:gd name="T62" fmla="*/ 200 w 928"/>
                <a:gd name="T63" fmla="*/ 626 h 928"/>
                <a:gd name="T64" fmla="*/ 131 w 928"/>
                <a:gd name="T65" fmla="*/ 716 h 928"/>
                <a:gd name="T66" fmla="*/ 190 w 928"/>
                <a:gd name="T67" fmla="*/ 793 h 928"/>
                <a:gd name="T68" fmla="*/ 215 w 928"/>
                <a:gd name="T69" fmla="*/ 794 h 928"/>
                <a:gd name="T70" fmla="*/ 503 w 928"/>
                <a:gd name="T71" fmla="*/ 928 h 928"/>
                <a:gd name="T72" fmla="*/ 372 w 928"/>
                <a:gd name="T73" fmla="*/ 892 h 928"/>
                <a:gd name="T74" fmla="*/ 295 w 928"/>
                <a:gd name="T75" fmla="*/ 768 h 928"/>
                <a:gd name="T76" fmla="*/ 182 w 928"/>
                <a:gd name="T77" fmla="*/ 832 h 928"/>
                <a:gd name="T78" fmla="*/ 91 w 928"/>
                <a:gd name="T79" fmla="*/ 724 h 928"/>
                <a:gd name="T80" fmla="*/ 143 w 928"/>
                <a:gd name="T81" fmla="*/ 597 h 928"/>
                <a:gd name="T82" fmla="*/ 18 w 928"/>
                <a:gd name="T83" fmla="*/ 543 h 928"/>
                <a:gd name="T84" fmla="*/ 5 w 928"/>
                <a:gd name="T85" fmla="*/ 404 h 928"/>
                <a:gd name="T86" fmla="*/ 130 w 928"/>
                <a:gd name="T87" fmla="*/ 368 h 928"/>
                <a:gd name="T88" fmla="*/ 95 w 928"/>
                <a:gd name="T89" fmla="*/ 227 h 928"/>
                <a:gd name="T90" fmla="*/ 163 w 928"/>
                <a:gd name="T91" fmla="*/ 110 h 928"/>
                <a:gd name="T92" fmla="*/ 236 w 928"/>
                <a:gd name="T93" fmla="*/ 103 h 928"/>
                <a:gd name="T94" fmla="*/ 367 w 928"/>
                <a:gd name="T95" fmla="*/ 58 h 928"/>
                <a:gd name="T96" fmla="*/ 414 w 928"/>
                <a:gd name="T97" fmla="*/ 2 h 928"/>
                <a:gd name="T98" fmla="*/ 550 w 928"/>
                <a:gd name="T99" fmla="*/ 26 h 928"/>
                <a:gd name="T100" fmla="*/ 614 w 928"/>
                <a:gd name="T101" fmla="*/ 152 h 928"/>
                <a:gd name="T102" fmla="*/ 735 w 928"/>
                <a:gd name="T103" fmla="*/ 94 h 928"/>
                <a:gd name="T104" fmla="*/ 834 w 928"/>
                <a:gd name="T105" fmla="*/ 193 h 928"/>
                <a:gd name="T106" fmla="*/ 776 w 928"/>
                <a:gd name="T107" fmla="*/ 314 h 928"/>
                <a:gd name="T108" fmla="*/ 902 w 928"/>
                <a:gd name="T109" fmla="*/ 378 h 928"/>
                <a:gd name="T110" fmla="*/ 926 w 928"/>
                <a:gd name="T111" fmla="*/ 515 h 928"/>
                <a:gd name="T112" fmla="*/ 869 w 928"/>
                <a:gd name="T113" fmla="*/ 561 h 928"/>
                <a:gd name="T114" fmla="*/ 825 w 928"/>
                <a:gd name="T115" fmla="*/ 692 h 928"/>
                <a:gd name="T116" fmla="*/ 818 w 928"/>
                <a:gd name="T117" fmla="*/ 765 h 928"/>
                <a:gd name="T118" fmla="*/ 702 w 928"/>
                <a:gd name="T119" fmla="*/ 832 h 928"/>
                <a:gd name="T120" fmla="*/ 560 w 928"/>
                <a:gd name="T121" fmla="*/ 798 h 928"/>
                <a:gd name="T122" fmla="*/ 524 w 928"/>
                <a:gd name="T123" fmla="*/ 924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8" h="928">
                  <a:moveTo>
                    <a:pt x="293" y="725"/>
                  </a:moveTo>
                  <a:lnTo>
                    <a:pt x="298" y="726"/>
                  </a:lnTo>
                  <a:lnTo>
                    <a:pt x="303" y="728"/>
                  </a:lnTo>
                  <a:lnTo>
                    <a:pt x="324" y="739"/>
                  </a:lnTo>
                  <a:lnTo>
                    <a:pt x="346" y="749"/>
                  </a:lnTo>
                  <a:lnTo>
                    <a:pt x="367" y="758"/>
                  </a:lnTo>
                  <a:lnTo>
                    <a:pt x="390" y="764"/>
                  </a:lnTo>
                  <a:lnTo>
                    <a:pt x="396" y="767"/>
                  </a:lnTo>
                  <a:lnTo>
                    <a:pt x="402" y="771"/>
                  </a:lnTo>
                  <a:lnTo>
                    <a:pt x="405" y="777"/>
                  </a:lnTo>
                  <a:lnTo>
                    <a:pt x="406" y="783"/>
                  </a:lnTo>
                  <a:lnTo>
                    <a:pt x="406" y="870"/>
                  </a:lnTo>
                  <a:lnTo>
                    <a:pt x="406" y="873"/>
                  </a:lnTo>
                  <a:lnTo>
                    <a:pt x="408" y="878"/>
                  </a:lnTo>
                  <a:lnTo>
                    <a:pt x="409" y="881"/>
                  </a:lnTo>
                  <a:lnTo>
                    <a:pt x="411" y="883"/>
                  </a:lnTo>
                  <a:lnTo>
                    <a:pt x="414" y="886"/>
                  </a:lnTo>
                  <a:lnTo>
                    <a:pt x="418" y="888"/>
                  </a:lnTo>
                  <a:lnTo>
                    <a:pt x="421" y="889"/>
                  </a:lnTo>
                  <a:lnTo>
                    <a:pt x="425" y="889"/>
                  </a:lnTo>
                  <a:lnTo>
                    <a:pt x="503" y="889"/>
                  </a:lnTo>
                  <a:lnTo>
                    <a:pt x="506" y="889"/>
                  </a:lnTo>
                  <a:lnTo>
                    <a:pt x="510" y="888"/>
                  </a:lnTo>
                  <a:lnTo>
                    <a:pt x="513" y="886"/>
                  </a:lnTo>
                  <a:lnTo>
                    <a:pt x="516" y="883"/>
                  </a:lnTo>
                  <a:lnTo>
                    <a:pt x="519" y="881"/>
                  </a:lnTo>
                  <a:lnTo>
                    <a:pt x="520" y="878"/>
                  </a:lnTo>
                  <a:lnTo>
                    <a:pt x="522" y="873"/>
                  </a:lnTo>
                  <a:lnTo>
                    <a:pt x="522" y="870"/>
                  </a:lnTo>
                  <a:lnTo>
                    <a:pt x="522" y="783"/>
                  </a:lnTo>
                  <a:lnTo>
                    <a:pt x="523" y="777"/>
                  </a:lnTo>
                  <a:lnTo>
                    <a:pt x="526" y="771"/>
                  </a:lnTo>
                  <a:lnTo>
                    <a:pt x="530" y="767"/>
                  </a:lnTo>
                  <a:lnTo>
                    <a:pt x="536" y="764"/>
                  </a:lnTo>
                  <a:lnTo>
                    <a:pt x="559" y="758"/>
                  </a:lnTo>
                  <a:lnTo>
                    <a:pt x="582" y="749"/>
                  </a:lnTo>
                  <a:lnTo>
                    <a:pt x="604" y="739"/>
                  </a:lnTo>
                  <a:lnTo>
                    <a:pt x="624" y="728"/>
                  </a:lnTo>
                  <a:lnTo>
                    <a:pt x="631" y="725"/>
                  </a:lnTo>
                  <a:lnTo>
                    <a:pt x="637" y="725"/>
                  </a:lnTo>
                  <a:lnTo>
                    <a:pt x="642" y="726"/>
                  </a:lnTo>
                  <a:lnTo>
                    <a:pt x="648" y="731"/>
                  </a:lnTo>
                  <a:lnTo>
                    <a:pt x="709" y="793"/>
                  </a:lnTo>
                  <a:lnTo>
                    <a:pt x="712" y="794"/>
                  </a:lnTo>
                  <a:lnTo>
                    <a:pt x="716" y="796"/>
                  </a:lnTo>
                  <a:lnTo>
                    <a:pt x="719" y="797"/>
                  </a:lnTo>
                  <a:lnTo>
                    <a:pt x="723" y="797"/>
                  </a:lnTo>
                  <a:lnTo>
                    <a:pt x="726" y="797"/>
                  </a:lnTo>
                  <a:lnTo>
                    <a:pt x="730" y="796"/>
                  </a:lnTo>
                  <a:lnTo>
                    <a:pt x="733" y="794"/>
                  </a:lnTo>
                  <a:lnTo>
                    <a:pt x="736" y="793"/>
                  </a:lnTo>
                  <a:lnTo>
                    <a:pt x="791" y="738"/>
                  </a:lnTo>
                  <a:lnTo>
                    <a:pt x="794" y="735"/>
                  </a:lnTo>
                  <a:lnTo>
                    <a:pt x="795" y="731"/>
                  </a:lnTo>
                  <a:lnTo>
                    <a:pt x="797" y="728"/>
                  </a:lnTo>
                  <a:lnTo>
                    <a:pt x="797" y="724"/>
                  </a:lnTo>
                  <a:lnTo>
                    <a:pt x="797" y="721"/>
                  </a:lnTo>
                  <a:lnTo>
                    <a:pt x="795" y="716"/>
                  </a:lnTo>
                  <a:lnTo>
                    <a:pt x="794" y="713"/>
                  </a:lnTo>
                  <a:lnTo>
                    <a:pt x="791" y="711"/>
                  </a:lnTo>
                  <a:lnTo>
                    <a:pt x="730" y="649"/>
                  </a:lnTo>
                  <a:lnTo>
                    <a:pt x="726" y="643"/>
                  </a:lnTo>
                  <a:lnTo>
                    <a:pt x="725" y="637"/>
                  </a:lnTo>
                  <a:lnTo>
                    <a:pt x="725" y="631"/>
                  </a:lnTo>
                  <a:lnTo>
                    <a:pt x="727" y="626"/>
                  </a:lnTo>
                  <a:lnTo>
                    <a:pt x="739" y="604"/>
                  </a:lnTo>
                  <a:lnTo>
                    <a:pt x="749" y="582"/>
                  </a:lnTo>
                  <a:lnTo>
                    <a:pt x="758" y="561"/>
                  </a:lnTo>
                  <a:lnTo>
                    <a:pt x="763" y="538"/>
                  </a:lnTo>
                  <a:lnTo>
                    <a:pt x="766" y="531"/>
                  </a:lnTo>
                  <a:lnTo>
                    <a:pt x="771" y="526"/>
                  </a:lnTo>
                  <a:lnTo>
                    <a:pt x="776" y="523"/>
                  </a:lnTo>
                  <a:lnTo>
                    <a:pt x="782" y="522"/>
                  </a:lnTo>
                  <a:lnTo>
                    <a:pt x="869" y="522"/>
                  </a:lnTo>
                  <a:lnTo>
                    <a:pt x="873" y="522"/>
                  </a:lnTo>
                  <a:lnTo>
                    <a:pt x="876" y="520"/>
                  </a:lnTo>
                  <a:lnTo>
                    <a:pt x="880" y="519"/>
                  </a:lnTo>
                  <a:lnTo>
                    <a:pt x="883" y="516"/>
                  </a:lnTo>
                  <a:lnTo>
                    <a:pt x="886" y="513"/>
                  </a:lnTo>
                  <a:lnTo>
                    <a:pt x="887" y="510"/>
                  </a:lnTo>
                  <a:lnTo>
                    <a:pt x="887" y="507"/>
                  </a:lnTo>
                  <a:lnTo>
                    <a:pt x="889" y="503"/>
                  </a:lnTo>
                  <a:lnTo>
                    <a:pt x="889" y="425"/>
                  </a:lnTo>
                  <a:lnTo>
                    <a:pt x="887" y="423"/>
                  </a:lnTo>
                  <a:lnTo>
                    <a:pt x="887" y="418"/>
                  </a:lnTo>
                  <a:lnTo>
                    <a:pt x="884" y="415"/>
                  </a:lnTo>
                  <a:lnTo>
                    <a:pt x="883" y="412"/>
                  </a:lnTo>
                  <a:lnTo>
                    <a:pt x="880" y="410"/>
                  </a:lnTo>
                  <a:lnTo>
                    <a:pt x="877" y="408"/>
                  </a:lnTo>
                  <a:lnTo>
                    <a:pt x="873" y="407"/>
                  </a:lnTo>
                  <a:lnTo>
                    <a:pt x="869" y="407"/>
                  </a:lnTo>
                  <a:lnTo>
                    <a:pt x="782" y="407"/>
                  </a:lnTo>
                  <a:lnTo>
                    <a:pt x="776" y="405"/>
                  </a:lnTo>
                  <a:lnTo>
                    <a:pt x="771" y="402"/>
                  </a:lnTo>
                  <a:lnTo>
                    <a:pt x="766" y="398"/>
                  </a:lnTo>
                  <a:lnTo>
                    <a:pt x="763" y="392"/>
                  </a:lnTo>
                  <a:lnTo>
                    <a:pt x="758" y="369"/>
                  </a:lnTo>
                  <a:lnTo>
                    <a:pt x="749" y="346"/>
                  </a:lnTo>
                  <a:lnTo>
                    <a:pt x="739" y="325"/>
                  </a:lnTo>
                  <a:lnTo>
                    <a:pt x="727" y="303"/>
                  </a:lnTo>
                  <a:lnTo>
                    <a:pt x="725" y="297"/>
                  </a:lnTo>
                  <a:lnTo>
                    <a:pt x="725" y="291"/>
                  </a:lnTo>
                  <a:lnTo>
                    <a:pt x="726" y="286"/>
                  </a:lnTo>
                  <a:lnTo>
                    <a:pt x="730" y="280"/>
                  </a:lnTo>
                  <a:lnTo>
                    <a:pt x="791" y="218"/>
                  </a:lnTo>
                  <a:lnTo>
                    <a:pt x="794" y="215"/>
                  </a:lnTo>
                  <a:lnTo>
                    <a:pt x="795" y="212"/>
                  </a:lnTo>
                  <a:lnTo>
                    <a:pt x="797" y="209"/>
                  </a:lnTo>
                  <a:lnTo>
                    <a:pt x="797" y="205"/>
                  </a:lnTo>
                  <a:lnTo>
                    <a:pt x="797" y="201"/>
                  </a:lnTo>
                  <a:lnTo>
                    <a:pt x="795" y="198"/>
                  </a:lnTo>
                  <a:lnTo>
                    <a:pt x="794" y="193"/>
                  </a:lnTo>
                  <a:lnTo>
                    <a:pt x="791" y="191"/>
                  </a:lnTo>
                  <a:lnTo>
                    <a:pt x="736" y="136"/>
                  </a:lnTo>
                  <a:lnTo>
                    <a:pt x="733" y="134"/>
                  </a:lnTo>
                  <a:lnTo>
                    <a:pt x="730" y="133"/>
                  </a:lnTo>
                  <a:lnTo>
                    <a:pt x="726" y="132"/>
                  </a:lnTo>
                  <a:lnTo>
                    <a:pt x="723" y="132"/>
                  </a:lnTo>
                  <a:lnTo>
                    <a:pt x="719" y="132"/>
                  </a:lnTo>
                  <a:lnTo>
                    <a:pt x="716" y="133"/>
                  </a:lnTo>
                  <a:lnTo>
                    <a:pt x="712" y="134"/>
                  </a:lnTo>
                  <a:lnTo>
                    <a:pt x="709" y="136"/>
                  </a:lnTo>
                  <a:lnTo>
                    <a:pt x="648" y="198"/>
                  </a:lnTo>
                  <a:lnTo>
                    <a:pt x="642" y="202"/>
                  </a:lnTo>
                  <a:lnTo>
                    <a:pt x="637" y="204"/>
                  </a:lnTo>
                  <a:lnTo>
                    <a:pt x="630" y="204"/>
                  </a:lnTo>
                  <a:lnTo>
                    <a:pt x="624" y="201"/>
                  </a:lnTo>
                  <a:lnTo>
                    <a:pt x="604" y="189"/>
                  </a:lnTo>
                  <a:lnTo>
                    <a:pt x="582" y="179"/>
                  </a:lnTo>
                  <a:lnTo>
                    <a:pt x="559" y="170"/>
                  </a:lnTo>
                  <a:lnTo>
                    <a:pt x="536" y="165"/>
                  </a:lnTo>
                  <a:lnTo>
                    <a:pt x="530" y="162"/>
                  </a:lnTo>
                  <a:lnTo>
                    <a:pt x="526" y="157"/>
                  </a:lnTo>
                  <a:lnTo>
                    <a:pt x="523" y="152"/>
                  </a:lnTo>
                  <a:lnTo>
                    <a:pt x="522" y="146"/>
                  </a:lnTo>
                  <a:lnTo>
                    <a:pt x="522" y="58"/>
                  </a:lnTo>
                  <a:lnTo>
                    <a:pt x="522" y="55"/>
                  </a:lnTo>
                  <a:lnTo>
                    <a:pt x="520" y="51"/>
                  </a:lnTo>
                  <a:lnTo>
                    <a:pt x="519" y="48"/>
                  </a:lnTo>
                  <a:lnTo>
                    <a:pt x="516" y="45"/>
                  </a:lnTo>
                  <a:lnTo>
                    <a:pt x="513" y="42"/>
                  </a:lnTo>
                  <a:lnTo>
                    <a:pt x="510" y="41"/>
                  </a:lnTo>
                  <a:lnTo>
                    <a:pt x="506" y="39"/>
                  </a:lnTo>
                  <a:lnTo>
                    <a:pt x="503" y="39"/>
                  </a:lnTo>
                  <a:lnTo>
                    <a:pt x="425" y="39"/>
                  </a:lnTo>
                  <a:lnTo>
                    <a:pt x="421" y="39"/>
                  </a:lnTo>
                  <a:lnTo>
                    <a:pt x="418" y="41"/>
                  </a:lnTo>
                  <a:lnTo>
                    <a:pt x="414" y="42"/>
                  </a:lnTo>
                  <a:lnTo>
                    <a:pt x="411" y="45"/>
                  </a:lnTo>
                  <a:lnTo>
                    <a:pt x="409" y="48"/>
                  </a:lnTo>
                  <a:lnTo>
                    <a:pt x="408" y="51"/>
                  </a:lnTo>
                  <a:lnTo>
                    <a:pt x="406" y="55"/>
                  </a:lnTo>
                  <a:lnTo>
                    <a:pt x="406" y="58"/>
                  </a:lnTo>
                  <a:lnTo>
                    <a:pt x="406" y="146"/>
                  </a:lnTo>
                  <a:lnTo>
                    <a:pt x="405" y="152"/>
                  </a:lnTo>
                  <a:lnTo>
                    <a:pt x="402" y="157"/>
                  </a:lnTo>
                  <a:lnTo>
                    <a:pt x="396" y="162"/>
                  </a:lnTo>
                  <a:lnTo>
                    <a:pt x="390" y="165"/>
                  </a:lnTo>
                  <a:lnTo>
                    <a:pt x="367" y="170"/>
                  </a:lnTo>
                  <a:lnTo>
                    <a:pt x="346" y="179"/>
                  </a:lnTo>
                  <a:lnTo>
                    <a:pt x="324" y="189"/>
                  </a:lnTo>
                  <a:lnTo>
                    <a:pt x="303" y="201"/>
                  </a:lnTo>
                  <a:lnTo>
                    <a:pt x="297" y="204"/>
                  </a:lnTo>
                  <a:lnTo>
                    <a:pt x="291" y="204"/>
                  </a:lnTo>
                  <a:lnTo>
                    <a:pt x="284" y="202"/>
                  </a:lnTo>
                  <a:lnTo>
                    <a:pt x="280" y="198"/>
                  </a:lnTo>
                  <a:lnTo>
                    <a:pt x="218" y="137"/>
                  </a:lnTo>
                  <a:lnTo>
                    <a:pt x="215" y="134"/>
                  </a:lnTo>
                  <a:lnTo>
                    <a:pt x="212" y="133"/>
                  </a:lnTo>
                  <a:lnTo>
                    <a:pt x="208" y="132"/>
                  </a:lnTo>
                  <a:lnTo>
                    <a:pt x="205" y="132"/>
                  </a:lnTo>
                  <a:lnTo>
                    <a:pt x="200" y="132"/>
                  </a:lnTo>
                  <a:lnTo>
                    <a:pt x="196" y="133"/>
                  </a:lnTo>
                  <a:lnTo>
                    <a:pt x="193" y="134"/>
                  </a:lnTo>
                  <a:lnTo>
                    <a:pt x="190" y="137"/>
                  </a:lnTo>
                  <a:lnTo>
                    <a:pt x="136" y="191"/>
                  </a:lnTo>
                  <a:lnTo>
                    <a:pt x="133" y="195"/>
                  </a:lnTo>
                  <a:lnTo>
                    <a:pt x="131" y="198"/>
                  </a:lnTo>
                  <a:lnTo>
                    <a:pt x="131" y="201"/>
                  </a:lnTo>
                  <a:lnTo>
                    <a:pt x="130" y="205"/>
                  </a:lnTo>
                  <a:lnTo>
                    <a:pt x="131" y="208"/>
                  </a:lnTo>
                  <a:lnTo>
                    <a:pt x="131" y="212"/>
                  </a:lnTo>
                  <a:lnTo>
                    <a:pt x="133" y="215"/>
                  </a:lnTo>
                  <a:lnTo>
                    <a:pt x="136" y="218"/>
                  </a:lnTo>
                  <a:lnTo>
                    <a:pt x="198" y="280"/>
                  </a:lnTo>
                  <a:lnTo>
                    <a:pt x="200" y="286"/>
                  </a:lnTo>
                  <a:lnTo>
                    <a:pt x="203" y="291"/>
                  </a:lnTo>
                  <a:lnTo>
                    <a:pt x="202" y="297"/>
                  </a:lnTo>
                  <a:lnTo>
                    <a:pt x="200" y="304"/>
                  </a:lnTo>
                  <a:lnTo>
                    <a:pt x="189" y="325"/>
                  </a:lnTo>
                  <a:lnTo>
                    <a:pt x="179" y="346"/>
                  </a:lnTo>
                  <a:lnTo>
                    <a:pt x="170" y="369"/>
                  </a:lnTo>
                  <a:lnTo>
                    <a:pt x="163" y="392"/>
                  </a:lnTo>
                  <a:lnTo>
                    <a:pt x="162" y="398"/>
                  </a:lnTo>
                  <a:lnTo>
                    <a:pt x="157" y="402"/>
                  </a:lnTo>
                  <a:lnTo>
                    <a:pt x="151" y="405"/>
                  </a:lnTo>
                  <a:lnTo>
                    <a:pt x="144" y="407"/>
                  </a:lnTo>
                  <a:lnTo>
                    <a:pt x="58" y="407"/>
                  </a:lnTo>
                  <a:lnTo>
                    <a:pt x="54" y="407"/>
                  </a:lnTo>
                  <a:lnTo>
                    <a:pt x="51" y="408"/>
                  </a:lnTo>
                  <a:lnTo>
                    <a:pt x="48" y="410"/>
                  </a:lnTo>
                  <a:lnTo>
                    <a:pt x="45" y="412"/>
                  </a:lnTo>
                  <a:lnTo>
                    <a:pt x="42" y="415"/>
                  </a:lnTo>
                  <a:lnTo>
                    <a:pt x="41" y="418"/>
                  </a:lnTo>
                  <a:lnTo>
                    <a:pt x="39" y="423"/>
                  </a:lnTo>
                  <a:lnTo>
                    <a:pt x="39" y="425"/>
                  </a:lnTo>
                  <a:lnTo>
                    <a:pt x="39" y="503"/>
                  </a:lnTo>
                  <a:lnTo>
                    <a:pt x="39" y="507"/>
                  </a:lnTo>
                  <a:lnTo>
                    <a:pt x="41" y="510"/>
                  </a:lnTo>
                  <a:lnTo>
                    <a:pt x="42" y="513"/>
                  </a:lnTo>
                  <a:lnTo>
                    <a:pt x="45" y="516"/>
                  </a:lnTo>
                  <a:lnTo>
                    <a:pt x="48" y="519"/>
                  </a:lnTo>
                  <a:lnTo>
                    <a:pt x="51" y="520"/>
                  </a:lnTo>
                  <a:lnTo>
                    <a:pt x="54" y="522"/>
                  </a:lnTo>
                  <a:lnTo>
                    <a:pt x="58" y="522"/>
                  </a:lnTo>
                  <a:lnTo>
                    <a:pt x="144" y="522"/>
                  </a:lnTo>
                  <a:lnTo>
                    <a:pt x="151" y="523"/>
                  </a:lnTo>
                  <a:lnTo>
                    <a:pt x="157" y="526"/>
                  </a:lnTo>
                  <a:lnTo>
                    <a:pt x="162" y="531"/>
                  </a:lnTo>
                  <a:lnTo>
                    <a:pt x="163" y="538"/>
                  </a:lnTo>
                  <a:lnTo>
                    <a:pt x="170" y="561"/>
                  </a:lnTo>
                  <a:lnTo>
                    <a:pt x="179" y="582"/>
                  </a:lnTo>
                  <a:lnTo>
                    <a:pt x="189" y="604"/>
                  </a:lnTo>
                  <a:lnTo>
                    <a:pt x="200" y="626"/>
                  </a:lnTo>
                  <a:lnTo>
                    <a:pt x="202" y="631"/>
                  </a:lnTo>
                  <a:lnTo>
                    <a:pt x="203" y="637"/>
                  </a:lnTo>
                  <a:lnTo>
                    <a:pt x="200" y="643"/>
                  </a:lnTo>
                  <a:lnTo>
                    <a:pt x="198" y="649"/>
                  </a:lnTo>
                  <a:lnTo>
                    <a:pt x="136" y="711"/>
                  </a:lnTo>
                  <a:lnTo>
                    <a:pt x="134" y="713"/>
                  </a:lnTo>
                  <a:lnTo>
                    <a:pt x="131" y="716"/>
                  </a:lnTo>
                  <a:lnTo>
                    <a:pt x="131" y="721"/>
                  </a:lnTo>
                  <a:lnTo>
                    <a:pt x="130" y="724"/>
                  </a:lnTo>
                  <a:lnTo>
                    <a:pt x="131" y="728"/>
                  </a:lnTo>
                  <a:lnTo>
                    <a:pt x="131" y="731"/>
                  </a:lnTo>
                  <a:lnTo>
                    <a:pt x="134" y="735"/>
                  </a:lnTo>
                  <a:lnTo>
                    <a:pt x="136" y="738"/>
                  </a:lnTo>
                  <a:lnTo>
                    <a:pt x="190" y="793"/>
                  </a:lnTo>
                  <a:lnTo>
                    <a:pt x="193" y="794"/>
                  </a:lnTo>
                  <a:lnTo>
                    <a:pt x="196" y="796"/>
                  </a:lnTo>
                  <a:lnTo>
                    <a:pt x="200" y="797"/>
                  </a:lnTo>
                  <a:lnTo>
                    <a:pt x="205" y="797"/>
                  </a:lnTo>
                  <a:lnTo>
                    <a:pt x="208" y="797"/>
                  </a:lnTo>
                  <a:lnTo>
                    <a:pt x="212" y="796"/>
                  </a:lnTo>
                  <a:lnTo>
                    <a:pt x="215" y="794"/>
                  </a:lnTo>
                  <a:lnTo>
                    <a:pt x="218" y="793"/>
                  </a:lnTo>
                  <a:lnTo>
                    <a:pt x="280" y="731"/>
                  </a:lnTo>
                  <a:lnTo>
                    <a:pt x="282" y="728"/>
                  </a:lnTo>
                  <a:lnTo>
                    <a:pt x="285" y="726"/>
                  </a:lnTo>
                  <a:lnTo>
                    <a:pt x="290" y="725"/>
                  </a:lnTo>
                  <a:lnTo>
                    <a:pt x="293" y="725"/>
                  </a:lnTo>
                  <a:close/>
                  <a:moveTo>
                    <a:pt x="503" y="928"/>
                  </a:moveTo>
                  <a:lnTo>
                    <a:pt x="425" y="928"/>
                  </a:lnTo>
                  <a:lnTo>
                    <a:pt x="414" y="927"/>
                  </a:lnTo>
                  <a:lnTo>
                    <a:pt x="402" y="924"/>
                  </a:lnTo>
                  <a:lnTo>
                    <a:pt x="392" y="918"/>
                  </a:lnTo>
                  <a:lnTo>
                    <a:pt x="383" y="911"/>
                  </a:lnTo>
                  <a:lnTo>
                    <a:pt x="378" y="902"/>
                  </a:lnTo>
                  <a:lnTo>
                    <a:pt x="372" y="892"/>
                  </a:lnTo>
                  <a:lnTo>
                    <a:pt x="369" y="882"/>
                  </a:lnTo>
                  <a:lnTo>
                    <a:pt x="367" y="870"/>
                  </a:lnTo>
                  <a:lnTo>
                    <a:pt x="367" y="798"/>
                  </a:lnTo>
                  <a:lnTo>
                    <a:pt x="349" y="793"/>
                  </a:lnTo>
                  <a:lnTo>
                    <a:pt x="330" y="785"/>
                  </a:lnTo>
                  <a:lnTo>
                    <a:pt x="313" y="777"/>
                  </a:lnTo>
                  <a:lnTo>
                    <a:pt x="295" y="768"/>
                  </a:lnTo>
                  <a:lnTo>
                    <a:pt x="245" y="820"/>
                  </a:lnTo>
                  <a:lnTo>
                    <a:pt x="236" y="827"/>
                  </a:lnTo>
                  <a:lnTo>
                    <a:pt x="226" y="832"/>
                  </a:lnTo>
                  <a:lnTo>
                    <a:pt x="215" y="834"/>
                  </a:lnTo>
                  <a:lnTo>
                    <a:pt x="205" y="836"/>
                  </a:lnTo>
                  <a:lnTo>
                    <a:pt x="193" y="834"/>
                  </a:lnTo>
                  <a:lnTo>
                    <a:pt x="182" y="832"/>
                  </a:lnTo>
                  <a:lnTo>
                    <a:pt x="172" y="827"/>
                  </a:lnTo>
                  <a:lnTo>
                    <a:pt x="163" y="820"/>
                  </a:lnTo>
                  <a:lnTo>
                    <a:pt x="108" y="765"/>
                  </a:lnTo>
                  <a:lnTo>
                    <a:pt x="101" y="757"/>
                  </a:lnTo>
                  <a:lnTo>
                    <a:pt x="95" y="747"/>
                  </a:lnTo>
                  <a:lnTo>
                    <a:pt x="92" y="735"/>
                  </a:lnTo>
                  <a:lnTo>
                    <a:pt x="91" y="724"/>
                  </a:lnTo>
                  <a:lnTo>
                    <a:pt x="92" y="712"/>
                  </a:lnTo>
                  <a:lnTo>
                    <a:pt x="95" y="702"/>
                  </a:lnTo>
                  <a:lnTo>
                    <a:pt x="101" y="692"/>
                  </a:lnTo>
                  <a:lnTo>
                    <a:pt x="108" y="683"/>
                  </a:lnTo>
                  <a:lnTo>
                    <a:pt x="160" y="631"/>
                  </a:lnTo>
                  <a:lnTo>
                    <a:pt x="150" y="616"/>
                  </a:lnTo>
                  <a:lnTo>
                    <a:pt x="143" y="597"/>
                  </a:lnTo>
                  <a:lnTo>
                    <a:pt x="136" y="580"/>
                  </a:lnTo>
                  <a:lnTo>
                    <a:pt x="130" y="561"/>
                  </a:lnTo>
                  <a:lnTo>
                    <a:pt x="58" y="561"/>
                  </a:lnTo>
                  <a:lnTo>
                    <a:pt x="46" y="559"/>
                  </a:lnTo>
                  <a:lnTo>
                    <a:pt x="36" y="556"/>
                  </a:lnTo>
                  <a:lnTo>
                    <a:pt x="26" y="551"/>
                  </a:lnTo>
                  <a:lnTo>
                    <a:pt x="18" y="543"/>
                  </a:lnTo>
                  <a:lnTo>
                    <a:pt x="10" y="535"/>
                  </a:lnTo>
                  <a:lnTo>
                    <a:pt x="5" y="526"/>
                  </a:lnTo>
                  <a:lnTo>
                    <a:pt x="2" y="515"/>
                  </a:lnTo>
                  <a:lnTo>
                    <a:pt x="0" y="503"/>
                  </a:lnTo>
                  <a:lnTo>
                    <a:pt x="0" y="425"/>
                  </a:lnTo>
                  <a:lnTo>
                    <a:pt x="2" y="414"/>
                  </a:lnTo>
                  <a:lnTo>
                    <a:pt x="5" y="404"/>
                  </a:lnTo>
                  <a:lnTo>
                    <a:pt x="10" y="394"/>
                  </a:lnTo>
                  <a:lnTo>
                    <a:pt x="18" y="385"/>
                  </a:lnTo>
                  <a:lnTo>
                    <a:pt x="26" y="378"/>
                  </a:lnTo>
                  <a:lnTo>
                    <a:pt x="36" y="372"/>
                  </a:lnTo>
                  <a:lnTo>
                    <a:pt x="46" y="369"/>
                  </a:lnTo>
                  <a:lnTo>
                    <a:pt x="58" y="368"/>
                  </a:lnTo>
                  <a:lnTo>
                    <a:pt x="130" y="368"/>
                  </a:lnTo>
                  <a:lnTo>
                    <a:pt x="136" y="349"/>
                  </a:lnTo>
                  <a:lnTo>
                    <a:pt x="143" y="332"/>
                  </a:lnTo>
                  <a:lnTo>
                    <a:pt x="150" y="314"/>
                  </a:lnTo>
                  <a:lnTo>
                    <a:pt x="160" y="297"/>
                  </a:lnTo>
                  <a:lnTo>
                    <a:pt x="108" y="245"/>
                  </a:lnTo>
                  <a:lnTo>
                    <a:pt x="101" y="237"/>
                  </a:lnTo>
                  <a:lnTo>
                    <a:pt x="95" y="227"/>
                  </a:lnTo>
                  <a:lnTo>
                    <a:pt x="92" y="217"/>
                  </a:lnTo>
                  <a:lnTo>
                    <a:pt x="91" y="205"/>
                  </a:lnTo>
                  <a:lnTo>
                    <a:pt x="92" y="193"/>
                  </a:lnTo>
                  <a:lnTo>
                    <a:pt x="95" y="183"/>
                  </a:lnTo>
                  <a:lnTo>
                    <a:pt x="101" y="173"/>
                  </a:lnTo>
                  <a:lnTo>
                    <a:pt x="108" y="163"/>
                  </a:lnTo>
                  <a:lnTo>
                    <a:pt x="163" y="110"/>
                  </a:lnTo>
                  <a:lnTo>
                    <a:pt x="172" y="103"/>
                  </a:lnTo>
                  <a:lnTo>
                    <a:pt x="182" y="97"/>
                  </a:lnTo>
                  <a:lnTo>
                    <a:pt x="193" y="94"/>
                  </a:lnTo>
                  <a:lnTo>
                    <a:pt x="205" y="93"/>
                  </a:lnTo>
                  <a:lnTo>
                    <a:pt x="215" y="94"/>
                  </a:lnTo>
                  <a:lnTo>
                    <a:pt x="226" y="97"/>
                  </a:lnTo>
                  <a:lnTo>
                    <a:pt x="236" y="103"/>
                  </a:lnTo>
                  <a:lnTo>
                    <a:pt x="245" y="110"/>
                  </a:lnTo>
                  <a:lnTo>
                    <a:pt x="295" y="160"/>
                  </a:lnTo>
                  <a:lnTo>
                    <a:pt x="313" y="152"/>
                  </a:lnTo>
                  <a:lnTo>
                    <a:pt x="330" y="143"/>
                  </a:lnTo>
                  <a:lnTo>
                    <a:pt x="349" y="136"/>
                  </a:lnTo>
                  <a:lnTo>
                    <a:pt x="367" y="130"/>
                  </a:lnTo>
                  <a:lnTo>
                    <a:pt x="367" y="58"/>
                  </a:lnTo>
                  <a:lnTo>
                    <a:pt x="369" y="47"/>
                  </a:lnTo>
                  <a:lnTo>
                    <a:pt x="372" y="36"/>
                  </a:lnTo>
                  <a:lnTo>
                    <a:pt x="378" y="26"/>
                  </a:lnTo>
                  <a:lnTo>
                    <a:pt x="383" y="18"/>
                  </a:lnTo>
                  <a:lnTo>
                    <a:pt x="392" y="11"/>
                  </a:lnTo>
                  <a:lnTo>
                    <a:pt x="402" y="5"/>
                  </a:lnTo>
                  <a:lnTo>
                    <a:pt x="414" y="2"/>
                  </a:lnTo>
                  <a:lnTo>
                    <a:pt x="425" y="0"/>
                  </a:lnTo>
                  <a:lnTo>
                    <a:pt x="503" y="0"/>
                  </a:lnTo>
                  <a:lnTo>
                    <a:pt x="514" y="2"/>
                  </a:lnTo>
                  <a:lnTo>
                    <a:pt x="524" y="5"/>
                  </a:lnTo>
                  <a:lnTo>
                    <a:pt x="534" y="11"/>
                  </a:lnTo>
                  <a:lnTo>
                    <a:pt x="543" y="18"/>
                  </a:lnTo>
                  <a:lnTo>
                    <a:pt x="550" y="26"/>
                  </a:lnTo>
                  <a:lnTo>
                    <a:pt x="556" y="36"/>
                  </a:lnTo>
                  <a:lnTo>
                    <a:pt x="559" y="47"/>
                  </a:lnTo>
                  <a:lnTo>
                    <a:pt x="560" y="58"/>
                  </a:lnTo>
                  <a:lnTo>
                    <a:pt x="560" y="130"/>
                  </a:lnTo>
                  <a:lnTo>
                    <a:pt x="579" y="137"/>
                  </a:lnTo>
                  <a:lnTo>
                    <a:pt x="596" y="143"/>
                  </a:lnTo>
                  <a:lnTo>
                    <a:pt x="614" y="152"/>
                  </a:lnTo>
                  <a:lnTo>
                    <a:pt x="631" y="160"/>
                  </a:lnTo>
                  <a:lnTo>
                    <a:pt x="681" y="110"/>
                  </a:lnTo>
                  <a:lnTo>
                    <a:pt x="691" y="103"/>
                  </a:lnTo>
                  <a:lnTo>
                    <a:pt x="702" y="97"/>
                  </a:lnTo>
                  <a:lnTo>
                    <a:pt x="712" y="94"/>
                  </a:lnTo>
                  <a:lnTo>
                    <a:pt x="723" y="93"/>
                  </a:lnTo>
                  <a:lnTo>
                    <a:pt x="735" y="94"/>
                  </a:lnTo>
                  <a:lnTo>
                    <a:pt x="745" y="97"/>
                  </a:lnTo>
                  <a:lnTo>
                    <a:pt x="755" y="103"/>
                  </a:lnTo>
                  <a:lnTo>
                    <a:pt x="763" y="110"/>
                  </a:lnTo>
                  <a:lnTo>
                    <a:pt x="818" y="163"/>
                  </a:lnTo>
                  <a:lnTo>
                    <a:pt x="825" y="173"/>
                  </a:lnTo>
                  <a:lnTo>
                    <a:pt x="831" y="182"/>
                  </a:lnTo>
                  <a:lnTo>
                    <a:pt x="834" y="193"/>
                  </a:lnTo>
                  <a:lnTo>
                    <a:pt x="835" y="205"/>
                  </a:lnTo>
                  <a:lnTo>
                    <a:pt x="834" y="217"/>
                  </a:lnTo>
                  <a:lnTo>
                    <a:pt x="831" y="227"/>
                  </a:lnTo>
                  <a:lnTo>
                    <a:pt x="825" y="237"/>
                  </a:lnTo>
                  <a:lnTo>
                    <a:pt x="818" y="245"/>
                  </a:lnTo>
                  <a:lnTo>
                    <a:pt x="768" y="297"/>
                  </a:lnTo>
                  <a:lnTo>
                    <a:pt x="776" y="314"/>
                  </a:lnTo>
                  <a:lnTo>
                    <a:pt x="785" y="332"/>
                  </a:lnTo>
                  <a:lnTo>
                    <a:pt x="791" y="349"/>
                  </a:lnTo>
                  <a:lnTo>
                    <a:pt x="797" y="368"/>
                  </a:lnTo>
                  <a:lnTo>
                    <a:pt x="869" y="368"/>
                  </a:lnTo>
                  <a:lnTo>
                    <a:pt x="880" y="369"/>
                  </a:lnTo>
                  <a:lnTo>
                    <a:pt x="892" y="372"/>
                  </a:lnTo>
                  <a:lnTo>
                    <a:pt x="902" y="378"/>
                  </a:lnTo>
                  <a:lnTo>
                    <a:pt x="910" y="385"/>
                  </a:lnTo>
                  <a:lnTo>
                    <a:pt x="918" y="394"/>
                  </a:lnTo>
                  <a:lnTo>
                    <a:pt x="922" y="404"/>
                  </a:lnTo>
                  <a:lnTo>
                    <a:pt x="926" y="414"/>
                  </a:lnTo>
                  <a:lnTo>
                    <a:pt x="928" y="425"/>
                  </a:lnTo>
                  <a:lnTo>
                    <a:pt x="928" y="503"/>
                  </a:lnTo>
                  <a:lnTo>
                    <a:pt x="926" y="515"/>
                  </a:lnTo>
                  <a:lnTo>
                    <a:pt x="923" y="525"/>
                  </a:lnTo>
                  <a:lnTo>
                    <a:pt x="918" y="535"/>
                  </a:lnTo>
                  <a:lnTo>
                    <a:pt x="910" y="543"/>
                  </a:lnTo>
                  <a:lnTo>
                    <a:pt x="902" y="551"/>
                  </a:lnTo>
                  <a:lnTo>
                    <a:pt x="892" y="556"/>
                  </a:lnTo>
                  <a:lnTo>
                    <a:pt x="880" y="559"/>
                  </a:lnTo>
                  <a:lnTo>
                    <a:pt x="869" y="561"/>
                  </a:lnTo>
                  <a:lnTo>
                    <a:pt x="797" y="561"/>
                  </a:lnTo>
                  <a:lnTo>
                    <a:pt x="791" y="580"/>
                  </a:lnTo>
                  <a:lnTo>
                    <a:pt x="785" y="597"/>
                  </a:lnTo>
                  <a:lnTo>
                    <a:pt x="776" y="616"/>
                  </a:lnTo>
                  <a:lnTo>
                    <a:pt x="768" y="631"/>
                  </a:lnTo>
                  <a:lnTo>
                    <a:pt x="818" y="683"/>
                  </a:lnTo>
                  <a:lnTo>
                    <a:pt x="825" y="692"/>
                  </a:lnTo>
                  <a:lnTo>
                    <a:pt x="831" y="702"/>
                  </a:lnTo>
                  <a:lnTo>
                    <a:pt x="834" y="713"/>
                  </a:lnTo>
                  <a:lnTo>
                    <a:pt x="835" y="724"/>
                  </a:lnTo>
                  <a:lnTo>
                    <a:pt x="834" y="735"/>
                  </a:lnTo>
                  <a:lnTo>
                    <a:pt x="831" y="745"/>
                  </a:lnTo>
                  <a:lnTo>
                    <a:pt x="825" y="755"/>
                  </a:lnTo>
                  <a:lnTo>
                    <a:pt x="818" y="765"/>
                  </a:lnTo>
                  <a:lnTo>
                    <a:pt x="763" y="820"/>
                  </a:lnTo>
                  <a:lnTo>
                    <a:pt x="755" y="827"/>
                  </a:lnTo>
                  <a:lnTo>
                    <a:pt x="745" y="832"/>
                  </a:lnTo>
                  <a:lnTo>
                    <a:pt x="735" y="834"/>
                  </a:lnTo>
                  <a:lnTo>
                    <a:pt x="723" y="836"/>
                  </a:lnTo>
                  <a:lnTo>
                    <a:pt x="712" y="834"/>
                  </a:lnTo>
                  <a:lnTo>
                    <a:pt x="702" y="832"/>
                  </a:lnTo>
                  <a:lnTo>
                    <a:pt x="691" y="827"/>
                  </a:lnTo>
                  <a:lnTo>
                    <a:pt x="681" y="820"/>
                  </a:lnTo>
                  <a:lnTo>
                    <a:pt x="631" y="768"/>
                  </a:lnTo>
                  <a:lnTo>
                    <a:pt x="614" y="777"/>
                  </a:lnTo>
                  <a:lnTo>
                    <a:pt x="596" y="785"/>
                  </a:lnTo>
                  <a:lnTo>
                    <a:pt x="579" y="793"/>
                  </a:lnTo>
                  <a:lnTo>
                    <a:pt x="560" y="798"/>
                  </a:lnTo>
                  <a:lnTo>
                    <a:pt x="560" y="870"/>
                  </a:lnTo>
                  <a:lnTo>
                    <a:pt x="559" y="882"/>
                  </a:lnTo>
                  <a:lnTo>
                    <a:pt x="556" y="892"/>
                  </a:lnTo>
                  <a:lnTo>
                    <a:pt x="550" y="902"/>
                  </a:lnTo>
                  <a:lnTo>
                    <a:pt x="543" y="911"/>
                  </a:lnTo>
                  <a:lnTo>
                    <a:pt x="534" y="918"/>
                  </a:lnTo>
                  <a:lnTo>
                    <a:pt x="524" y="924"/>
                  </a:lnTo>
                  <a:lnTo>
                    <a:pt x="514" y="927"/>
                  </a:lnTo>
                  <a:lnTo>
                    <a:pt x="503" y="9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2" name="Freeform 468">
              <a:extLst>
                <a:ext uri="{FF2B5EF4-FFF2-40B4-BE49-F238E27FC236}">
                  <a16:creationId xmlns:a16="http://schemas.microsoft.com/office/drawing/2014/main" id="{FD6DD303-32F4-4DFB-9303-99141EDC03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0870" y="3894917"/>
              <a:ext cx="187823" cy="186367"/>
            </a:xfrm>
            <a:custGeom>
              <a:avLst/>
              <a:gdLst>
                <a:gd name="T0" fmla="*/ 161 w 386"/>
                <a:gd name="T1" fmla="*/ 42 h 386"/>
                <a:gd name="T2" fmla="*/ 119 w 386"/>
                <a:gd name="T3" fmla="*/ 58 h 386"/>
                <a:gd name="T4" fmla="*/ 83 w 386"/>
                <a:gd name="T5" fmla="*/ 84 h 386"/>
                <a:gd name="T6" fmla="*/ 56 w 386"/>
                <a:gd name="T7" fmla="*/ 120 h 386"/>
                <a:gd name="T8" fmla="*/ 42 w 386"/>
                <a:gd name="T9" fmla="*/ 162 h 386"/>
                <a:gd name="T10" fmla="*/ 39 w 386"/>
                <a:gd name="T11" fmla="*/ 209 h 386"/>
                <a:gd name="T12" fmla="*/ 50 w 386"/>
                <a:gd name="T13" fmla="*/ 254 h 386"/>
                <a:gd name="T14" fmla="*/ 73 w 386"/>
                <a:gd name="T15" fmla="*/ 291 h 386"/>
                <a:gd name="T16" fmla="*/ 107 w 386"/>
                <a:gd name="T17" fmla="*/ 321 h 386"/>
                <a:gd name="T18" fmla="*/ 147 w 386"/>
                <a:gd name="T19" fmla="*/ 342 h 386"/>
                <a:gd name="T20" fmla="*/ 193 w 386"/>
                <a:gd name="T21" fmla="*/ 347 h 386"/>
                <a:gd name="T22" fmla="*/ 239 w 386"/>
                <a:gd name="T23" fmla="*/ 342 h 386"/>
                <a:gd name="T24" fmla="*/ 279 w 386"/>
                <a:gd name="T25" fmla="*/ 321 h 386"/>
                <a:gd name="T26" fmla="*/ 311 w 386"/>
                <a:gd name="T27" fmla="*/ 291 h 386"/>
                <a:gd name="T28" fmla="*/ 335 w 386"/>
                <a:gd name="T29" fmla="*/ 254 h 386"/>
                <a:gd name="T30" fmla="*/ 346 w 386"/>
                <a:gd name="T31" fmla="*/ 209 h 386"/>
                <a:gd name="T32" fmla="*/ 344 w 386"/>
                <a:gd name="T33" fmla="*/ 162 h 386"/>
                <a:gd name="T34" fmla="*/ 328 w 386"/>
                <a:gd name="T35" fmla="*/ 120 h 386"/>
                <a:gd name="T36" fmla="*/ 302 w 386"/>
                <a:gd name="T37" fmla="*/ 84 h 386"/>
                <a:gd name="T38" fmla="*/ 266 w 386"/>
                <a:gd name="T39" fmla="*/ 58 h 386"/>
                <a:gd name="T40" fmla="*/ 223 w 386"/>
                <a:gd name="T41" fmla="*/ 42 h 386"/>
                <a:gd name="T42" fmla="*/ 193 w 386"/>
                <a:gd name="T43" fmla="*/ 386 h 386"/>
                <a:gd name="T44" fmla="*/ 135 w 386"/>
                <a:gd name="T45" fmla="*/ 378 h 386"/>
                <a:gd name="T46" fmla="*/ 85 w 386"/>
                <a:gd name="T47" fmla="*/ 353 h 386"/>
                <a:gd name="T48" fmla="*/ 43 w 386"/>
                <a:gd name="T49" fmla="*/ 316 h 386"/>
                <a:gd name="T50" fmla="*/ 14 w 386"/>
                <a:gd name="T51" fmla="*/ 268 h 386"/>
                <a:gd name="T52" fmla="*/ 0 w 386"/>
                <a:gd name="T53" fmla="*/ 213 h 386"/>
                <a:gd name="T54" fmla="*/ 3 w 386"/>
                <a:gd name="T55" fmla="*/ 154 h 386"/>
                <a:gd name="T56" fmla="*/ 23 w 386"/>
                <a:gd name="T57" fmla="*/ 101 h 386"/>
                <a:gd name="T58" fmla="*/ 56 w 386"/>
                <a:gd name="T59" fmla="*/ 56 h 386"/>
                <a:gd name="T60" fmla="*/ 101 w 386"/>
                <a:gd name="T61" fmla="*/ 23 h 386"/>
                <a:gd name="T62" fmla="*/ 154 w 386"/>
                <a:gd name="T63" fmla="*/ 5 h 386"/>
                <a:gd name="T64" fmla="*/ 212 w 386"/>
                <a:gd name="T65" fmla="*/ 2 h 386"/>
                <a:gd name="T66" fmla="*/ 268 w 386"/>
                <a:gd name="T67" fmla="*/ 16 h 386"/>
                <a:gd name="T68" fmla="*/ 315 w 386"/>
                <a:gd name="T69" fmla="*/ 45 h 386"/>
                <a:gd name="T70" fmla="*/ 353 w 386"/>
                <a:gd name="T71" fmla="*/ 85 h 386"/>
                <a:gd name="T72" fmla="*/ 377 w 386"/>
                <a:gd name="T73" fmla="*/ 136 h 386"/>
                <a:gd name="T74" fmla="*/ 386 w 386"/>
                <a:gd name="T75" fmla="*/ 193 h 386"/>
                <a:gd name="T76" fmla="*/ 377 w 386"/>
                <a:gd name="T77" fmla="*/ 251 h 386"/>
                <a:gd name="T78" fmla="*/ 353 w 386"/>
                <a:gd name="T79" fmla="*/ 301 h 386"/>
                <a:gd name="T80" fmla="*/ 315 w 386"/>
                <a:gd name="T81" fmla="*/ 343 h 386"/>
                <a:gd name="T82" fmla="*/ 268 w 386"/>
                <a:gd name="T83" fmla="*/ 372 h 386"/>
                <a:gd name="T84" fmla="*/ 212 w 386"/>
                <a:gd name="T85" fmla="*/ 3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86" h="386">
                  <a:moveTo>
                    <a:pt x="193" y="39"/>
                  </a:moveTo>
                  <a:lnTo>
                    <a:pt x="177" y="39"/>
                  </a:lnTo>
                  <a:lnTo>
                    <a:pt x="161" y="42"/>
                  </a:lnTo>
                  <a:lnTo>
                    <a:pt x="147" y="46"/>
                  </a:lnTo>
                  <a:lnTo>
                    <a:pt x="132" y="51"/>
                  </a:lnTo>
                  <a:lnTo>
                    <a:pt x="119" y="58"/>
                  </a:lnTo>
                  <a:lnTo>
                    <a:pt x="107" y="65"/>
                  </a:lnTo>
                  <a:lnTo>
                    <a:pt x="95" y="74"/>
                  </a:lnTo>
                  <a:lnTo>
                    <a:pt x="83" y="84"/>
                  </a:lnTo>
                  <a:lnTo>
                    <a:pt x="73" y="95"/>
                  </a:lnTo>
                  <a:lnTo>
                    <a:pt x="65" y="107"/>
                  </a:lnTo>
                  <a:lnTo>
                    <a:pt x="56" y="120"/>
                  </a:lnTo>
                  <a:lnTo>
                    <a:pt x="50" y="133"/>
                  </a:lnTo>
                  <a:lnTo>
                    <a:pt x="45" y="147"/>
                  </a:lnTo>
                  <a:lnTo>
                    <a:pt x="42" y="162"/>
                  </a:lnTo>
                  <a:lnTo>
                    <a:pt x="39" y="177"/>
                  </a:lnTo>
                  <a:lnTo>
                    <a:pt x="37" y="193"/>
                  </a:lnTo>
                  <a:lnTo>
                    <a:pt x="39" y="209"/>
                  </a:lnTo>
                  <a:lnTo>
                    <a:pt x="42" y="225"/>
                  </a:lnTo>
                  <a:lnTo>
                    <a:pt x="45" y="239"/>
                  </a:lnTo>
                  <a:lnTo>
                    <a:pt x="50" y="254"/>
                  </a:lnTo>
                  <a:lnTo>
                    <a:pt x="56" y="267"/>
                  </a:lnTo>
                  <a:lnTo>
                    <a:pt x="65" y="280"/>
                  </a:lnTo>
                  <a:lnTo>
                    <a:pt x="73" y="291"/>
                  </a:lnTo>
                  <a:lnTo>
                    <a:pt x="83" y="303"/>
                  </a:lnTo>
                  <a:lnTo>
                    <a:pt x="95" y="313"/>
                  </a:lnTo>
                  <a:lnTo>
                    <a:pt x="107" y="321"/>
                  </a:lnTo>
                  <a:lnTo>
                    <a:pt x="119" y="329"/>
                  </a:lnTo>
                  <a:lnTo>
                    <a:pt x="132" y="336"/>
                  </a:lnTo>
                  <a:lnTo>
                    <a:pt x="147" y="342"/>
                  </a:lnTo>
                  <a:lnTo>
                    <a:pt x="161" y="345"/>
                  </a:lnTo>
                  <a:lnTo>
                    <a:pt x="177" y="347"/>
                  </a:lnTo>
                  <a:lnTo>
                    <a:pt x="193" y="347"/>
                  </a:lnTo>
                  <a:lnTo>
                    <a:pt x="209" y="347"/>
                  </a:lnTo>
                  <a:lnTo>
                    <a:pt x="223" y="345"/>
                  </a:lnTo>
                  <a:lnTo>
                    <a:pt x="239" y="342"/>
                  </a:lnTo>
                  <a:lnTo>
                    <a:pt x="252" y="336"/>
                  </a:lnTo>
                  <a:lnTo>
                    <a:pt x="266" y="329"/>
                  </a:lnTo>
                  <a:lnTo>
                    <a:pt x="279" y="321"/>
                  </a:lnTo>
                  <a:lnTo>
                    <a:pt x="291" y="313"/>
                  </a:lnTo>
                  <a:lnTo>
                    <a:pt x="302" y="303"/>
                  </a:lnTo>
                  <a:lnTo>
                    <a:pt x="311" y="291"/>
                  </a:lnTo>
                  <a:lnTo>
                    <a:pt x="321" y="280"/>
                  </a:lnTo>
                  <a:lnTo>
                    <a:pt x="328" y="267"/>
                  </a:lnTo>
                  <a:lnTo>
                    <a:pt x="335" y="254"/>
                  </a:lnTo>
                  <a:lnTo>
                    <a:pt x="340" y="239"/>
                  </a:lnTo>
                  <a:lnTo>
                    <a:pt x="344" y="225"/>
                  </a:lnTo>
                  <a:lnTo>
                    <a:pt x="346" y="209"/>
                  </a:lnTo>
                  <a:lnTo>
                    <a:pt x="347" y="193"/>
                  </a:lnTo>
                  <a:lnTo>
                    <a:pt x="346" y="177"/>
                  </a:lnTo>
                  <a:lnTo>
                    <a:pt x="344" y="162"/>
                  </a:lnTo>
                  <a:lnTo>
                    <a:pt x="340" y="147"/>
                  </a:lnTo>
                  <a:lnTo>
                    <a:pt x="335" y="133"/>
                  </a:lnTo>
                  <a:lnTo>
                    <a:pt x="328" y="120"/>
                  </a:lnTo>
                  <a:lnTo>
                    <a:pt x="321" y="107"/>
                  </a:lnTo>
                  <a:lnTo>
                    <a:pt x="311" y="95"/>
                  </a:lnTo>
                  <a:lnTo>
                    <a:pt x="302" y="84"/>
                  </a:lnTo>
                  <a:lnTo>
                    <a:pt x="291" y="74"/>
                  </a:lnTo>
                  <a:lnTo>
                    <a:pt x="279" y="65"/>
                  </a:lnTo>
                  <a:lnTo>
                    <a:pt x="266" y="58"/>
                  </a:lnTo>
                  <a:lnTo>
                    <a:pt x="252" y="51"/>
                  </a:lnTo>
                  <a:lnTo>
                    <a:pt x="239" y="46"/>
                  </a:lnTo>
                  <a:lnTo>
                    <a:pt x="223" y="42"/>
                  </a:lnTo>
                  <a:lnTo>
                    <a:pt x="209" y="39"/>
                  </a:lnTo>
                  <a:lnTo>
                    <a:pt x="193" y="39"/>
                  </a:lnTo>
                  <a:close/>
                  <a:moveTo>
                    <a:pt x="193" y="386"/>
                  </a:moveTo>
                  <a:lnTo>
                    <a:pt x="173" y="385"/>
                  </a:lnTo>
                  <a:lnTo>
                    <a:pt x="154" y="382"/>
                  </a:lnTo>
                  <a:lnTo>
                    <a:pt x="135" y="378"/>
                  </a:lnTo>
                  <a:lnTo>
                    <a:pt x="118" y="372"/>
                  </a:lnTo>
                  <a:lnTo>
                    <a:pt x="101" y="363"/>
                  </a:lnTo>
                  <a:lnTo>
                    <a:pt x="85" y="353"/>
                  </a:lnTo>
                  <a:lnTo>
                    <a:pt x="69" y="343"/>
                  </a:lnTo>
                  <a:lnTo>
                    <a:pt x="56" y="330"/>
                  </a:lnTo>
                  <a:lnTo>
                    <a:pt x="43" y="316"/>
                  </a:lnTo>
                  <a:lnTo>
                    <a:pt x="33" y="301"/>
                  </a:lnTo>
                  <a:lnTo>
                    <a:pt x="23" y="285"/>
                  </a:lnTo>
                  <a:lnTo>
                    <a:pt x="14" y="268"/>
                  </a:lnTo>
                  <a:lnTo>
                    <a:pt x="9" y="251"/>
                  </a:lnTo>
                  <a:lnTo>
                    <a:pt x="3" y="232"/>
                  </a:lnTo>
                  <a:lnTo>
                    <a:pt x="0" y="213"/>
                  </a:lnTo>
                  <a:lnTo>
                    <a:pt x="0" y="193"/>
                  </a:lnTo>
                  <a:lnTo>
                    <a:pt x="0" y="173"/>
                  </a:lnTo>
                  <a:lnTo>
                    <a:pt x="3" y="154"/>
                  </a:lnTo>
                  <a:lnTo>
                    <a:pt x="9" y="136"/>
                  </a:lnTo>
                  <a:lnTo>
                    <a:pt x="14" y="118"/>
                  </a:lnTo>
                  <a:lnTo>
                    <a:pt x="23" y="101"/>
                  </a:lnTo>
                  <a:lnTo>
                    <a:pt x="33" y="85"/>
                  </a:lnTo>
                  <a:lnTo>
                    <a:pt x="43" y="71"/>
                  </a:lnTo>
                  <a:lnTo>
                    <a:pt x="56" y="56"/>
                  </a:lnTo>
                  <a:lnTo>
                    <a:pt x="69" y="45"/>
                  </a:lnTo>
                  <a:lnTo>
                    <a:pt x="85" y="33"/>
                  </a:lnTo>
                  <a:lnTo>
                    <a:pt x="101" y="23"/>
                  </a:lnTo>
                  <a:lnTo>
                    <a:pt x="118" y="16"/>
                  </a:lnTo>
                  <a:lnTo>
                    <a:pt x="135" y="9"/>
                  </a:lnTo>
                  <a:lnTo>
                    <a:pt x="154" y="5"/>
                  </a:lnTo>
                  <a:lnTo>
                    <a:pt x="173" y="2"/>
                  </a:lnTo>
                  <a:lnTo>
                    <a:pt x="193" y="0"/>
                  </a:lnTo>
                  <a:lnTo>
                    <a:pt x="212" y="2"/>
                  </a:lnTo>
                  <a:lnTo>
                    <a:pt x="232" y="5"/>
                  </a:lnTo>
                  <a:lnTo>
                    <a:pt x="251" y="9"/>
                  </a:lnTo>
                  <a:lnTo>
                    <a:pt x="268" y="16"/>
                  </a:lnTo>
                  <a:lnTo>
                    <a:pt x="285" y="23"/>
                  </a:lnTo>
                  <a:lnTo>
                    <a:pt x="301" y="33"/>
                  </a:lnTo>
                  <a:lnTo>
                    <a:pt x="315" y="45"/>
                  </a:lnTo>
                  <a:lnTo>
                    <a:pt x="330" y="56"/>
                  </a:lnTo>
                  <a:lnTo>
                    <a:pt x="341" y="71"/>
                  </a:lnTo>
                  <a:lnTo>
                    <a:pt x="353" y="85"/>
                  </a:lnTo>
                  <a:lnTo>
                    <a:pt x="363" y="101"/>
                  </a:lnTo>
                  <a:lnTo>
                    <a:pt x="370" y="118"/>
                  </a:lnTo>
                  <a:lnTo>
                    <a:pt x="377" y="136"/>
                  </a:lnTo>
                  <a:lnTo>
                    <a:pt x="382" y="154"/>
                  </a:lnTo>
                  <a:lnTo>
                    <a:pt x="384" y="173"/>
                  </a:lnTo>
                  <a:lnTo>
                    <a:pt x="386" y="193"/>
                  </a:lnTo>
                  <a:lnTo>
                    <a:pt x="384" y="213"/>
                  </a:lnTo>
                  <a:lnTo>
                    <a:pt x="382" y="232"/>
                  </a:lnTo>
                  <a:lnTo>
                    <a:pt x="377" y="251"/>
                  </a:lnTo>
                  <a:lnTo>
                    <a:pt x="370" y="268"/>
                  </a:lnTo>
                  <a:lnTo>
                    <a:pt x="363" y="285"/>
                  </a:lnTo>
                  <a:lnTo>
                    <a:pt x="353" y="301"/>
                  </a:lnTo>
                  <a:lnTo>
                    <a:pt x="341" y="316"/>
                  </a:lnTo>
                  <a:lnTo>
                    <a:pt x="330" y="330"/>
                  </a:lnTo>
                  <a:lnTo>
                    <a:pt x="315" y="343"/>
                  </a:lnTo>
                  <a:lnTo>
                    <a:pt x="301" y="353"/>
                  </a:lnTo>
                  <a:lnTo>
                    <a:pt x="285" y="363"/>
                  </a:lnTo>
                  <a:lnTo>
                    <a:pt x="268" y="372"/>
                  </a:lnTo>
                  <a:lnTo>
                    <a:pt x="251" y="378"/>
                  </a:lnTo>
                  <a:lnTo>
                    <a:pt x="232" y="382"/>
                  </a:lnTo>
                  <a:lnTo>
                    <a:pt x="212" y="385"/>
                  </a:lnTo>
                  <a:lnTo>
                    <a:pt x="193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23" name="Group 82">
            <a:extLst>
              <a:ext uri="{FF2B5EF4-FFF2-40B4-BE49-F238E27FC236}">
                <a16:creationId xmlns:a16="http://schemas.microsoft.com/office/drawing/2014/main" id="{8850E551-36D8-405D-89B0-9F56F9C6D252}"/>
              </a:ext>
            </a:extLst>
          </p:cNvPr>
          <p:cNvGrpSpPr/>
          <p:nvPr/>
        </p:nvGrpSpPr>
        <p:grpSpPr>
          <a:xfrm>
            <a:off x="2367142" y="2007672"/>
            <a:ext cx="193821" cy="194890"/>
            <a:chOff x="5009830" y="3762422"/>
            <a:chExt cx="449901" cy="451357"/>
          </a:xfrm>
          <a:solidFill>
            <a:schemeClr val="bg1"/>
          </a:solidFill>
        </p:grpSpPr>
        <p:sp>
          <p:nvSpPr>
            <p:cNvPr id="29" name="Freeform 467">
              <a:extLst>
                <a:ext uri="{FF2B5EF4-FFF2-40B4-BE49-F238E27FC236}">
                  <a16:creationId xmlns:a16="http://schemas.microsoft.com/office/drawing/2014/main" id="{4EBE97F5-7C8C-4A52-8F17-9EFB33F649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9830" y="3762422"/>
              <a:ext cx="449901" cy="451357"/>
            </a:xfrm>
            <a:custGeom>
              <a:avLst/>
              <a:gdLst>
                <a:gd name="T0" fmla="*/ 390 w 928"/>
                <a:gd name="T1" fmla="*/ 764 h 928"/>
                <a:gd name="T2" fmla="*/ 408 w 928"/>
                <a:gd name="T3" fmla="*/ 878 h 928"/>
                <a:gd name="T4" fmla="*/ 503 w 928"/>
                <a:gd name="T5" fmla="*/ 889 h 928"/>
                <a:gd name="T6" fmla="*/ 522 w 928"/>
                <a:gd name="T7" fmla="*/ 873 h 928"/>
                <a:gd name="T8" fmla="*/ 559 w 928"/>
                <a:gd name="T9" fmla="*/ 758 h 928"/>
                <a:gd name="T10" fmla="*/ 648 w 928"/>
                <a:gd name="T11" fmla="*/ 731 h 928"/>
                <a:gd name="T12" fmla="*/ 730 w 928"/>
                <a:gd name="T13" fmla="*/ 796 h 928"/>
                <a:gd name="T14" fmla="*/ 797 w 928"/>
                <a:gd name="T15" fmla="*/ 724 h 928"/>
                <a:gd name="T16" fmla="*/ 725 w 928"/>
                <a:gd name="T17" fmla="*/ 637 h 928"/>
                <a:gd name="T18" fmla="*/ 766 w 928"/>
                <a:gd name="T19" fmla="*/ 531 h 928"/>
                <a:gd name="T20" fmla="*/ 880 w 928"/>
                <a:gd name="T21" fmla="*/ 519 h 928"/>
                <a:gd name="T22" fmla="*/ 887 w 928"/>
                <a:gd name="T23" fmla="*/ 423 h 928"/>
                <a:gd name="T24" fmla="*/ 869 w 928"/>
                <a:gd name="T25" fmla="*/ 407 h 928"/>
                <a:gd name="T26" fmla="*/ 749 w 928"/>
                <a:gd name="T27" fmla="*/ 346 h 928"/>
                <a:gd name="T28" fmla="*/ 791 w 928"/>
                <a:gd name="T29" fmla="*/ 218 h 928"/>
                <a:gd name="T30" fmla="*/ 794 w 928"/>
                <a:gd name="T31" fmla="*/ 193 h 928"/>
                <a:gd name="T32" fmla="*/ 719 w 928"/>
                <a:gd name="T33" fmla="*/ 132 h 928"/>
                <a:gd name="T34" fmla="*/ 630 w 928"/>
                <a:gd name="T35" fmla="*/ 204 h 928"/>
                <a:gd name="T36" fmla="*/ 526 w 928"/>
                <a:gd name="T37" fmla="*/ 157 h 928"/>
                <a:gd name="T38" fmla="*/ 516 w 928"/>
                <a:gd name="T39" fmla="*/ 45 h 928"/>
                <a:gd name="T40" fmla="*/ 418 w 928"/>
                <a:gd name="T41" fmla="*/ 41 h 928"/>
                <a:gd name="T42" fmla="*/ 406 w 928"/>
                <a:gd name="T43" fmla="*/ 146 h 928"/>
                <a:gd name="T44" fmla="*/ 324 w 928"/>
                <a:gd name="T45" fmla="*/ 189 h 928"/>
                <a:gd name="T46" fmla="*/ 215 w 928"/>
                <a:gd name="T47" fmla="*/ 134 h 928"/>
                <a:gd name="T48" fmla="*/ 190 w 928"/>
                <a:gd name="T49" fmla="*/ 137 h 928"/>
                <a:gd name="T50" fmla="*/ 131 w 928"/>
                <a:gd name="T51" fmla="*/ 212 h 928"/>
                <a:gd name="T52" fmla="*/ 200 w 928"/>
                <a:gd name="T53" fmla="*/ 304 h 928"/>
                <a:gd name="T54" fmla="*/ 151 w 928"/>
                <a:gd name="T55" fmla="*/ 405 h 928"/>
                <a:gd name="T56" fmla="*/ 42 w 928"/>
                <a:gd name="T57" fmla="*/ 415 h 928"/>
                <a:gd name="T58" fmla="*/ 42 w 928"/>
                <a:gd name="T59" fmla="*/ 513 h 928"/>
                <a:gd name="T60" fmla="*/ 151 w 928"/>
                <a:gd name="T61" fmla="*/ 523 h 928"/>
                <a:gd name="T62" fmla="*/ 200 w 928"/>
                <a:gd name="T63" fmla="*/ 626 h 928"/>
                <a:gd name="T64" fmla="*/ 131 w 928"/>
                <a:gd name="T65" fmla="*/ 716 h 928"/>
                <a:gd name="T66" fmla="*/ 190 w 928"/>
                <a:gd name="T67" fmla="*/ 793 h 928"/>
                <a:gd name="T68" fmla="*/ 215 w 928"/>
                <a:gd name="T69" fmla="*/ 794 h 928"/>
                <a:gd name="T70" fmla="*/ 503 w 928"/>
                <a:gd name="T71" fmla="*/ 928 h 928"/>
                <a:gd name="T72" fmla="*/ 372 w 928"/>
                <a:gd name="T73" fmla="*/ 892 h 928"/>
                <a:gd name="T74" fmla="*/ 295 w 928"/>
                <a:gd name="T75" fmla="*/ 768 h 928"/>
                <a:gd name="T76" fmla="*/ 182 w 928"/>
                <a:gd name="T77" fmla="*/ 832 h 928"/>
                <a:gd name="T78" fmla="*/ 91 w 928"/>
                <a:gd name="T79" fmla="*/ 724 h 928"/>
                <a:gd name="T80" fmla="*/ 143 w 928"/>
                <a:gd name="T81" fmla="*/ 597 h 928"/>
                <a:gd name="T82" fmla="*/ 18 w 928"/>
                <a:gd name="T83" fmla="*/ 543 h 928"/>
                <a:gd name="T84" fmla="*/ 5 w 928"/>
                <a:gd name="T85" fmla="*/ 404 h 928"/>
                <a:gd name="T86" fmla="*/ 130 w 928"/>
                <a:gd name="T87" fmla="*/ 368 h 928"/>
                <a:gd name="T88" fmla="*/ 95 w 928"/>
                <a:gd name="T89" fmla="*/ 227 h 928"/>
                <a:gd name="T90" fmla="*/ 163 w 928"/>
                <a:gd name="T91" fmla="*/ 110 h 928"/>
                <a:gd name="T92" fmla="*/ 236 w 928"/>
                <a:gd name="T93" fmla="*/ 103 h 928"/>
                <a:gd name="T94" fmla="*/ 367 w 928"/>
                <a:gd name="T95" fmla="*/ 58 h 928"/>
                <a:gd name="T96" fmla="*/ 414 w 928"/>
                <a:gd name="T97" fmla="*/ 2 h 928"/>
                <a:gd name="T98" fmla="*/ 550 w 928"/>
                <a:gd name="T99" fmla="*/ 26 h 928"/>
                <a:gd name="T100" fmla="*/ 614 w 928"/>
                <a:gd name="T101" fmla="*/ 152 h 928"/>
                <a:gd name="T102" fmla="*/ 735 w 928"/>
                <a:gd name="T103" fmla="*/ 94 h 928"/>
                <a:gd name="T104" fmla="*/ 834 w 928"/>
                <a:gd name="T105" fmla="*/ 193 h 928"/>
                <a:gd name="T106" fmla="*/ 776 w 928"/>
                <a:gd name="T107" fmla="*/ 314 h 928"/>
                <a:gd name="T108" fmla="*/ 902 w 928"/>
                <a:gd name="T109" fmla="*/ 378 h 928"/>
                <a:gd name="T110" fmla="*/ 926 w 928"/>
                <a:gd name="T111" fmla="*/ 515 h 928"/>
                <a:gd name="T112" fmla="*/ 869 w 928"/>
                <a:gd name="T113" fmla="*/ 561 h 928"/>
                <a:gd name="T114" fmla="*/ 825 w 928"/>
                <a:gd name="T115" fmla="*/ 692 h 928"/>
                <a:gd name="T116" fmla="*/ 818 w 928"/>
                <a:gd name="T117" fmla="*/ 765 h 928"/>
                <a:gd name="T118" fmla="*/ 702 w 928"/>
                <a:gd name="T119" fmla="*/ 832 h 928"/>
                <a:gd name="T120" fmla="*/ 560 w 928"/>
                <a:gd name="T121" fmla="*/ 798 h 928"/>
                <a:gd name="T122" fmla="*/ 524 w 928"/>
                <a:gd name="T123" fmla="*/ 924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8" h="928">
                  <a:moveTo>
                    <a:pt x="293" y="725"/>
                  </a:moveTo>
                  <a:lnTo>
                    <a:pt x="298" y="726"/>
                  </a:lnTo>
                  <a:lnTo>
                    <a:pt x="303" y="728"/>
                  </a:lnTo>
                  <a:lnTo>
                    <a:pt x="324" y="739"/>
                  </a:lnTo>
                  <a:lnTo>
                    <a:pt x="346" y="749"/>
                  </a:lnTo>
                  <a:lnTo>
                    <a:pt x="367" y="758"/>
                  </a:lnTo>
                  <a:lnTo>
                    <a:pt x="390" y="764"/>
                  </a:lnTo>
                  <a:lnTo>
                    <a:pt x="396" y="767"/>
                  </a:lnTo>
                  <a:lnTo>
                    <a:pt x="402" y="771"/>
                  </a:lnTo>
                  <a:lnTo>
                    <a:pt x="405" y="777"/>
                  </a:lnTo>
                  <a:lnTo>
                    <a:pt x="406" y="783"/>
                  </a:lnTo>
                  <a:lnTo>
                    <a:pt x="406" y="870"/>
                  </a:lnTo>
                  <a:lnTo>
                    <a:pt x="406" y="873"/>
                  </a:lnTo>
                  <a:lnTo>
                    <a:pt x="408" y="878"/>
                  </a:lnTo>
                  <a:lnTo>
                    <a:pt x="409" y="881"/>
                  </a:lnTo>
                  <a:lnTo>
                    <a:pt x="411" y="883"/>
                  </a:lnTo>
                  <a:lnTo>
                    <a:pt x="414" y="886"/>
                  </a:lnTo>
                  <a:lnTo>
                    <a:pt x="418" y="888"/>
                  </a:lnTo>
                  <a:lnTo>
                    <a:pt x="421" y="889"/>
                  </a:lnTo>
                  <a:lnTo>
                    <a:pt x="425" y="889"/>
                  </a:lnTo>
                  <a:lnTo>
                    <a:pt x="503" y="889"/>
                  </a:lnTo>
                  <a:lnTo>
                    <a:pt x="506" y="889"/>
                  </a:lnTo>
                  <a:lnTo>
                    <a:pt x="510" y="888"/>
                  </a:lnTo>
                  <a:lnTo>
                    <a:pt x="513" y="886"/>
                  </a:lnTo>
                  <a:lnTo>
                    <a:pt x="516" y="883"/>
                  </a:lnTo>
                  <a:lnTo>
                    <a:pt x="519" y="881"/>
                  </a:lnTo>
                  <a:lnTo>
                    <a:pt x="520" y="878"/>
                  </a:lnTo>
                  <a:lnTo>
                    <a:pt x="522" y="873"/>
                  </a:lnTo>
                  <a:lnTo>
                    <a:pt x="522" y="870"/>
                  </a:lnTo>
                  <a:lnTo>
                    <a:pt x="522" y="783"/>
                  </a:lnTo>
                  <a:lnTo>
                    <a:pt x="523" y="777"/>
                  </a:lnTo>
                  <a:lnTo>
                    <a:pt x="526" y="771"/>
                  </a:lnTo>
                  <a:lnTo>
                    <a:pt x="530" y="767"/>
                  </a:lnTo>
                  <a:lnTo>
                    <a:pt x="536" y="764"/>
                  </a:lnTo>
                  <a:lnTo>
                    <a:pt x="559" y="758"/>
                  </a:lnTo>
                  <a:lnTo>
                    <a:pt x="582" y="749"/>
                  </a:lnTo>
                  <a:lnTo>
                    <a:pt x="604" y="739"/>
                  </a:lnTo>
                  <a:lnTo>
                    <a:pt x="624" y="728"/>
                  </a:lnTo>
                  <a:lnTo>
                    <a:pt x="631" y="725"/>
                  </a:lnTo>
                  <a:lnTo>
                    <a:pt x="637" y="725"/>
                  </a:lnTo>
                  <a:lnTo>
                    <a:pt x="642" y="726"/>
                  </a:lnTo>
                  <a:lnTo>
                    <a:pt x="648" y="731"/>
                  </a:lnTo>
                  <a:lnTo>
                    <a:pt x="709" y="793"/>
                  </a:lnTo>
                  <a:lnTo>
                    <a:pt x="712" y="794"/>
                  </a:lnTo>
                  <a:lnTo>
                    <a:pt x="716" y="796"/>
                  </a:lnTo>
                  <a:lnTo>
                    <a:pt x="719" y="797"/>
                  </a:lnTo>
                  <a:lnTo>
                    <a:pt x="723" y="797"/>
                  </a:lnTo>
                  <a:lnTo>
                    <a:pt x="726" y="797"/>
                  </a:lnTo>
                  <a:lnTo>
                    <a:pt x="730" y="796"/>
                  </a:lnTo>
                  <a:lnTo>
                    <a:pt x="733" y="794"/>
                  </a:lnTo>
                  <a:lnTo>
                    <a:pt x="736" y="793"/>
                  </a:lnTo>
                  <a:lnTo>
                    <a:pt x="791" y="738"/>
                  </a:lnTo>
                  <a:lnTo>
                    <a:pt x="794" y="735"/>
                  </a:lnTo>
                  <a:lnTo>
                    <a:pt x="795" y="731"/>
                  </a:lnTo>
                  <a:lnTo>
                    <a:pt x="797" y="728"/>
                  </a:lnTo>
                  <a:lnTo>
                    <a:pt x="797" y="724"/>
                  </a:lnTo>
                  <a:lnTo>
                    <a:pt x="797" y="721"/>
                  </a:lnTo>
                  <a:lnTo>
                    <a:pt x="795" y="716"/>
                  </a:lnTo>
                  <a:lnTo>
                    <a:pt x="794" y="713"/>
                  </a:lnTo>
                  <a:lnTo>
                    <a:pt x="791" y="711"/>
                  </a:lnTo>
                  <a:lnTo>
                    <a:pt x="730" y="649"/>
                  </a:lnTo>
                  <a:lnTo>
                    <a:pt x="726" y="643"/>
                  </a:lnTo>
                  <a:lnTo>
                    <a:pt x="725" y="637"/>
                  </a:lnTo>
                  <a:lnTo>
                    <a:pt x="725" y="631"/>
                  </a:lnTo>
                  <a:lnTo>
                    <a:pt x="727" y="626"/>
                  </a:lnTo>
                  <a:lnTo>
                    <a:pt x="739" y="604"/>
                  </a:lnTo>
                  <a:lnTo>
                    <a:pt x="749" y="582"/>
                  </a:lnTo>
                  <a:lnTo>
                    <a:pt x="758" y="561"/>
                  </a:lnTo>
                  <a:lnTo>
                    <a:pt x="763" y="538"/>
                  </a:lnTo>
                  <a:lnTo>
                    <a:pt x="766" y="531"/>
                  </a:lnTo>
                  <a:lnTo>
                    <a:pt x="771" y="526"/>
                  </a:lnTo>
                  <a:lnTo>
                    <a:pt x="776" y="523"/>
                  </a:lnTo>
                  <a:lnTo>
                    <a:pt x="782" y="522"/>
                  </a:lnTo>
                  <a:lnTo>
                    <a:pt x="869" y="522"/>
                  </a:lnTo>
                  <a:lnTo>
                    <a:pt x="873" y="522"/>
                  </a:lnTo>
                  <a:lnTo>
                    <a:pt x="876" y="520"/>
                  </a:lnTo>
                  <a:lnTo>
                    <a:pt x="880" y="519"/>
                  </a:lnTo>
                  <a:lnTo>
                    <a:pt x="883" y="516"/>
                  </a:lnTo>
                  <a:lnTo>
                    <a:pt x="886" y="513"/>
                  </a:lnTo>
                  <a:lnTo>
                    <a:pt x="887" y="510"/>
                  </a:lnTo>
                  <a:lnTo>
                    <a:pt x="887" y="507"/>
                  </a:lnTo>
                  <a:lnTo>
                    <a:pt x="889" y="503"/>
                  </a:lnTo>
                  <a:lnTo>
                    <a:pt x="889" y="425"/>
                  </a:lnTo>
                  <a:lnTo>
                    <a:pt x="887" y="423"/>
                  </a:lnTo>
                  <a:lnTo>
                    <a:pt x="887" y="418"/>
                  </a:lnTo>
                  <a:lnTo>
                    <a:pt x="884" y="415"/>
                  </a:lnTo>
                  <a:lnTo>
                    <a:pt x="883" y="412"/>
                  </a:lnTo>
                  <a:lnTo>
                    <a:pt x="880" y="410"/>
                  </a:lnTo>
                  <a:lnTo>
                    <a:pt x="877" y="408"/>
                  </a:lnTo>
                  <a:lnTo>
                    <a:pt x="873" y="407"/>
                  </a:lnTo>
                  <a:lnTo>
                    <a:pt x="869" y="407"/>
                  </a:lnTo>
                  <a:lnTo>
                    <a:pt x="782" y="407"/>
                  </a:lnTo>
                  <a:lnTo>
                    <a:pt x="776" y="405"/>
                  </a:lnTo>
                  <a:lnTo>
                    <a:pt x="771" y="402"/>
                  </a:lnTo>
                  <a:lnTo>
                    <a:pt x="766" y="398"/>
                  </a:lnTo>
                  <a:lnTo>
                    <a:pt x="763" y="392"/>
                  </a:lnTo>
                  <a:lnTo>
                    <a:pt x="758" y="369"/>
                  </a:lnTo>
                  <a:lnTo>
                    <a:pt x="749" y="346"/>
                  </a:lnTo>
                  <a:lnTo>
                    <a:pt x="739" y="325"/>
                  </a:lnTo>
                  <a:lnTo>
                    <a:pt x="727" y="303"/>
                  </a:lnTo>
                  <a:lnTo>
                    <a:pt x="725" y="297"/>
                  </a:lnTo>
                  <a:lnTo>
                    <a:pt x="725" y="291"/>
                  </a:lnTo>
                  <a:lnTo>
                    <a:pt x="726" y="286"/>
                  </a:lnTo>
                  <a:lnTo>
                    <a:pt x="730" y="280"/>
                  </a:lnTo>
                  <a:lnTo>
                    <a:pt x="791" y="218"/>
                  </a:lnTo>
                  <a:lnTo>
                    <a:pt x="794" y="215"/>
                  </a:lnTo>
                  <a:lnTo>
                    <a:pt x="795" y="212"/>
                  </a:lnTo>
                  <a:lnTo>
                    <a:pt x="797" y="209"/>
                  </a:lnTo>
                  <a:lnTo>
                    <a:pt x="797" y="205"/>
                  </a:lnTo>
                  <a:lnTo>
                    <a:pt x="797" y="201"/>
                  </a:lnTo>
                  <a:lnTo>
                    <a:pt x="795" y="198"/>
                  </a:lnTo>
                  <a:lnTo>
                    <a:pt x="794" y="193"/>
                  </a:lnTo>
                  <a:lnTo>
                    <a:pt x="791" y="191"/>
                  </a:lnTo>
                  <a:lnTo>
                    <a:pt x="736" y="136"/>
                  </a:lnTo>
                  <a:lnTo>
                    <a:pt x="733" y="134"/>
                  </a:lnTo>
                  <a:lnTo>
                    <a:pt x="730" y="133"/>
                  </a:lnTo>
                  <a:lnTo>
                    <a:pt x="726" y="132"/>
                  </a:lnTo>
                  <a:lnTo>
                    <a:pt x="723" y="132"/>
                  </a:lnTo>
                  <a:lnTo>
                    <a:pt x="719" y="132"/>
                  </a:lnTo>
                  <a:lnTo>
                    <a:pt x="716" y="133"/>
                  </a:lnTo>
                  <a:lnTo>
                    <a:pt x="712" y="134"/>
                  </a:lnTo>
                  <a:lnTo>
                    <a:pt x="709" y="136"/>
                  </a:lnTo>
                  <a:lnTo>
                    <a:pt x="648" y="198"/>
                  </a:lnTo>
                  <a:lnTo>
                    <a:pt x="642" y="202"/>
                  </a:lnTo>
                  <a:lnTo>
                    <a:pt x="637" y="204"/>
                  </a:lnTo>
                  <a:lnTo>
                    <a:pt x="630" y="204"/>
                  </a:lnTo>
                  <a:lnTo>
                    <a:pt x="624" y="201"/>
                  </a:lnTo>
                  <a:lnTo>
                    <a:pt x="604" y="189"/>
                  </a:lnTo>
                  <a:lnTo>
                    <a:pt x="582" y="179"/>
                  </a:lnTo>
                  <a:lnTo>
                    <a:pt x="559" y="170"/>
                  </a:lnTo>
                  <a:lnTo>
                    <a:pt x="536" y="165"/>
                  </a:lnTo>
                  <a:lnTo>
                    <a:pt x="530" y="162"/>
                  </a:lnTo>
                  <a:lnTo>
                    <a:pt x="526" y="157"/>
                  </a:lnTo>
                  <a:lnTo>
                    <a:pt x="523" y="152"/>
                  </a:lnTo>
                  <a:lnTo>
                    <a:pt x="522" y="146"/>
                  </a:lnTo>
                  <a:lnTo>
                    <a:pt x="522" y="58"/>
                  </a:lnTo>
                  <a:lnTo>
                    <a:pt x="522" y="55"/>
                  </a:lnTo>
                  <a:lnTo>
                    <a:pt x="520" y="51"/>
                  </a:lnTo>
                  <a:lnTo>
                    <a:pt x="519" y="48"/>
                  </a:lnTo>
                  <a:lnTo>
                    <a:pt x="516" y="45"/>
                  </a:lnTo>
                  <a:lnTo>
                    <a:pt x="513" y="42"/>
                  </a:lnTo>
                  <a:lnTo>
                    <a:pt x="510" y="41"/>
                  </a:lnTo>
                  <a:lnTo>
                    <a:pt x="506" y="39"/>
                  </a:lnTo>
                  <a:lnTo>
                    <a:pt x="503" y="39"/>
                  </a:lnTo>
                  <a:lnTo>
                    <a:pt x="425" y="39"/>
                  </a:lnTo>
                  <a:lnTo>
                    <a:pt x="421" y="39"/>
                  </a:lnTo>
                  <a:lnTo>
                    <a:pt x="418" y="41"/>
                  </a:lnTo>
                  <a:lnTo>
                    <a:pt x="414" y="42"/>
                  </a:lnTo>
                  <a:lnTo>
                    <a:pt x="411" y="45"/>
                  </a:lnTo>
                  <a:lnTo>
                    <a:pt x="409" y="48"/>
                  </a:lnTo>
                  <a:lnTo>
                    <a:pt x="408" y="51"/>
                  </a:lnTo>
                  <a:lnTo>
                    <a:pt x="406" y="55"/>
                  </a:lnTo>
                  <a:lnTo>
                    <a:pt x="406" y="58"/>
                  </a:lnTo>
                  <a:lnTo>
                    <a:pt x="406" y="146"/>
                  </a:lnTo>
                  <a:lnTo>
                    <a:pt x="405" y="152"/>
                  </a:lnTo>
                  <a:lnTo>
                    <a:pt x="402" y="157"/>
                  </a:lnTo>
                  <a:lnTo>
                    <a:pt x="396" y="162"/>
                  </a:lnTo>
                  <a:lnTo>
                    <a:pt x="390" y="165"/>
                  </a:lnTo>
                  <a:lnTo>
                    <a:pt x="367" y="170"/>
                  </a:lnTo>
                  <a:lnTo>
                    <a:pt x="346" y="179"/>
                  </a:lnTo>
                  <a:lnTo>
                    <a:pt x="324" y="189"/>
                  </a:lnTo>
                  <a:lnTo>
                    <a:pt x="303" y="201"/>
                  </a:lnTo>
                  <a:lnTo>
                    <a:pt x="297" y="204"/>
                  </a:lnTo>
                  <a:lnTo>
                    <a:pt x="291" y="204"/>
                  </a:lnTo>
                  <a:lnTo>
                    <a:pt x="284" y="202"/>
                  </a:lnTo>
                  <a:lnTo>
                    <a:pt x="280" y="198"/>
                  </a:lnTo>
                  <a:lnTo>
                    <a:pt x="218" y="137"/>
                  </a:lnTo>
                  <a:lnTo>
                    <a:pt x="215" y="134"/>
                  </a:lnTo>
                  <a:lnTo>
                    <a:pt x="212" y="133"/>
                  </a:lnTo>
                  <a:lnTo>
                    <a:pt x="208" y="132"/>
                  </a:lnTo>
                  <a:lnTo>
                    <a:pt x="205" y="132"/>
                  </a:lnTo>
                  <a:lnTo>
                    <a:pt x="200" y="132"/>
                  </a:lnTo>
                  <a:lnTo>
                    <a:pt x="196" y="133"/>
                  </a:lnTo>
                  <a:lnTo>
                    <a:pt x="193" y="134"/>
                  </a:lnTo>
                  <a:lnTo>
                    <a:pt x="190" y="137"/>
                  </a:lnTo>
                  <a:lnTo>
                    <a:pt x="136" y="191"/>
                  </a:lnTo>
                  <a:lnTo>
                    <a:pt x="133" y="195"/>
                  </a:lnTo>
                  <a:lnTo>
                    <a:pt x="131" y="198"/>
                  </a:lnTo>
                  <a:lnTo>
                    <a:pt x="131" y="201"/>
                  </a:lnTo>
                  <a:lnTo>
                    <a:pt x="130" y="205"/>
                  </a:lnTo>
                  <a:lnTo>
                    <a:pt x="131" y="208"/>
                  </a:lnTo>
                  <a:lnTo>
                    <a:pt x="131" y="212"/>
                  </a:lnTo>
                  <a:lnTo>
                    <a:pt x="133" y="215"/>
                  </a:lnTo>
                  <a:lnTo>
                    <a:pt x="136" y="218"/>
                  </a:lnTo>
                  <a:lnTo>
                    <a:pt x="198" y="280"/>
                  </a:lnTo>
                  <a:lnTo>
                    <a:pt x="200" y="286"/>
                  </a:lnTo>
                  <a:lnTo>
                    <a:pt x="203" y="291"/>
                  </a:lnTo>
                  <a:lnTo>
                    <a:pt x="202" y="297"/>
                  </a:lnTo>
                  <a:lnTo>
                    <a:pt x="200" y="304"/>
                  </a:lnTo>
                  <a:lnTo>
                    <a:pt x="189" y="325"/>
                  </a:lnTo>
                  <a:lnTo>
                    <a:pt x="179" y="346"/>
                  </a:lnTo>
                  <a:lnTo>
                    <a:pt x="170" y="369"/>
                  </a:lnTo>
                  <a:lnTo>
                    <a:pt x="163" y="392"/>
                  </a:lnTo>
                  <a:lnTo>
                    <a:pt x="162" y="398"/>
                  </a:lnTo>
                  <a:lnTo>
                    <a:pt x="157" y="402"/>
                  </a:lnTo>
                  <a:lnTo>
                    <a:pt x="151" y="405"/>
                  </a:lnTo>
                  <a:lnTo>
                    <a:pt x="144" y="407"/>
                  </a:lnTo>
                  <a:lnTo>
                    <a:pt x="58" y="407"/>
                  </a:lnTo>
                  <a:lnTo>
                    <a:pt x="54" y="407"/>
                  </a:lnTo>
                  <a:lnTo>
                    <a:pt x="51" y="408"/>
                  </a:lnTo>
                  <a:lnTo>
                    <a:pt x="48" y="410"/>
                  </a:lnTo>
                  <a:lnTo>
                    <a:pt x="45" y="412"/>
                  </a:lnTo>
                  <a:lnTo>
                    <a:pt x="42" y="415"/>
                  </a:lnTo>
                  <a:lnTo>
                    <a:pt x="41" y="418"/>
                  </a:lnTo>
                  <a:lnTo>
                    <a:pt x="39" y="423"/>
                  </a:lnTo>
                  <a:lnTo>
                    <a:pt x="39" y="425"/>
                  </a:lnTo>
                  <a:lnTo>
                    <a:pt x="39" y="503"/>
                  </a:lnTo>
                  <a:lnTo>
                    <a:pt x="39" y="507"/>
                  </a:lnTo>
                  <a:lnTo>
                    <a:pt x="41" y="510"/>
                  </a:lnTo>
                  <a:lnTo>
                    <a:pt x="42" y="513"/>
                  </a:lnTo>
                  <a:lnTo>
                    <a:pt x="45" y="516"/>
                  </a:lnTo>
                  <a:lnTo>
                    <a:pt x="48" y="519"/>
                  </a:lnTo>
                  <a:lnTo>
                    <a:pt x="51" y="520"/>
                  </a:lnTo>
                  <a:lnTo>
                    <a:pt x="54" y="522"/>
                  </a:lnTo>
                  <a:lnTo>
                    <a:pt x="58" y="522"/>
                  </a:lnTo>
                  <a:lnTo>
                    <a:pt x="144" y="522"/>
                  </a:lnTo>
                  <a:lnTo>
                    <a:pt x="151" y="523"/>
                  </a:lnTo>
                  <a:lnTo>
                    <a:pt x="157" y="526"/>
                  </a:lnTo>
                  <a:lnTo>
                    <a:pt x="162" y="531"/>
                  </a:lnTo>
                  <a:lnTo>
                    <a:pt x="163" y="538"/>
                  </a:lnTo>
                  <a:lnTo>
                    <a:pt x="170" y="561"/>
                  </a:lnTo>
                  <a:lnTo>
                    <a:pt x="179" y="582"/>
                  </a:lnTo>
                  <a:lnTo>
                    <a:pt x="189" y="604"/>
                  </a:lnTo>
                  <a:lnTo>
                    <a:pt x="200" y="626"/>
                  </a:lnTo>
                  <a:lnTo>
                    <a:pt x="202" y="631"/>
                  </a:lnTo>
                  <a:lnTo>
                    <a:pt x="203" y="637"/>
                  </a:lnTo>
                  <a:lnTo>
                    <a:pt x="200" y="643"/>
                  </a:lnTo>
                  <a:lnTo>
                    <a:pt x="198" y="649"/>
                  </a:lnTo>
                  <a:lnTo>
                    <a:pt x="136" y="711"/>
                  </a:lnTo>
                  <a:lnTo>
                    <a:pt x="134" y="713"/>
                  </a:lnTo>
                  <a:lnTo>
                    <a:pt x="131" y="716"/>
                  </a:lnTo>
                  <a:lnTo>
                    <a:pt x="131" y="721"/>
                  </a:lnTo>
                  <a:lnTo>
                    <a:pt x="130" y="724"/>
                  </a:lnTo>
                  <a:lnTo>
                    <a:pt x="131" y="728"/>
                  </a:lnTo>
                  <a:lnTo>
                    <a:pt x="131" y="731"/>
                  </a:lnTo>
                  <a:lnTo>
                    <a:pt x="134" y="735"/>
                  </a:lnTo>
                  <a:lnTo>
                    <a:pt x="136" y="738"/>
                  </a:lnTo>
                  <a:lnTo>
                    <a:pt x="190" y="793"/>
                  </a:lnTo>
                  <a:lnTo>
                    <a:pt x="193" y="794"/>
                  </a:lnTo>
                  <a:lnTo>
                    <a:pt x="196" y="796"/>
                  </a:lnTo>
                  <a:lnTo>
                    <a:pt x="200" y="797"/>
                  </a:lnTo>
                  <a:lnTo>
                    <a:pt x="205" y="797"/>
                  </a:lnTo>
                  <a:lnTo>
                    <a:pt x="208" y="797"/>
                  </a:lnTo>
                  <a:lnTo>
                    <a:pt x="212" y="796"/>
                  </a:lnTo>
                  <a:lnTo>
                    <a:pt x="215" y="794"/>
                  </a:lnTo>
                  <a:lnTo>
                    <a:pt x="218" y="793"/>
                  </a:lnTo>
                  <a:lnTo>
                    <a:pt x="280" y="731"/>
                  </a:lnTo>
                  <a:lnTo>
                    <a:pt x="282" y="728"/>
                  </a:lnTo>
                  <a:lnTo>
                    <a:pt x="285" y="726"/>
                  </a:lnTo>
                  <a:lnTo>
                    <a:pt x="290" y="725"/>
                  </a:lnTo>
                  <a:lnTo>
                    <a:pt x="293" y="725"/>
                  </a:lnTo>
                  <a:close/>
                  <a:moveTo>
                    <a:pt x="503" y="928"/>
                  </a:moveTo>
                  <a:lnTo>
                    <a:pt x="425" y="928"/>
                  </a:lnTo>
                  <a:lnTo>
                    <a:pt x="414" y="927"/>
                  </a:lnTo>
                  <a:lnTo>
                    <a:pt x="402" y="924"/>
                  </a:lnTo>
                  <a:lnTo>
                    <a:pt x="392" y="918"/>
                  </a:lnTo>
                  <a:lnTo>
                    <a:pt x="383" y="911"/>
                  </a:lnTo>
                  <a:lnTo>
                    <a:pt x="378" y="902"/>
                  </a:lnTo>
                  <a:lnTo>
                    <a:pt x="372" y="892"/>
                  </a:lnTo>
                  <a:lnTo>
                    <a:pt x="369" y="882"/>
                  </a:lnTo>
                  <a:lnTo>
                    <a:pt x="367" y="870"/>
                  </a:lnTo>
                  <a:lnTo>
                    <a:pt x="367" y="798"/>
                  </a:lnTo>
                  <a:lnTo>
                    <a:pt x="349" y="793"/>
                  </a:lnTo>
                  <a:lnTo>
                    <a:pt x="330" y="785"/>
                  </a:lnTo>
                  <a:lnTo>
                    <a:pt x="313" y="777"/>
                  </a:lnTo>
                  <a:lnTo>
                    <a:pt x="295" y="768"/>
                  </a:lnTo>
                  <a:lnTo>
                    <a:pt x="245" y="820"/>
                  </a:lnTo>
                  <a:lnTo>
                    <a:pt x="236" y="827"/>
                  </a:lnTo>
                  <a:lnTo>
                    <a:pt x="226" y="832"/>
                  </a:lnTo>
                  <a:lnTo>
                    <a:pt x="215" y="834"/>
                  </a:lnTo>
                  <a:lnTo>
                    <a:pt x="205" y="836"/>
                  </a:lnTo>
                  <a:lnTo>
                    <a:pt x="193" y="834"/>
                  </a:lnTo>
                  <a:lnTo>
                    <a:pt x="182" y="832"/>
                  </a:lnTo>
                  <a:lnTo>
                    <a:pt x="172" y="827"/>
                  </a:lnTo>
                  <a:lnTo>
                    <a:pt x="163" y="820"/>
                  </a:lnTo>
                  <a:lnTo>
                    <a:pt x="108" y="765"/>
                  </a:lnTo>
                  <a:lnTo>
                    <a:pt x="101" y="757"/>
                  </a:lnTo>
                  <a:lnTo>
                    <a:pt x="95" y="747"/>
                  </a:lnTo>
                  <a:lnTo>
                    <a:pt x="92" y="735"/>
                  </a:lnTo>
                  <a:lnTo>
                    <a:pt x="91" y="724"/>
                  </a:lnTo>
                  <a:lnTo>
                    <a:pt x="92" y="712"/>
                  </a:lnTo>
                  <a:lnTo>
                    <a:pt x="95" y="702"/>
                  </a:lnTo>
                  <a:lnTo>
                    <a:pt x="101" y="692"/>
                  </a:lnTo>
                  <a:lnTo>
                    <a:pt x="108" y="683"/>
                  </a:lnTo>
                  <a:lnTo>
                    <a:pt x="160" y="631"/>
                  </a:lnTo>
                  <a:lnTo>
                    <a:pt x="150" y="616"/>
                  </a:lnTo>
                  <a:lnTo>
                    <a:pt x="143" y="597"/>
                  </a:lnTo>
                  <a:lnTo>
                    <a:pt x="136" y="580"/>
                  </a:lnTo>
                  <a:lnTo>
                    <a:pt x="130" y="561"/>
                  </a:lnTo>
                  <a:lnTo>
                    <a:pt x="58" y="561"/>
                  </a:lnTo>
                  <a:lnTo>
                    <a:pt x="46" y="559"/>
                  </a:lnTo>
                  <a:lnTo>
                    <a:pt x="36" y="556"/>
                  </a:lnTo>
                  <a:lnTo>
                    <a:pt x="26" y="551"/>
                  </a:lnTo>
                  <a:lnTo>
                    <a:pt x="18" y="543"/>
                  </a:lnTo>
                  <a:lnTo>
                    <a:pt x="10" y="535"/>
                  </a:lnTo>
                  <a:lnTo>
                    <a:pt x="5" y="526"/>
                  </a:lnTo>
                  <a:lnTo>
                    <a:pt x="2" y="515"/>
                  </a:lnTo>
                  <a:lnTo>
                    <a:pt x="0" y="503"/>
                  </a:lnTo>
                  <a:lnTo>
                    <a:pt x="0" y="425"/>
                  </a:lnTo>
                  <a:lnTo>
                    <a:pt x="2" y="414"/>
                  </a:lnTo>
                  <a:lnTo>
                    <a:pt x="5" y="404"/>
                  </a:lnTo>
                  <a:lnTo>
                    <a:pt x="10" y="394"/>
                  </a:lnTo>
                  <a:lnTo>
                    <a:pt x="18" y="385"/>
                  </a:lnTo>
                  <a:lnTo>
                    <a:pt x="26" y="378"/>
                  </a:lnTo>
                  <a:lnTo>
                    <a:pt x="36" y="372"/>
                  </a:lnTo>
                  <a:lnTo>
                    <a:pt x="46" y="369"/>
                  </a:lnTo>
                  <a:lnTo>
                    <a:pt x="58" y="368"/>
                  </a:lnTo>
                  <a:lnTo>
                    <a:pt x="130" y="368"/>
                  </a:lnTo>
                  <a:lnTo>
                    <a:pt x="136" y="349"/>
                  </a:lnTo>
                  <a:lnTo>
                    <a:pt x="143" y="332"/>
                  </a:lnTo>
                  <a:lnTo>
                    <a:pt x="150" y="314"/>
                  </a:lnTo>
                  <a:lnTo>
                    <a:pt x="160" y="297"/>
                  </a:lnTo>
                  <a:lnTo>
                    <a:pt x="108" y="245"/>
                  </a:lnTo>
                  <a:lnTo>
                    <a:pt x="101" y="237"/>
                  </a:lnTo>
                  <a:lnTo>
                    <a:pt x="95" y="227"/>
                  </a:lnTo>
                  <a:lnTo>
                    <a:pt x="92" y="217"/>
                  </a:lnTo>
                  <a:lnTo>
                    <a:pt x="91" y="205"/>
                  </a:lnTo>
                  <a:lnTo>
                    <a:pt x="92" y="193"/>
                  </a:lnTo>
                  <a:lnTo>
                    <a:pt x="95" y="183"/>
                  </a:lnTo>
                  <a:lnTo>
                    <a:pt x="101" y="173"/>
                  </a:lnTo>
                  <a:lnTo>
                    <a:pt x="108" y="163"/>
                  </a:lnTo>
                  <a:lnTo>
                    <a:pt x="163" y="110"/>
                  </a:lnTo>
                  <a:lnTo>
                    <a:pt x="172" y="103"/>
                  </a:lnTo>
                  <a:lnTo>
                    <a:pt x="182" y="97"/>
                  </a:lnTo>
                  <a:lnTo>
                    <a:pt x="193" y="94"/>
                  </a:lnTo>
                  <a:lnTo>
                    <a:pt x="205" y="93"/>
                  </a:lnTo>
                  <a:lnTo>
                    <a:pt x="215" y="94"/>
                  </a:lnTo>
                  <a:lnTo>
                    <a:pt x="226" y="97"/>
                  </a:lnTo>
                  <a:lnTo>
                    <a:pt x="236" y="103"/>
                  </a:lnTo>
                  <a:lnTo>
                    <a:pt x="245" y="110"/>
                  </a:lnTo>
                  <a:lnTo>
                    <a:pt x="295" y="160"/>
                  </a:lnTo>
                  <a:lnTo>
                    <a:pt x="313" y="152"/>
                  </a:lnTo>
                  <a:lnTo>
                    <a:pt x="330" y="143"/>
                  </a:lnTo>
                  <a:lnTo>
                    <a:pt x="349" y="136"/>
                  </a:lnTo>
                  <a:lnTo>
                    <a:pt x="367" y="130"/>
                  </a:lnTo>
                  <a:lnTo>
                    <a:pt x="367" y="58"/>
                  </a:lnTo>
                  <a:lnTo>
                    <a:pt x="369" y="47"/>
                  </a:lnTo>
                  <a:lnTo>
                    <a:pt x="372" y="36"/>
                  </a:lnTo>
                  <a:lnTo>
                    <a:pt x="378" y="26"/>
                  </a:lnTo>
                  <a:lnTo>
                    <a:pt x="383" y="18"/>
                  </a:lnTo>
                  <a:lnTo>
                    <a:pt x="392" y="11"/>
                  </a:lnTo>
                  <a:lnTo>
                    <a:pt x="402" y="5"/>
                  </a:lnTo>
                  <a:lnTo>
                    <a:pt x="414" y="2"/>
                  </a:lnTo>
                  <a:lnTo>
                    <a:pt x="425" y="0"/>
                  </a:lnTo>
                  <a:lnTo>
                    <a:pt x="503" y="0"/>
                  </a:lnTo>
                  <a:lnTo>
                    <a:pt x="514" y="2"/>
                  </a:lnTo>
                  <a:lnTo>
                    <a:pt x="524" y="5"/>
                  </a:lnTo>
                  <a:lnTo>
                    <a:pt x="534" y="11"/>
                  </a:lnTo>
                  <a:lnTo>
                    <a:pt x="543" y="18"/>
                  </a:lnTo>
                  <a:lnTo>
                    <a:pt x="550" y="26"/>
                  </a:lnTo>
                  <a:lnTo>
                    <a:pt x="556" y="36"/>
                  </a:lnTo>
                  <a:lnTo>
                    <a:pt x="559" y="47"/>
                  </a:lnTo>
                  <a:lnTo>
                    <a:pt x="560" y="58"/>
                  </a:lnTo>
                  <a:lnTo>
                    <a:pt x="560" y="130"/>
                  </a:lnTo>
                  <a:lnTo>
                    <a:pt x="579" y="137"/>
                  </a:lnTo>
                  <a:lnTo>
                    <a:pt x="596" y="143"/>
                  </a:lnTo>
                  <a:lnTo>
                    <a:pt x="614" y="152"/>
                  </a:lnTo>
                  <a:lnTo>
                    <a:pt x="631" y="160"/>
                  </a:lnTo>
                  <a:lnTo>
                    <a:pt x="681" y="110"/>
                  </a:lnTo>
                  <a:lnTo>
                    <a:pt x="691" y="103"/>
                  </a:lnTo>
                  <a:lnTo>
                    <a:pt x="702" y="97"/>
                  </a:lnTo>
                  <a:lnTo>
                    <a:pt x="712" y="94"/>
                  </a:lnTo>
                  <a:lnTo>
                    <a:pt x="723" y="93"/>
                  </a:lnTo>
                  <a:lnTo>
                    <a:pt x="735" y="94"/>
                  </a:lnTo>
                  <a:lnTo>
                    <a:pt x="745" y="97"/>
                  </a:lnTo>
                  <a:lnTo>
                    <a:pt x="755" y="103"/>
                  </a:lnTo>
                  <a:lnTo>
                    <a:pt x="763" y="110"/>
                  </a:lnTo>
                  <a:lnTo>
                    <a:pt x="818" y="163"/>
                  </a:lnTo>
                  <a:lnTo>
                    <a:pt x="825" y="173"/>
                  </a:lnTo>
                  <a:lnTo>
                    <a:pt x="831" y="182"/>
                  </a:lnTo>
                  <a:lnTo>
                    <a:pt x="834" y="193"/>
                  </a:lnTo>
                  <a:lnTo>
                    <a:pt x="835" y="205"/>
                  </a:lnTo>
                  <a:lnTo>
                    <a:pt x="834" y="217"/>
                  </a:lnTo>
                  <a:lnTo>
                    <a:pt x="831" y="227"/>
                  </a:lnTo>
                  <a:lnTo>
                    <a:pt x="825" y="237"/>
                  </a:lnTo>
                  <a:lnTo>
                    <a:pt x="818" y="245"/>
                  </a:lnTo>
                  <a:lnTo>
                    <a:pt x="768" y="297"/>
                  </a:lnTo>
                  <a:lnTo>
                    <a:pt x="776" y="314"/>
                  </a:lnTo>
                  <a:lnTo>
                    <a:pt x="785" y="332"/>
                  </a:lnTo>
                  <a:lnTo>
                    <a:pt x="791" y="349"/>
                  </a:lnTo>
                  <a:lnTo>
                    <a:pt x="797" y="368"/>
                  </a:lnTo>
                  <a:lnTo>
                    <a:pt x="869" y="368"/>
                  </a:lnTo>
                  <a:lnTo>
                    <a:pt x="880" y="369"/>
                  </a:lnTo>
                  <a:lnTo>
                    <a:pt x="892" y="372"/>
                  </a:lnTo>
                  <a:lnTo>
                    <a:pt x="902" y="378"/>
                  </a:lnTo>
                  <a:lnTo>
                    <a:pt x="910" y="385"/>
                  </a:lnTo>
                  <a:lnTo>
                    <a:pt x="918" y="394"/>
                  </a:lnTo>
                  <a:lnTo>
                    <a:pt x="922" y="404"/>
                  </a:lnTo>
                  <a:lnTo>
                    <a:pt x="926" y="414"/>
                  </a:lnTo>
                  <a:lnTo>
                    <a:pt x="928" y="425"/>
                  </a:lnTo>
                  <a:lnTo>
                    <a:pt x="928" y="503"/>
                  </a:lnTo>
                  <a:lnTo>
                    <a:pt x="926" y="515"/>
                  </a:lnTo>
                  <a:lnTo>
                    <a:pt x="923" y="525"/>
                  </a:lnTo>
                  <a:lnTo>
                    <a:pt x="918" y="535"/>
                  </a:lnTo>
                  <a:lnTo>
                    <a:pt x="910" y="543"/>
                  </a:lnTo>
                  <a:lnTo>
                    <a:pt x="902" y="551"/>
                  </a:lnTo>
                  <a:lnTo>
                    <a:pt x="892" y="556"/>
                  </a:lnTo>
                  <a:lnTo>
                    <a:pt x="880" y="559"/>
                  </a:lnTo>
                  <a:lnTo>
                    <a:pt x="869" y="561"/>
                  </a:lnTo>
                  <a:lnTo>
                    <a:pt x="797" y="561"/>
                  </a:lnTo>
                  <a:lnTo>
                    <a:pt x="791" y="580"/>
                  </a:lnTo>
                  <a:lnTo>
                    <a:pt x="785" y="597"/>
                  </a:lnTo>
                  <a:lnTo>
                    <a:pt x="776" y="616"/>
                  </a:lnTo>
                  <a:lnTo>
                    <a:pt x="768" y="631"/>
                  </a:lnTo>
                  <a:lnTo>
                    <a:pt x="818" y="683"/>
                  </a:lnTo>
                  <a:lnTo>
                    <a:pt x="825" y="692"/>
                  </a:lnTo>
                  <a:lnTo>
                    <a:pt x="831" y="702"/>
                  </a:lnTo>
                  <a:lnTo>
                    <a:pt x="834" y="713"/>
                  </a:lnTo>
                  <a:lnTo>
                    <a:pt x="835" y="724"/>
                  </a:lnTo>
                  <a:lnTo>
                    <a:pt x="834" y="735"/>
                  </a:lnTo>
                  <a:lnTo>
                    <a:pt x="831" y="745"/>
                  </a:lnTo>
                  <a:lnTo>
                    <a:pt x="825" y="755"/>
                  </a:lnTo>
                  <a:lnTo>
                    <a:pt x="818" y="765"/>
                  </a:lnTo>
                  <a:lnTo>
                    <a:pt x="763" y="820"/>
                  </a:lnTo>
                  <a:lnTo>
                    <a:pt x="755" y="827"/>
                  </a:lnTo>
                  <a:lnTo>
                    <a:pt x="745" y="832"/>
                  </a:lnTo>
                  <a:lnTo>
                    <a:pt x="735" y="834"/>
                  </a:lnTo>
                  <a:lnTo>
                    <a:pt x="723" y="836"/>
                  </a:lnTo>
                  <a:lnTo>
                    <a:pt x="712" y="834"/>
                  </a:lnTo>
                  <a:lnTo>
                    <a:pt x="702" y="832"/>
                  </a:lnTo>
                  <a:lnTo>
                    <a:pt x="691" y="827"/>
                  </a:lnTo>
                  <a:lnTo>
                    <a:pt x="681" y="820"/>
                  </a:lnTo>
                  <a:lnTo>
                    <a:pt x="631" y="768"/>
                  </a:lnTo>
                  <a:lnTo>
                    <a:pt x="614" y="777"/>
                  </a:lnTo>
                  <a:lnTo>
                    <a:pt x="596" y="785"/>
                  </a:lnTo>
                  <a:lnTo>
                    <a:pt x="579" y="793"/>
                  </a:lnTo>
                  <a:lnTo>
                    <a:pt x="560" y="798"/>
                  </a:lnTo>
                  <a:lnTo>
                    <a:pt x="560" y="870"/>
                  </a:lnTo>
                  <a:lnTo>
                    <a:pt x="559" y="882"/>
                  </a:lnTo>
                  <a:lnTo>
                    <a:pt x="556" y="892"/>
                  </a:lnTo>
                  <a:lnTo>
                    <a:pt x="550" y="902"/>
                  </a:lnTo>
                  <a:lnTo>
                    <a:pt x="543" y="911"/>
                  </a:lnTo>
                  <a:lnTo>
                    <a:pt x="534" y="918"/>
                  </a:lnTo>
                  <a:lnTo>
                    <a:pt x="524" y="924"/>
                  </a:lnTo>
                  <a:lnTo>
                    <a:pt x="514" y="927"/>
                  </a:lnTo>
                  <a:lnTo>
                    <a:pt x="503" y="9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0" name="Freeform 468">
              <a:extLst>
                <a:ext uri="{FF2B5EF4-FFF2-40B4-BE49-F238E27FC236}">
                  <a16:creationId xmlns:a16="http://schemas.microsoft.com/office/drawing/2014/main" id="{410B9F25-FFA3-4D86-9066-8175A3DE55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0870" y="3894917"/>
              <a:ext cx="187823" cy="186367"/>
            </a:xfrm>
            <a:custGeom>
              <a:avLst/>
              <a:gdLst>
                <a:gd name="T0" fmla="*/ 161 w 386"/>
                <a:gd name="T1" fmla="*/ 42 h 386"/>
                <a:gd name="T2" fmla="*/ 119 w 386"/>
                <a:gd name="T3" fmla="*/ 58 h 386"/>
                <a:gd name="T4" fmla="*/ 83 w 386"/>
                <a:gd name="T5" fmla="*/ 84 h 386"/>
                <a:gd name="T6" fmla="*/ 56 w 386"/>
                <a:gd name="T7" fmla="*/ 120 h 386"/>
                <a:gd name="T8" fmla="*/ 42 w 386"/>
                <a:gd name="T9" fmla="*/ 162 h 386"/>
                <a:gd name="T10" fmla="*/ 39 w 386"/>
                <a:gd name="T11" fmla="*/ 209 h 386"/>
                <a:gd name="T12" fmla="*/ 50 w 386"/>
                <a:gd name="T13" fmla="*/ 254 h 386"/>
                <a:gd name="T14" fmla="*/ 73 w 386"/>
                <a:gd name="T15" fmla="*/ 291 h 386"/>
                <a:gd name="T16" fmla="*/ 107 w 386"/>
                <a:gd name="T17" fmla="*/ 321 h 386"/>
                <a:gd name="T18" fmla="*/ 147 w 386"/>
                <a:gd name="T19" fmla="*/ 342 h 386"/>
                <a:gd name="T20" fmla="*/ 193 w 386"/>
                <a:gd name="T21" fmla="*/ 347 h 386"/>
                <a:gd name="T22" fmla="*/ 239 w 386"/>
                <a:gd name="T23" fmla="*/ 342 h 386"/>
                <a:gd name="T24" fmla="*/ 279 w 386"/>
                <a:gd name="T25" fmla="*/ 321 h 386"/>
                <a:gd name="T26" fmla="*/ 311 w 386"/>
                <a:gd name="T27" fmla="*/ 291 h 386"/>
                <a:gd name="T28" fmla="*/ 335 w 386"/>
                <a:gd name="T29" fmla="*/ 254 h 386"/>
                <a:gd name="T30" fmla="*/ 346 w 386"/>
                <a:gd name="T31" fmla="*/ 209 h 386"/>
                <a:gd name="T32" fmla="*/ 344 w 386"/>
                <a:gd name="T33" fmla="*/ 162 h 386"/>
                <a:gd name="T34" fmla="*/ 328 w 386"/>
                <a:gd name="T35" fmla="*/ 120 h 386"/>
                <a:gd name="T36" fmla="*/ 302 w 386"/>
                <a:gd name="T37" fmla="*/ 84 h 386"/>
                <a:gd name="T38" fmla="*/ 266 w 386"/>
                <a:gd name="T39" fmla="*/ 58 h 386"/>
                <a:gd name="T40" fmla="*/ 223 w 386"/>
                <a:gd name="T41" fmla="*/ 42 h 386"/>
                <a:gd name="T42" fmla="*/ 193 w 386"/>
                <a:gd name="T43" fmla="*/ 386 h 386"/>
                <a:gd name="T44" fmla="*/ 135 w 386"/>
                <a:gd name="T45" fmla="*/ 378 h 386"/>
                <a:gd name="T46" fmla="*/ 85 w 386"/>
                <a:gd name="T47" fmla="*/ 353 h 386"/>
                <a:gd name="T48" fmla="*/ 43 w 386"/>
                <a:gd name="T49" fmla="*/ 316 h 386"/>
                <a:gd name="T50" fmla="*/ 14 w 386"/>
                <a:gd name="T51" fmla="*/ 268 h 386"/>
                <a:gd name="T52" fmla="*/ 0 w 386"/>
                <a:gd name="T53" fmla="*/ 213 h 386"/>
                <a:gd name="T54" fmla="*/ 3 w 386"/>
                <a:gd name="T55" fmla="*/ 154 h 386"/>
                <a:gd name="T56" fmla="*/ 23 w 386"/>
                <a:gd name="T57" fmla="*/ 101 h 386"/>
                <a:gd name="T58" fmla="*/ 56 w 386"/>
                <a:gd name="T59" fmla="*/ 56 h 386"/>
                <a:gd name="T60" fmla="*/ 101 w 386"/>
                <a:gd name="T61" fmla="*/ 23 h 386"/>
                <a:gd name="T62" fmla="*/ 154 w 386"/>
                <a:gd name="T63" fmla="*/ 5 h 386"/>
                <a:gd name="T64" fmla="*/ 212 w 386"/>
                <a:gd name="T65" fmla="*/ 2 h 386"/>
                <a:gd name="T66" fmla="*/ 268 w 386"/>
                <a:gd name="T67" fmla="*/ 16 h 386"/>
                <a:gd name="T68" fmla="*/ 315 w 386"/>
                <a:gd name="T69" fmla="*/ 45 h 386"/>
                <a:gd name="T70" fmla="*/ 353 w 386"/>
                <a:gd name="T71" fmla="*/ 85 h 386"/>
                <a:gd name="T72" fmla="*/ 377 w 386"/>
                <a:gd name="T73" fmla="*/ 136 h 386"/>
                <a:gd name="T74" fmla="*/ 386 w 386"/>
                <a:gd name="T75" fmla="*/ 193 h 386"/>
                <a:gd name="T76" fmla="*/ 377 w 386"/>
                <a:gd name="T77" fmla="*/ 251 h 386"/>
                <a:gd name="T78" fmla="*/ 353 w 386"/>
                <a:gd name="T79" fmla="*/ 301 h 386"/>
                <a:gd name="T80" fmla="*/ 315 w 386"/>
                <a:gd name="T81" fmla="*/ 343 h 386"/>
                <a:gd name="T82" fmla="*/ 268 w 386"/>
                <a:gd name="T83" fmla="*/ 372 h 386"/>
                <a:gd name="T84" fmla="*/ 212 w 386"/>
                <a:gd name="T85" fmla="*/ 3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86" h="386">
                  <a:moveTo>
                    <a:pt x="193" y="39"/>
                  </a:moveTo>
                  <a:lnTo>
                    <a:pt x="177" y="39"/>
                  </a:lnTo>
                  <a:lnTo>
                    <a:pt x="161" y="42"/>
                  </a:lnTo>
                  <a:lnTo>
                    <a:pt x="147" y="46"/>
                  </a:lnTo>
                  <a:lnTo>
                    <a:pt x="132" y="51"/>
                  </a:lnTo>
                  <a:lnTo>
                    <a:pt x="119" y="58"/>
                  </a:lnTo>
                  <a:lnTo>
                    <a:pt x="107" y="65"/>
                  </a:lnTo>
                  <a:lnTo>
                    <a:pt x="95" y="74"/>
                  </a:lnTo>
                  <a:lnTo>
                    <a:pt x="83" y="84"/>
                  </a:lnTo>
                  <a:lnTo>
                    <a:pt x="73" y="95"/>
                  </a:lnTo>
                  <a:lnTo>
                    <a:pt x="65" y="107"/>
                  </a:lnTo>
                  <a:lnTo>
                    <a:pt x="56" y="120"/>
                  </a:lnTo>
                  <a:lnTo>
                    <a:pt x="50" y="133"/>
                  </a:lnTo>
                  <a:lnTo>
                    <a:pt x="45" y="147"/>
                  </a:lnTo>
                  <a:lnTo>
                    <a:pt x="42" y="162"/>
                  </a:lnTo>
                  <a:lnTo>
                    <a:pt x="39" y="177"/>
                  </a:lnTo>
                  <a:lnTo>
                    <a:pt x="37" y="193"/>
                  </a:lnTo>
                  <a:lnTo>
                    <a:pt x="39" y="209"/>
                  </a:lnTo>
                  <a:lnTo>
                    <a:pt x="42" y="225"/>
                  </a:lnTo>
                  <a:lnTo>
                    <a:pt x="45" y="239"/>
                  </a:lnTo>
                  <a:lnTo>
                    <a:pt x="50" y="254"/>
                  </a:lnTo>
                  <a:lnTo>
                    <a:pt x="56" y="267"/>
                  </a:lnTo>
                  <a:lnTo>
                    <a:pt x="65" y="280"/>
                  </a:lnTo>
                  <a:lnTo>
                    <a:pt x="73" y="291"/>
                  </a:lnTo>
                  <a:lnTo>
                    <a:pt x="83" y="303"/>
                  </a:lnTo>
                  <a:lnTo>
                    <a:pt x="95" y="313"/>
                  </a:lnTo>
                  <a:lnTo>
                    <a:pt x="107" y="321"/>
                  </a:lnTo>
                  <a:lnTo>
                    <a:pt x="119" y="329"/>
                  </a:lnTo>
                  <a:lnTo>
                    <a:pt x="132" y="336"/>
                  </a:lnTo>
                  <a:lnTo>
                    <a:pt x="147" y="342"/>
                  </a:lnTo>
                  <a:lnTo>
                    <a:pt x="161" y="345"/>
                  </a:lnTo>
                  <a:lnTo>
                    <a:pt x="177" y="347"/>
                  </a:lnTo>
                  <a:lnTo>
                    <a:pt x="193" y="347"/>
                  </a:lnTo>
                  <a:lnTo>
                    <a:pt x="209" y="347"/>
                  </a:lnTo>
                  <a:lnTo>
                    <a:pt x="223" y="345"/>
                  </a:lnTo>
                  <a:lnTo>
                    <a:pt x="239" y="342"/>
                  </a:lnTo>
                  <a:lnTo>
                    <a:pt x="252" y="336"/>
                  </a:lnTo>
                  <a:lnTo>
                    <a:pt x="266" y="329"/>
                  </a:lnTo>
                  <a:lnTo>
                    <a:pt x="279" y="321"/>
                  </a:lnTo>
                  <a:lnTo>
                    <a:pt x="291" y="313"/>
                  </a:lnTo>
                  <a:lnTo>
                    <a:pt x="302" y="303"/>
                  </a:lnTo>
                  <a:lnTo>
                    <a:pt x="311" y="291"/>
                  </a:lnTo>
                  <a:lnTo>
                    <a:pt x="321" y="280"/>
                  </a:lnTo>
                  <a:lnTo>
                    <a:pt x="328" y="267"/>
                  </a:lnTo>
                  <a:lnTo>
                    <a:pt x="335" y="254"/>
                  </a:lnTo>
                  <a:lnTo>
                    <a:pt x="340" y="239"/>
                  </a:lnTo>
                  <a:lnTo>
                    <a:pt x="344" y="225"/>
                  </a:lnTo>
                  <a:lnTo>
                    <a:pt x="346" y="209"/>
                  </a:lnTo>
                  <a:lnTo>
                    <a:pt x="347" y="193"/>
                  </a:lnTo>
                  <a:lnTo>
                    <a:pt x="346" y="177"/>
                  </a:lnTo>
                  <a:lnTo>
                    <a:pt x="344" y="162"/>
                  </a:lnTo>
                  <a:lnTo>
                    <a:pt x="340" y="147"/>
                  </a:lnTo>
                  <a:lnTo>
                    <a:pt x="335" y="133"/>
                  </a:lnTo>
                  <a:lnTo>
                    <a:pt x="328" y="120"/>
                  </a:lnTo>
                  <a:lnTo>
                    <a:pt x="321" y="107"/>
                  </a:lnTo>
                  <a:lnTo>
                    <a:pt x="311" y="95"/>
                  </a:lnTo>
                  <a:lnTo>
                    <a:pt x="302" y="84"/>
                  </a:lnTo>
                  <a:lnTo>
                    <a:pt x="291" y="74"/>
                  </a:lnTo>
                  <a:lnTo>
                    <a:pt x="279" y="65"/>
                  </a:lnTo>
                  <a:lnTo>
                    <a:pt x="266" y="58"/>
                  </a:lnTo>
                  <a:lnTo>
                    <a:pt x="252" y="51"/>
                  </a:lnTo>
                  <a:lnTo>
                    <a:pt x="239" y="46"/>
                  </a:lnTo>
                  <a:lnTo>
                    <a:pt x="223" y="42"/>
                  </a:lnTo>
                  <a:lnTo>
                    <a:pt x="209" y="39"/>
                  </a:lnTo>
                  <a:lnTo>
                    <a:pt x="193" y="39"/>
                  </a:lnTo>
                  <a:close/>
                  <a:moveTo>
                    <a:pt x="193" y="386"/>
                  </a:moveTo>
                  <a:lnTo>
                    <a:pt x="173" y="385"/>
                  </a:lnTo>
                  <a:lnTo>
                    <a:pt x="154" y="382"/>
                  </a:lnTo>
                  <a:lnTo>
                    <a:pt x="135" y="378"/>
                  </a:lnTo>
                  <a:lnTo>
                    <a:pt x="118" y="372"/>
                  </a:lnTo>
                  <a:lnTo>
                    <a:pt x="101" y="363"/>
                  </a:lnTo>
                  <a:lnTo>
                    <a:pt x="85" y="353"/>
                  </a:lnTo>
                  <a:lnTo>
                    <a:pt x="69" y="343"/>
                  </a:lnTo>
                  <a:lnTo>
                    <a:pt x="56" y="330"/>
                  </a:lnTo>
                  <a:lnTo>
                    <a:pt x="43" y="316"/>
                  </a:lnTo>
                  <a:lnTo>
                    <a:pt x="33" y="301"/>
                  </a:lnTo>
                  <a:lnTo>
                    <a:pt x="23" y="285"/>
                  </a:lnTo>
                  <a:lnTo>
                    <a:pt x="14" y="268"/>
                  </a:lnTo>
                  <a:lnTo>
                    <a:pt x="9" y="251"/>
                  </a:lnTo>
                  <a:lnTo>
                    <a:pt x="3" y="232"/>
                  </a:lnTo>
                  <a:lnTo>
                    <a:pt x="0" y="213"/>
                  </a:lnTo>
                  <a:lnTo>
                    <a:pt x="0" y="193"/>
                  </a:lnTo>
                  <a:lnTo>
                    <a:pt x="0" y="173"/>
                  </a:lnTo>
                  <a:lnTo>
                    <a:pt x="3" y="154"/>
                  </a:lnTo>
                  <a:lnTo>
                    <a:pt x="9" y="136"/>
                  </a:lnTo>
                  <a:lnTo>
                    <a:pt x="14" y="118"/>
                  </a:lnTo>
                  <a:lnTo>
                    <a:pt x="23" y="101"/>
                  </a:lnTo>
                  <a:lnTo>
                    <a:pt x="33" y="85"/>
                  </a:lnTo>
                  <a:lnTo>
                    <a:pt x="43" y="71"/>
                  </a:lnTo>
                  <a:lnTo>
                    <a:pt x="56" y="56"/>
                  </a:lnTo>
                  <a:lnTo>
                    <a:pt x="69" y="45"/>
                  </a:lnTo>
                  <a:lnTo>
                    <a:pt x="85" y="33"/>
                  </a:lnTo>
                  <a:lnTo>
                    <a:pt x="101" y="23"/>
                  </a:lnTo>
                  <a:lnTo>
                    <a:pt x="118" y="16"/>
                  </a:lnTo>
                  <a:lnTo>
                    <a:pt x="135" y="9"/>
                  </a:lnTo>
                  <a:lnTo>
                    <a:pt x="154" y="5"/>
                  </a:lnTo>
                  <a:lnTo>
                    <a:pt x="173" y="2"/>
                  </a:lnTo>
                  <a:lnTo>
                    <a:pt x="193" y="0"/>
                  </a:lnTo>
                  <a:lnTo>
                    <a:pt x="212" y="2"/>
                  </a:lnTo>
                  <a:lnTo>
                    <a:pt x="232" y="5"/>
                  </a:lnTo>
                  <a:lnTo>
                    <a:pt x="251" y="9"/>
                  </a:lnTo>
                  <a:lnTo>
                    <a:pt x="268" y="16"/>
                  </a:lnTo>
                  <a:lnTo>
                    <a:pt x="285" y="23"/>
                  </a:lnTo>
                  <a:lnTo>
                    <a:pt x="301" y="33"/>
                  </a:lnTo>
                  <a:lnTo>
                    <a:pt x="315" y="45"/>
                  </a:lnTo>
                  <a:lnTo>
                    <a:pt x="330" y="56"/>
                  </a:lnTo>
                  <a:lnTo>
                    <a:pt x="341" y="71"/>
                  </a:lnTo>
                  <a:lnTo>
                    <a:pt x="353" y="85"/>
                  </a:lnTo>
                  <a:lnTo>
                    <a:pt x="363" y="101"/>
                  </a:lnTo>
                  <a:lnTo>
                    <a:pt x="370" y="118"/>
                  </a:lnTo>
                  <a:lnTo>
                    <a:pt x="377" y="136"/>
                  </a:lnTo>
                  <a:lnTo>
                    <a:pt x="382" y="154"/>
                  </a:lnTo>
                  <a:lnTo>
                    <a:pt x="384" y="173"/>
                  </a:lnTo>
                  <a:lnTo>
                    <a:pt x="386" y="193"/>
                  </a:lnTo>
                  <a:lnTo>
                    <a:pt x="384" y="213"/>
                  </a:lnTo>
                  <a:lnTo>
                    <a:pt x="382" y="232"/>
                  </a:lnTo>
                  <a:lnTo>
                    <a:pt x="377" y="251"/>
                  </a:lnTo>
                  <a:lnTo>
                    <a:pt x="370" y="268"/>
                  </a:lnTo>
                  <a:lnTo>
                    <a:pt x="363" y="285"/>
                  </a:lnTo>
                  <a:lnTo>
                    <a:pt x="353" y="301"/>
                  </a:lnTo>
                  <a:lnTo>
                    <a:pt x="341" y="316"/>
                  </a:lnTo>
                  <a:lnTo>
                    <a:pt x="330" y="330"/>
                  </a:lnTo>
                  <a:lnTo>
                    <a:pt x="315" y="343"/>
                  </a:lnTo>
                  <a:lnTo>
                    <a:pt x="301" y="353"/>
                  </a:lnTo>
                  <a:lnTo>
                    <a:pt x="285" y="363"/>
                  </a:lnTo>
                  <a:lnTo>
                    <a:pt x="268" y="372"/>
                  </a:lnTo>
                  <a:lnTo>
                    <a:pt x="251" y="378"/>
                  </a:lnTo>
                  <a:lnTo>
                    <a:pt x="232" y="382"/>
                  </a:lnTo>
                  <a:lnTo>
                    <a:pt x="212" y="385"/>
                  </a:lnTo>
                  <a:lnTo>
                    <a:pt x="193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24" name="Group 85">
            <a:extLst>
              <a:ext uri="{FF2B5EF4-FFF2-40B4-BE49-F238E27FC236}">
                <a16:creationId xmlns:a16="http://schemas.microsoft.com/office/drawing/2014/main" id="{1DC61665-7797-44CE-928E-6F33D5FA0632}"/>
              </a:ext>
            </a:extLst>
          </p:cNvPr>
          <p:cNvGrpSpPr/>
          <p:nvPr/>
        </p:nvGrpSpPr>
        <p:grpSpPr>
          <a:xfrm>
            <a:off x="5019252" y="5110939"/>
            <a:ext cx="376021" cy="325651"/>
            <a:chOff x="504994" y="5962425"/>
            <a:chExt cx="449901" cy="38875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5" name="Freeform 591">
              <a:extLst>
                <a:ext uri="{FF2B5EF4-FFF2-40B4-BE49-F238E27FC236}">
                  <a16:creationId xmlns:a16="http://schemas.microsoft.com/office/drawing/2014/main" id="{17C1E8EE-957D-4B18-969A-5BCF56B5F7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4994" y="5962425"/>
              <a:ext cx="449901" cy="388750"/>
            </a:xfrm>
            <a:custGeom>
              <a:avLst/>
              <a:gdLst>
                <a:gd name="T0" fmla="*/ 55 w 927"/>
                <a:gd name="T1" fmla="*/ 39 h 800"/>
                <a:gd name="T2" fmla="*/ 48 w 927"/>
                <a:gd name="T3" fmla="*/ 42 h 800"/>
                <a:gd name="T4" fmla="*/ 42 w 927"/>
                <a:gd name="T5" fmla="*/ 46 h 800"/>
                <a:gd name="T6" fmla="*/ 39 w 927"/>
                <a:gd name="T7" fmla="*/ 54 h 800"/>
                <a:gd name="T8" fmla="*/ 39 w 927"/>
                <a:gd name="T9" fmla="*/ 559 h 800"/>
                <a:gd name="T10" fmla="*/ 40 w 927"/>
                <a:gd name="T11" fmla="*/ 568 h 800"/>
                <a:gd name="T12" fmla="*/ 45 w 927"/>
                <a:gd name="T13" fmla="*/ 573 h 800"/>
                <a:gd name="T14" fmla="*/ 50 w 927"/>
                <a:gd name="T15" fmla="*/ 578 h 800"/>
                <a:gd name="T16" fmla="*/ 58 w 927"/>
                <a:gd name="T17" fmla="*/ 579 h 800"/>
                <a:gd name="T18" fmla="*/ 154 w 927"/>
                <a:gd name="T19" fmla="*/ 706 h 800"/>
                <a:gd name="T20" fmla="*/ 868 w 927"/>
                <a:gd name="T21" fmla="*/ 579 h 800"/>
                <a:gd name="T22" fmla="*/ 877 w 927"/>
                <a:gd name="T23" fmla="*/ 578 h 800"/>
                <a:gd name="T24" fmla="*/ 883 w 927"/>
                <a:gd name="T25" fmla="*/ 573 h 800"/>
                <a:gd name="T26" fmla="*/ 887 w 927"/>
                <a:gd name="T27" fmla="*/ 568 h 800"/>
                <a:gd name="T28" fmla="*/ 888 w 927"/>
                <a:gd name="T29" fmla="*/ 559 h 800"/>
                <a:gd name="T30" fmla="*/ 888 w 927"/>
                <a:gd name="T31" fmla="*/ 54 h 800"/>
                <a:gd name="T32" fmla="*/ 886 w 927"/>
                <a:gd name="T33" fmla="*/ 46 h 800"/>
                <a:gd name="T34" fmla="*/ 880 w 927"/>
                <a:gd name="T35" fmla="*/ 42 h 800"/>
                <a:gd name="T36" fmla="*/ 873 w 927"/>
                <a:gd name="T37" fmla="*/ 39 h 800"/>
                <a:gd name="T38" fmla="*/ 58 w 927"/>
                <a:gd name="T39" fmla="*/ 38 h 800"/>
                <a:gd name="T40" fmla="*/ 115 w 927"/>
                <a:gd name="T41" fmla="*/ 618 h 800"/>
                <a:gd name="T42" fmla="*/ 46 w 927"/>
                <a:gd name="T43" fmla="*/ 617 h 800"/>
                <a:gd name="T44" fmla="*/ 26 w 927"/>
                <a:gd name="T45" fmla="*/ 608 h 800"/>
                <a:gd name="T46" fmla="*/ 10 w 927"/>
                <a:gd name="T47" fmla="*/ 592 h 800"/>
                <a:gd name="T48" fmla="*/ 1 w 927"/>
                <a:gd name="T49" fmla="*/ 571 h 800"/>
                <a:gd name="T50" fmla="*/ 0 w 927"/>
                <a:gd name="T51" fmla="*/ 58 h 800"/>
                <a:gd name="T52" fmla="*/ 4 w 927"/>
                <a:gd name="T53" fmla="*/ 35 h 800"/>
                <a:gd name="T54" fmla="*/ 17 w 927"/>
                <a:gd name="T55" fmla="*/ 16 h 800"/>
                <a:gd name="T56" fmla="*/ 36 w 927"/>
                <a:gd name="T57" fmla="*/ 5 h 800"/>
                <a:gd name="T58" fmla="*/ 58 w 927"/>
                <a:gd name="T59" fmla="*/ 0 h 800"/>
                <a:gd name="T60" fmla="*/ 881 w 927"/>
                <a:gd name="T61" fmla="*/ 0 h 800"/>
                <a:gd name="T62" fmla="*/ 901 w 927"/>
                <a:gd name="T63" fmla="*/ 9 h 800"/>
                <a:gd name="T64" fmla="*/ 917 w 927"/>
                <a:gd name="T65" fmla="*/ 25 h 800"/>
                <a:gd name="T66" fmla="*/ 926 w 927"/>
                <a:gd name="T67" fmla="*/ 46 h 800"/>
                <a:gd name="T68" fmla="*/ 927 w 927"/>
                <a:gd name="T69" fmla="*/ 559 h 800"/>
                <a:gd name="T70" fmla="*/ 922 w 927"/>
                <a:gd name="T71" fmla="*/ 582 h 800"/>
                <a:gd name="T72" fmla="*/ 910 w 927"/>
                <a:gd name="T73" fmla="*/ 601 h 800"/>
                <a:gd name="T74" fmla="*/ 891 w 927"/>
                <a:gd name="T75" fmla="*/ 612 h 800"/>
                <a:gd name="T76" fmla="*/ 868 w 927"/>
                <a:gd name="T77" fmla="*/ 618 h 800"/>
                <a:gd name="T78" fmla="*/ 115 w 927"/>
                <a:gd name="T79" fmla="*/ 80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27" h="800">
                  <a:moveTo>
                    <a:pt x="58" y="38"/>
                  </a:moveTo>
                  <a:lnTo>
                    <a:pt x="55" y="39"/>
                  </a:lnTo>
                  <a:lnTo>
                    <a:pt x="50" y="39"/>
                  </a:lnTo>
                  <a:lnTo>
                    <a:pt x="48" y="42"/>
                  </a:lnTo>
                  <a:lnTo>
                    <a:pt x="45" y="43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39" y="54"/>
                  </a:lnTo>
                  <a:lnTo>
                    <a:pt x="39" y="58"/>
                  </a:lnTo>
                  <a:lnTo>
                    <a:pt x="39" y="559"/>
                  </a:lnTo>
                  <a:lnTo>
                    <a:pt x="39" y="563"/>
                  </a:lnTo>
                  <a:lnTo>
                    <a:pt x="40" y="568"/>
                  </a:lnTo>
                  <a:lnTo>
                    <a:pt x="42" y="571"/>
                  </a:lnTo>
                  <a:lnTo>
                    <a:pt x="45" y="573"/>
                  </a:lnTo>
                  <a:lnTo>
                    <a:pt x="48" y="575"/>
                  </a:lnTo>
                  <a:lnTo>
                    <a:pt x="50" y="578"/>
                  </a:lnTo>
                  <a:lnTo>
                    <a:pt x="55" y="579"/>
                  </a:lnTo>
                  <a:lnTo>
                    <a:pt x="58" y="579"/>
                  </a:lnTo>
                  <a:lnTo>
                    <a:pt x="154" y="579"/>
                  </a:lnTo>
                  <a:lnTo>
                    <a:pt x="154" y="706"/>
                  </a:lnTo>
                  <a:lnTo>
                    <a:pt x="282" y="579"/>
                  </a:lnTo>
                  <a:lnTo>
                    <a:pt x="868" y="579"/>
                  </a:lnTo>
                  <a:lnTo>
                    <a:pt x="873" y="579"/>
                  </a:lnTo>
                  <a:lnTo>
                    <a:pt x="877" y="578"/>
                  </a:lnTo>
                  <a:lnTo>
                    <a:pt x="880" y="575"/>
                  </a:lnTo>
                  <a:lnTo>
                    <a:pt x="883" y="573"/>
                  </a:lnTo>
                  <a:lnTo>
                    <a:pt x="886" y="571"/>
                  </a:lnTo>
                  <a:lnTo>
                    <a:pt x="887" y="568"/>
                  </a:lnTo>
                  <a:lnTo>
                    <a:pt x="888" y="563"/>
                  </a:lnTo>
                  <a:lnTo>
                    <a:pt x="888" y="559"/>
                  </a:lnTo>
                  <a:lnTo>
                    <a:pt x="888" y="58"/>
                  </a:lnTo>
                  <a:lnTo>
                    <a:pt x="888" y="54"/>
                  </a:lnTo>
                  <a:lnTo>
                    <a:pt x="887" y="51"/>
                  </a:lnTo>
                  <a:lnTo>
                    <a:pt x="886" y="46"/>
                  </a:lnTo>
                  <a:lnTo>
                    <a:pt x="883" y="43"/>
                  </a:lnTo>
                  <a:lnTo>
                    <a:pt x="880" y="42"/>
                  </a:lnTo>
                  <a:lnTo>
                    <a:pt x="877" y="39"/>
                  </a:lnTo>
                  <a:lnTo>
                    <a:pt x="873" y="39"/>
                  </a:lnTo>
                  <a:lnTo>
                    <a:pt x="868" y="38"/>
                  </a:lnTo>
                  <a:lnTo>
                    <a:pt x="58" y="38"/>
                  </a:lnTo>
                  <a:close/>
                  <a:moveTo>
                    <a:pt x="115" y="800"/>
                  </a:moveTo>
                  <a:lnTo>
                    <a:pt x="115" y="618"/>
                  </a:lnTo>
                  <a:lnTo>
                    <a:pt x="58" y="618"/>
                  </a:lnTo>
                  <a:lnTo>
                    <a:pt x="46" y="617"/>
                  </a:lnTo>
                  <a:lnTo>
                    <a:pt x="36" y="612"/>
                  </a:lnTo>
                  <a:lnTo>
                    <a:pt x="26" y="608"/>
                  </a:lnTo>
                  <a:lnTo>
                    <a:pt x="17" y="601"/>
                  </a:lnTo>
                  <a:lnTo>
                    <a:pt x="10" y="592"/>
                  </a:lnTo>
                  <a:lnTo>
                    <a:pt x="4" y="582"/>
                  </a:lnTo>
                  <a:lnTo>
                    <a:pt x="1" y="571"/>
                  </a:lnTo>
                  <a:lnTo>
                    <a:pt x="0" y="559"/>
                  </a:lnTo>
                  <a:lnTo>
                    <a:pt x="0" y="58"/>
                  </a:lnTo>
                  <a:lnTo>
                    <a:pt x="1" y="46"/>
                  </a:lnTo>
                  <a:lnTo>
                    <a:pt x="4" y="35"/>
                  </a:lnTo>
                  <a:lnTo>
                    <a:pt x="10" y="25"/>
                  </a:lnTo>
                  <a:lnTo>
                    <a:pt x="17" y="16"/>
                  </a:lnTo>
                  <a:lnTo>
                    <a:pt x="26" y="9"/>
                  </a:lnTo>
                  <a:lnTo>
                    <a:pt x="36" y="5"/>
                  </a:lnTo>
                  <a:lnTo>
                    <a:pt x="46" y="0"/>
                  </a:lnTo>
                  <a:lnTo>
                    <a:pt x="58" y="0"/>
                  </a:lnTo>
                  <a:lnTo>
                    <a:pt x="868" y="0"/>
                  </a:lnTo>
                  <a:lnTo>
                    <a:pt x="881" y="0"/>
                  </a:lnTo>
                  <a:lnTo>
                    <a:pt x="891" y="5"/>
                  </a:lnTo>
                  <a:lnTo>
                    <a:pt x="901" y="9"/>
                  </a:lnTo>
                  <a:lnTo>
                    <a:pt x="910" y="16"/>
                  </a:lnTo>
                  <a:lnTo>
                    <a:pt x="917" y="25"/>
                  </a:lnTo>
                  <a:lnTo>
                    <a:pt x="922" y="35"/>
                  </a:lnTo>
                  <a:lnTo>
                    <a:pt x="926" y="46"/>
                  </a:lnTo>
                  <a:lnTo>
                    <a:pt x="927" y="58"/>
                  </a:lnTo>
                  <a:lnTo>
                    <a:pt x="927" y="559"/>
                  </a:lnTo>
                  <a:lnTo>
                    <a:pt x="926" y="571"/>
                  </a:lnTo>
                  <a:lnTo>
                    <a:pt x="922" y="582"/>
                  </a:lnTo>
                  <a:lnTo>
                    <a:pt x="917" y="592"/>
                  </a:lnTo>
                  <a:lnTo>
                    <a:pt x="910" y="601"/>
                  </a:lnTo>
                  <a:lnTo>
                    <a:pt x="901" y="608"/>
                  </a:lnTo>
                  <a:lnTo>
                    <a:pt x="891" y="612"/>
                  </a:lnTo>
                  <a:lnTo>
                    <a:pt x="881" y="617"/>
                  </a:lnTo>
                  <a:lnTo>
                    <a:pt x="868" y="618"/>
                  </a:lnTo>
                  <a:lnTo>
                    <a:pt x="298" y="618"/>
                  </a:lnTo>
                  <a:lnTo>
                    <a:pt x="115" y="8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6" name="Freeform 592">
              <a:extLst>
                <a:ext uri="{FF2B5EF4-FFF2-40B4-BE49-F238E27FC236}">
                  <a16:creationId xmlns:a16="http://schemas.microsoft.com/office/drawing/2014/main" id="{B12F96A0-D32B-422E-8E65-37C093388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033" y="6093464"/>
              <a:ext cx="37856" cy="37856"/>
            </a:xfrm>
            <a:custGeom>
              <a:avLst/>
              <a:gdLst>
                <a:gd name="T0" fmla="*/ 39 w 76"/>
                <a:gd name="T1" fmla="*/ 0 h 77"/>
                <a:gd name="T2" fmla="*/ 46 w 76"/>
                <a:gd name="T3" fmla="*/ 1 h 77"/>
                <a:gd name="T4" fmla="*/ 53 w 76"/>
                <a:gd name="T5" fmla="*/ 2 h 77"/>
                <a:gd name="T6" fmla="*/ 60 w 76"/>
                <a:gd name="T7" fmla="*/ 7 h 77"/>
                <a:gd name="T8" fmla="*/ 66 w 76"/>
                <a:gd name="T9" fmla="*/ 11 h 77"/>
                <a:gd name="T10" fmla="*/ 70 w 76"/>
                <a:gd name="T11" fmla="*/ 17 h 77"/>
                <a:gd name="T12" fmla="*/ 73 w 76"/>
                <a:gd name="T13" fmla="*/ 24 h 77"/>
                <a:gd name="T14" fmla="*/ 76 w 76"/>
                <a:gd name="T15" fmla="*/ 31 h 77"/>
                <a:gd name="T16" fmla="*/ 76 w 76"/>
                <a:gd name="T17" fmla="*/ 38 h 77"/>
                <a:gd name="T18" fmla="*/ 76 w 76"/>
                <a:gd name="T19" fmla="*/ 46 h 77"/>
                <a:gd name="T20" fmla="*/ 73 w 76"/>
                <a:gd name="T21" fmla="*/ 53 h 77"/>
                <a:gd name="T22" fmla="*/ 70 w 76"/>
                <a:gd name="T23" fmla="*/ 60 h 77"/>
                <a:gd name="T24" fmla="*/ 66 w 76"/>
                <a:gd name="T25" fmla="*/ 66 h 77"/>
                <a:gd name="T26" fmla="*/ 60 w 76"/>
                <a:gd name="T27" fmla="*/ 70 h 77"/>
                <a:gd name="T28" fmla="*/ 53 w 76"/>
                <a:gd name="T29" fmla="*/ 74 h 77"/>
                <a:gd name="T30" fmla="*/ 46 w 76"/>
                <a:gd name="T31" fmla="*/ 76 h 77"/>
                <a:gd name="T32" fmla="*/ 39 w 76"/>
                <a:gd name="T33" fmla="*/ 77 h 77"/>
                <a:gd name="T34" fmla="*/ 30 w 76"/>
                <a:gd name="T35" fmla="*/ 76 h 77"/>
                <a:gd name="T36" fmla="*/ 23 w 76"/>
                <a:gd name="T37" fmla="*/ 74 h 77"/>
                <a:gd name="T38" fmla="*/ 17 w 76"/>
                <a:gd name="T39" fmla="*/ 70 h 77"/>
                <a:gd name="T40" fmla="*/ 11 w 76"/>
                <a:gd name="T41" fmla="*/ 66 h 77"/>
                <a:gd name="T42" fmla="*/ 5 w 76"/>
                <a:gd name="T43" fmla="*/ 60 h 77"/>
                <a:gd name="T44" fmla="*/ 3 w 76"/>
                <a:gd name="T45" fmla="*/ 53 h 77"/>
                <a:gd name="T46" fmla="*/ 0 w 76"/>
                <a:gd name="T47" fmla="*/ 46 h 77"/>
                <a:gd name="T48" fmla="*/ 0 w 76"/>
                <a:gd name="T49" fmla="*/ 38 h 77"/>
                <a:gd name="T50" fmla="*/ 0 w 76"/>
                <a:gd name="T51" fmla="*/ 31 h 77"/>
                <a:gd name="T52" fmla="*/ 3 w 76"/>
                <a:gd name="T53" fmla="*/ 24 h 77"/>
                <a:gd name="T54" fmla="*/ 5 w 76"/>
                <a:gd name="T55" fmla="*/ 17 h 77"/>
                <a:gd name="T56" fmla="*/ 11 w 76"/>
                <a:gd name="T57" fmla="*/ 11 h 77"/>
                <a:gd name="T58" fmla="*/ 17 w 76"/>
                <a:gd name="T59" fmla="*/ 7 h 77"/>
                <a:gd name="T60" fmla="*/ 23 w 76"/>
                <a:gd name="T61" fmla="*/ 2 h 77"/>
                <a:gd name="T62" fmla="*/ 30 w 76"/>
                <a:gd name="T63" fmla="*/ 1 h 77"/>
                <a:gd name="T64" fmla="*/ 39 w 76"/>
                <a:gd name="T6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6" h="77">
                  <a:moveTo>
                    <a:pt x="39" y="0"/>
                  </a:moveTo>
                  <a:lnTo>
                    <a:pt x="46" y="1"/>
                  </a:lnTo>
                  <a:lnTo>
                    <a:pt x="53" y="2"/>
                  </a:lnTo>
                  <a:lnTo>
                    <a:pt x="60" y="7"/>
                  </a:lnTo>
                  <a:lnTo>
                    <a:pt x="66" y="11"/>
                  </a:lnTo>
                  <a:lnTo>
                    <a:pt x="70" y="17"/>
                  </a:lnTo>
                  <a:lnTo>
                    <a:pt x="73" y="24"/>
                  </a:lnTo>
                  <a:lnTo>
                    <a:pt x="76" y="31"/>
                  </a:lnTo>
                  <a:lnTo>
                    <a:pt x="76" y="38"/>
                  </a:lnTo>
                  <a:lnTo>
                    <a:pt x="76" y="46"/>
                  </a:lnTo>
                  <a:lnTo>
                    <a:pt x="73" y="53"/>
                  </a:lnTo>
                  <a:lnTo>
                    <a:pt x="70" y="60"/>
                  </a:lnTo>
                  <a:lnTo>
                    <a:pt x="66" y="66"/>
                  </a:lnTo>
                  <a:lnTo>
                    <a:pt x="60" y="70"/>
                  </a:lnTo>
                  <a:lnTo>
                    <a:pt x="53" y="74"/>
                  </a:lnTo>
                  <a:lnTo>
                    <a:pt x="46" y="76"/>
                  </a:lnTo>
                  <a:lnTo>
                    <a:pt x="39" y="77"/>
                  </a:lnTo>
                  <a:lnTo>
                    <a:pt x="30" y="76"/>
                  </a:lnTo>
                  <a:lnTo>
                    <a:pt x="23" y="74"/>
                  </a:lnTo>
                  <a:lnTo>
                    <a:pt x="17" y="70"/>
                  </a:lnTo>
                  <a:lnTo>
                    <a:pt x="11" y="66"/>
                  </a:lnTo>
                  <a:lnTo>
                    <a:pt x="5" y="60"/>
                  </a:lnTo>
                  <a:lnTo>
                    <a:pt x="3" y="53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0" y="31"/>
                  </a:lnTo>
                  <a:lnTo>
                    <a:pt x="3" y="24"/>
                  </a:lnTo>
                  <a:lnTo>
                    <a:pt x="5" y="17"/>
                  </a:lnTo>
                  <a:lnTo>
                    <a:pt x="11" y="11"/>
                  </a:lnTo>
                  <a:lnTo>
                    <a:pt x="17" y="7"/>
                  </a:lnTo>
                  <a:lnTo>
                    <a:pt x="23" y="2"/>
                  </a:lnTo>
                  <a:lnTo>
                    <a:pt x="30" y="1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7" name="Freeform 593">
              <a:extLst>
                <a:ext uri="{FF2B5EF4-FFF2-40B4-BE49-F238E27FC236}">
                  <a16:creationId xmlns:a16="http://schemas.microsoft.com/office/drawing/2014/main" id="{53B04EA6-535F-44E1-9D1A-A93E12545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000" y="6093464"/>
              <a:ext cx="37856" cy="37856"/>
            </a:xfrm>
            <a:custGeom>
              <a:avLst/>
              <a:gdLst>
                <a:gd name="T0" fmla="*/ 39 w 78"/>
                <a:gd name="T1" fmla="*/ 0 h 77"/>
                <a:gd name="T2" fmla="*/ 47 w 78"/>
                <a:gd name="T3" fmla="*/ 1 h 77"/>
                <a:gd name="T4" fmla="*/ 55 w 78"/>
                <a:gd name="T5" fmla="*/ 2 h 77"/>
                <a:gd name="T6" fmla="*/ 60 w 78"/>
                <a:gd name="T7" fmla="*/ 7 h 77"/>
                <a:gd name="T8" fmla="*/ 66 w 78"/>
                <a:gd name="T9" fmla="*/ 11 h 77"/>
                <a:gd name="T10" fmla="*/ 70 w 78"/>
                <a:gd name="T11" fmla="*/ 17 h 77"/>
                <a:gd name="T12" fmla="*/ 75 w 78"/>
                <a:gd name="T13" fmla="*/ 24 h 77"/>
                <a:gd name="T14" fmla="*/ 76 w 78"/>
                <a:gd name="T15" fmla="*/ 31 h 77"/>
                <a:gd name="T16" fmla="*/ 78 w 78"/>
                <a:gd name="T17" fmla="*/ 38 h 77"/>
                <a:gd name="T18" fmla="*/ 76 w 78"/>
                <a:gd name="T19" fmla="*/ 46 h 77"/>
                <a:gd name="T20" fmla="*/ 75 w 78"/>
                <a:gd name="T21" fmla="*/ 53 h 77"/>
                <a:gd name="T22" fmla="*/ 70 w 78"/>
                <a:gd name="T23" fmla="*/ 60 h 77"/>
                <a:gd name="T24" fmla="*/ 66 w 78"/>
                <a:gd name="T25" fmla="*/ 66 h 77"/>
                <a:gd name="T26" fmla="*/ 60 w 78"/>
                <a:gd name="T27" fmla="*/ 70 h 77"/>
                <a:gd name="T28" fmla="*/ 55 w 78"/>
                <a:gd name="T29" fmla="*/ 74 h 77"/>
                <a:gd name="T30" fmla="*/ 47 w 78"/>
                <a:gd name="T31" fmla="*/ 76 h 77"/>
                <a:gd name="T32" fmla="*/ 39 w 78"/>
                <a:gd name="T33" fmla="*/ 77 h 77"/>
                <a:gd name="T34" fmla="*/ 32 w 78"/>
                <a:gd name="T35" fmla="*/ 76 h 77"/>
                <a:gd name="T36" fmla="*/ 24 w 78"/>
                <a:gd name="T37" fmla="*/ 74 h 77"/>
                <a:gd name="T38" fmla="*/ 17 w 78"/>
                <a:gd name="T39" fmla="*/ 70 h 77"/>
                <a:gd name="T40" fmla="*/ 11 w 78"/>
                <a:gd name="T41" fmla="*/ 66 h 77"/>
                <a:gd name="T42" fmla="*/ 7 w 78"/>
                <a:gd name="T43" fmla="*/ 60 h 77"/>
                <a:gd name="T44" fmla="*/ 3 w 78"/>
                <a:gd name="T45" fmla="*/ 53 h 77"/>
                <a:gd name="T46" fmla="*/ 1 w 78"/>
                <a:gd name="T47" fmla="*/ 46 h 77"/>
                <a:gd name="T48" fmla="*/ 0 w 78"/>
                <a:gd name="T49" fmla="*/ 38 h 77"/>
                <a:gd name="T50" fmla="*/ 1 w 78"/>
                <a:gd name="T51" fmla="*/ 31 h 77"/>
                <a:gd name="T52" fmla="*/ 3 w 78"/>
                <a:gd name="T53" fmla="*/ 24 h 77"/>
                <a:gd name="T54" fmla="*/ 7 w 78"/>
                <a:gd name="T55" fmla="*/ 17 h 77"/>
                <a:gd name="T56" fmla="*/ 11 w 78"/>
                <a:gd name="T57" fmla="*/ 11 h 77"/>
                <a:gd name="T58" fmla="*/ 17 w 78"/>
                <a:gd name="T59" fmla="*/ 7 h 77"/>
                <a:gd name="T60" fmla="*/ 24 w 78"/>
                <a:gd name="T61" fmla="*/ 2 h 77"/>
                <a:gd name="T62" fmla="*/ 32 w 78"/>
                <a:gd name="T63" fmla="*/ 1 h 77"/>
                <a:gd name="T64" fmla="*/ 39 w 78"/>
                <a:gd name="T6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8" h="77">
                  <a:moveTo>
                    <a:pt x="39" y="0"/>
                  </a:moveTo>
                  <a:lnTo>
                    <a:pt x="47" y="1"/>
                  </a:lnTo>
                  <a:lnTo>
                    <a:pt x="55" y="2"/>
                  </a:lnTo>
                  <a:lnTo>
                    <a:pt x="60" y="7"/>
                  </a:lnTo>
                  <a:lnTo>
                    <a:pt x="66" y="11"/>
                  </a:lnTo>
                  <a:lnTo>
                    <a:pt x="70" y="17"/>
                  </a:lnTo>
                  <a:lnTo>
                    <a:pt x="75" y="24"/>
                  </a:lnTo>
                  <a:lnTo>
                    <a:pt x="76" y="31"/>
                  </a:lnTo>
                  <a:lnTo>
                    <a:pt x="78" y="38"/>
                  </a:lnTo>
                  <a:lnTo>
                    <a:pt x="76" y="46"/>
                  </a:lnTo>
                  <a:lnTo>
                    <a:pt x="75" y="53"/>
                  </a:lnTo>
                  <a:lnTo>
                    <a:pt x="70" y="60"/>
                  </a:lnTo>
                  <a:lnTo>
                    <a:pt x="66" y="66"/>
                  </a:lnTo>
                  <a:lnTo>
                    <a:pt x="60" y="70"/>
                  </a:lnTo>
                  <a:lnTo>
                    <a:pt x="55" y="74"/>
                  </a:lnTo>
                  <a:lnTo>
                    <a:pt x="47" y="76"/>
                  </a:lnTo>
                  <a:lnTo>
                    <a:pt x="39" y="77"/>
                  </a:lnTo>
                  <a:lnTo>
                    <a:pt x="32" y="76"/>
                  </a:lnTo>
                  <a:lnTo>
                    <a:pt x="24" y="74"/>
                  </a:lnTo>
                  <a:lnTo>
                    <a:pt x="17" y="70"/>
                  </a:lnTo>
                  <a:lnTo>
                    <a:pt x="11" y="66"/>
                  </a:lnTo>
                  <a:lnTo>
                    <a:pt x="7" y="60"/>
                  </a:lnTo>
                  <a:lnTo>
                    <a:pt x="3" y="53"/>
                  </a:lnTo>
                  <a:lnTo>
                    <a:pt x="1" y="46"/>
                  </a:lnTo>
                  <a:lnTo>
                    <a:pt x="0" y="38"/>
                  </a:lnTo>
                  <a:lnTo>
                    <a:pt x="1" y="31"/>
                  </a:lnTo>
                  <a:lnTo>
                    <a:pt x="3" y="24"/>
                  </a:lnTo>
                  <a:lnTo>
                    <a:pt x="7" y="17"/>
                  </a:lnTo>
                  <a:lnTo>
                    <a:pt x="11" y="11"/>
                  </a:lnTo>
                  <a:lnTo>
                    <a:pt x="17" y="7"/>
                  </a:lnTo>
                  <a:lnTo>
                    <a:pt x="24" y="2"/>
                  </a:lnTo>
                  <a:lnTo>
                    <a:pt x="32" y="1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8" name="Freeform 594">
              <a:extLst>
                <a:ext uri="{FF2B5EF4-FFF2-40B4-BE49-F238E27FC236}">
                  <a16:creationId xmlns:a16="http://schemas.microsoft.com/office/drawing/2014/main" id="{240BB85F-6ECB-4689-946D-A0EC0B272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745" y="6093464"/>
              <a:ext cx="37856" cy="37856"/>
            </a:xfrm>
            <a:custGeom>
              <a:avLst/>
              <a:gdLst>
                <a:gd name="T0" fmla="*/ 39 w 78"/>
                <a:gd name="T1" fmla="*/ 0 h 77"/>
                <a:gd name="T2" fmla="*/ 46 w 78"/>
                <a:gd name="T3" fmla="*/ 1 h 77"/>
                <a:gd name="T4" fmla="*/ 53 w 78"/>
                <a:gd name="T5" fmla="*/ 2 h 77"/>
                <a:gd name="T6" fmla="*/ 60 w 78"/>
                <a:gd name="T7" fmla="*/ 7 h 77"/>
                <a:gd name="T8" fmla="*/ 66 w 78"/>
                <a:gd name="T9" fmla="*/ 11 h 77"/>
                <a:gd name="T10" fmla="*/ 70 w 78"/>
                <a:gd name="T11" fmla="*/ 17 h 77"/>
                <a:gd name="T12" fmla="*/ 75 w 78"/>
                <a:gd name="T13" fmla="*/ 24 h 77"/>
                <a:gd name="T14" fmla="*/ 76 w 78"/>
                <a:gd name="T15" fmla="*/ 31 h 77"/>
                <a:gd name="T16" fmla="*/ 78 w 78"/>
                <a:gd name="T17" fmla="*/ 38 h 77"/>
                <a:gd name="T18" fmla="*/ 76 w 78"/>
                <a:gd name="T19" fmla="*/ 46 h 77"/>
                <a:gd name="T20" fmla="*/ 75 w 78"/>
                <a:gd name="T21" fmla="*/ 53 h 77"/>
                <a:gd name="T22" fmla="*/ 70 w 78"/>
                <a:gd name="T23" fmla="*/ 60 h 77"/>
                <a:gd name="T24" fmla="*/ 66 w 78"/>
                <a:gd name="T25" fmla="*/ 66 h 77"/>
                <a:gd name="T26" fmla="*/ 60 w 78"/>
                <a:gd name="T27" fmla="*/ 70 h 77"/>
                <a:gd name="T28" fmla="*/ 53 w 78"/>
                <a:gd name="T29" fmla="*/ 74 h 77"/>
                <a:gd name="T30" fmla="*/ 46 w 78"/>
                <a:gd name="T31" fmla="*/ 76 h 77"/>
                <a:gd name="T32" fmla="*/ 39 w 78"/>
                <a:gd name="T33" fmla="*/ 77 h 77"/>
                <a:gd name="T34" fmla="*/ 30 w 78"/>
                <a:gd name="T35" fmla="*/ 76 h 77"/>
                <a:gd name="T36" fmla="*/ 23 w 78"/>
                <a:gd name="T37" fmla="*/ 74 h 77"/>
                <a:gd name="T38" fmla="*/ 17 w 78"/>
                <a:gd name="T39" fmla="*/ 70 h 77"/>
                <a:gd name="T40" fmla="*/ 11 w 78"/>
                <a:gd name="T41" fmla="*/ 66 h 77"/>
                <a:gd name="T42" fmla="*/ 7 w 78"/>
                <a:gd name="T43" fmla="*/ 60 h 77"/>
                <a:gd name="T44" fmla="*/ 3 w 78"/>
                <a:gd name="T45" fmla="*/ 53 h 77"/>
                <a:gd name="T46" fmla="*/ 1 w 78"/>
                <a:gd name="T47" fmla="*/ 46 h 77"/>
                <a:gd name="T48" fmla="*/ 0 w 78"/>
                <a:gd name="T49" fmla="*/ 38 h 77"/>
                <a:gd name="T50" fmla="*/ 1 w 78"/>
                <a:gd name="T51" fmla="*/ 31 h 77"/>
                <a:gd name="T52" fmla="*/ 3 w 78"/>
                <a:gd name="T53" fmla="*/ 24 h 77"/>
                <a:gd name="T54" fmla="*/ 7 w 78"/>
                <a:gd name="T55" fmla="*/ 17 h 77"/>
                <a:gd name="T56" fmla="*/ 11 w 78"/>
                <a:gd name="T57" fmla="*/ 11 h 77"/>
                <a:gd name="T58" fmla="*/ 17 w 78"/>
                <a:gd name="T59" fmla="*/ 7 h 77"/>
                <a:gd name="T60" fmla="*/ 23 w 78"/>
                <a:gd name="T61" fmla="*/ 2 h 77"/>
                <a:gd name="T62" fmla="*/ 30 w 78"/>
                <a:gd name="T63" fmla="*/ 1 h 77"/>
                <a:gd name="T64" fmla="*/ 39 w 78"/>
                <a:gd name="T6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8" h="77">
                  <a:moveTo>
                    <a:pt x="39" y="0"/>
                  </a:moveTo>
                  <a:lnTo>
                    <a:pt x="46" y="1"/>
                  </a:lnTo>
                  <a:lnTo>
                    <a:pt x="53" y="2"/>
                  </a:lnTo>
                  <a:lnTo>
                    <a:pt x="60" y="7"/>
                  </a:lnTo>
                  <a:lnTo>
                    <a:pt x="66" y="11"/>
                  </a:lnTo>
                  <a:lnTo>
                    <a:pt x="70" y="17"/>
                  </a:lnTo>
                  <a:lnTo>
                    <a:pt x="75" y="24"/>
                  </a:lnTo>
                  <a:lnTo>
                    <a:pt x="76" y="31"/>
                  </a:lnTo>
                  <a:lnTo>
                    <a:pt x="78" y="38"/>
                  </a:lnTo>
                  <a:lnTo>
                    <a:pt x="76" y="46"/>
                  </a:lnTo>
                  <a:lnTo>
                    <a:pt x="75" y="53"/>
                  </a:lnTo>
                  <a:lnTo>
                    <a:pt x="70" y="60"/>
                  </a:lnTo>
                  <a:lnTo>
                    <a:pt x="66" y="66"/>
                  </a:lnTo>
                  <a:lnTo>
                    <a:pt x="60" y="70"/>
                  </a:lnTo>
                  <a:lnTo>
                    <a:pt x="53" y="74"/>
                  </a:lnTo>
                  <a:lnTo>
                    <a:pt x="46" y="76"/>
                  </a:lnTo>
                  <a:lnTo>
                    <a:pt x="39" y="77"/>
                  </a:lnTo>
                  <a:lnTo>
                    <a:pt x="30" y="76"/>
                  </a:lnTo>
                  <a:lnTo>
                    <a:pt x="23" y="74"/>
                  </a:lnTo>
                  <a:lnTo>
                    <a:pt x="17" y="70"/>
                  </a:lnTo>
                  <a:lnTo>
                    <a:pt x="11" y="66"/>
                  </a:lnTo>
                  <a:lnTo>
                    <a:pt x="7" y="60"/>
                  </a:lnTo>
                  <a:lnTo>
                    <a:pt x="3" y="53"/>
                  </a:lnTo>
                  <a:lnTo>
                    <a:pt x="1" y="46"/>
                  </a:lnTo>
                  <a:lnTo>
                    <a:pt x="0" y="38"/>
                  </a:lnTo>
                  <a:lnTo>
                    <a:pt x="1" y="31"/>
                  </a:lnTo>
                  <a:lnTo>
                    <a:pt x="3" y="24"/>
                  </a:lnTo>
                  <a:lnTo>
                    <a:pt x="7" y="17"/>
                  </a:lnTo>
                  <a:lnTo>
                    <a:pt x="11" y="11"/>
                  </a:lnTo>
                  <a:lnTo>
                    <a:pt x="17" y="7"/>
                  </a:lnTo>
                  <a:lnTo>
                    <a:pt x="23" y="2"/>
                  </a:lnTo>
                  <a:lnTo>
                    <a:pt x="30" y="1"/>
                  </a:lnTo>
                  <a:lnTo>
                    <a:pt x="3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110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3</cp:revision>
  <dcterms:created xsi:type="dcterms:W3CDTF">2023-08-09T12:44:55Z</dcterms:created>
  <dcterms:modified xsi:type="dcterms:W3CDTF">2025-04-20T06:57:54Z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