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3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91879-8EE2-4B4E-8BFC-BA0EE887B6D8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FB2AF-D8A0-450E-9E9A-6BAD7A716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589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984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E37CFA20-CC3A-4E6B-BABB-283BC13F3BB1}"/>
              </a:ext>
            </a:extLst>
          </p:cNvPr>
          <p:cNvSpPr/>
          <p:nvPr/>
        </p:nvSpPr>
        <p:spPr>
          <a:xfrm>
            <a:off x="8225119" y="1"/>
            <a:ext cx="3966881" cy="6857999"/>
          </a:xfrm>
          <a:prstGeom prst="rect">
            <a:avLst/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241B039-6585-42EB-896A-A9D7D0DF4FD5}"/>
              </a:ext>
            </a:extLst>
          </p:cNvPr>
          <p:cNvSpPr/>
          <p:nvPr/>
        </p:nvSpPr>
        <p:spPr>
          <a:xfrm>
            <a:off x="966356" y="997527"/>
            <a:ext cx="10444268" cy="52266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1905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C094264-AA9F-447E-B624-3E0C5F5C9421}"/>
              </a:ext>
            </a:extLst>
          </p:cNvPr>
          <p:cNvSpPr/>
          <p:nvPr/>
        </p:nvSpPr>
        <p:spPr>
          <a:xfrm flipH="1">
            <a:off x="1754828" y="1870564"/>
            <a:ext cx="45719" cy="908985"/>
          </a:xfrm>
          <a:prstGeom prst="rect">
            <a:avLst/>
          </a:prstGeom>
          <a:solidFill>
            <a:srgbClr val="EC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1E38A57-B429-467C-AC06-56E004369075}"/>
              </a:ext>
            </a:extLst>
          </p:cNvPr>
          <p:cNvSpPr txBox="1"/>
          <p:nvPr/>
        </p:nvSpPr>
        <p:spPr>
          <a:xfrm>
            <a:off x="2317767" y="2208137"/>
            <a:ext cx="3454319" cy="33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+mn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1CEEF33-407F-4576-9BEE-5CA84DA1BF79}"/>
              </a:ext>
            </a:extLst>
          </p:cNvPr>
          <p:cNvSpPr txBox="1"/>
          <p:nvPr/>
        </p:nvSpPr>
        <p:spPr>
          <a:xfrm>
            <a:off x="2289971" y="1675877"/>
            <a:ext cx="3193243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07898A5-C368-46F0-AD58-2D1CCDC060F7}"/>
              </a:ext>
            </a:extLst>
          </p:cNvPr>
          <p:cNvGrpSpPr/>
          <p:nvPr/>
        </p:nvGrpSpPr>
        <p:grpSpPr>
          <a:xfrm>
            <a:off x="541661" y="1308463"/>
            <a:ext cx="902542" cy="1417370"/>
            <a:chOff x="660399" y="2063949"/>
            <a:chExt cx="2330196" cy="3659389"/>
          </a:xfrm>
        </p:grpSpPr>
        <p:grpSp>
          <p:nvGrpSpPr>
            <p:cNvPr id="41" name="Group 4">
              <a:extLst>
                <a:ext uri="{FF2B5EF4-FFF2-40B4-BE49-F238E27FC236}">
                  <a16:creationId xmlns:a16="http://schemas.microsoft.com/office/drawing/2014/main" id="{B643AF8B-4180-483C-B3C4-B2F9F2851A5F}"/>
                </a:ext>
              </a:extLst>
            </p:cNvPr>
            <p:cNvGrpSpPr/>
            <p:nvPr/>
          </p:nvGrpSpPr>
          <p:grpSpPr>
            <a:xfrm>
              <a:off x="1610118" y="5042331"/>
              <a:ext cx="432809" cy="681007"/>
              <a:chOff x="1437030" y="4973753"/>
              <a:chExt cx="427546" cy="672725"/>
            </a:xfrm>
          </p:grpSpPr>
          <p:sp>
            <p:nvSpPr>
              <p:cNvPr id="48" name="Freeform 533">
                <a:extLst>
                  <a:ext uri="{FF2B5EF4-FFF2-40B4-BE49-F238E27FC236}">
                    <a16:creationId xmlns:a16="http://schemas.microsoft.com/office/drawing/2014/main" id="{93FEFE6B-2B15-4053-9A4B-8AD206124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869" y="5097356"/>
                <a:ext cx="50657" cy="56736"/>
              </a:xfrm>
              <a:custGeom>
                <a:avLst/>
                <a:gdLst>
                  <a:gd name="T0" fmla="*/ 0 w 50"/>
                  <a:gd name="T1" fmla="*/ 56 h 56"/>
                  <a:gd name="T2" fmla="*/ 0 w 50"/>
                  <a:gd name="T3" fmla="*/ 22 h 56"/>
                  <a:gd name="T4" fmla="*/ 50 w 50"/>
                  <a:gd name="T5" fmla="*/ 0 h 56"/>
                  <a:gd name="T6" fmla="*/ 50 w 50"/>
                  <a:gd name="T7" fmla="*/ 36 h 56"/>
                  <a:gd name="T8" fmla="*/ 50 w 50"/>
                  <a:gd name="T9" fmla="*/ 36 h 56"/>
                  <a:gd name="T10" fmla="*/ 50 w 50"/>
                  <a:gd name="T11" fmla="*/ 40 h 56"/>
                  <a:gd name="T12" fmla="*/ 46 w 50"/>
                  <a:gd name="T13" fmla="*/ 44 h 56"/>
                  <a:gd name="T14" fmla="*/ 42 w 50"/>
                  <a:gd name="T15" fmla="*/ 48 h 56"/>
                  <a:gd name="T16" fmla="*/ 36 w 50"/>
                  <a:gd name="T17" fmla="*/ 50 h 56"/>
                  <a:gd name="T18" fmla="*/ 36 w 50"/>
                  <a:gd name="T19" fmla="*/ 50 h 56"/>
                  <a:gd name="T20" fmla="*/ 26 w 50"/>
                  <a:gd name="T21" fmla="*/ 54 h 56"/>
                  <a:gd name="T22" fmla="*/ 26 w 50"/>
                  <a:gd name="T23" fmla="*/ 54 h 56"/>
                  <a:gd name="T24" fmla="*/ 16 w 50"/>
                  <a:gd name="T25" fmla="*/ 56 h 56"/>
                  <a:gd name="T26" fmla="*/ 6 w 50"/>
                  <a:gd name="T27" fmla="*/ 56 h 56"/>
                  <a:gd name="T28" fmla="*/ 6 w 50"/>
                  <a:gd name="T29" fmla="*/ 56 h 56"/>
                  <a:gd name="T30" fmla="*/ 0 w 50"/>
                  <a:gd name="T31" fmla="*/ 56 h 56"/>
                  <a:gd name="T32" fmla="*/ 0 w 50"/>
                  <a:gd name="T3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0" h="56">
                    <a:moveTo>
                      <a:pt x="0" y="56"/>
                    </a:moveTo>
                    <a:lnTo>
                      <a:pt x="0" y="22"/>
                    </a:lnTo>
                    <a:lnTo>
                      <a:pt x="50" y="0"/>
                    </a:lnTo>
                    <a:lnTo>
                      <a:pt x="50" y="36"/>
                    </a:lnTo>
                    <a:lnTo>
                      <a:pt x="50" y="36"/>
                    </a:lnTo>
                    <a:lnTo>
                      <a:pt x="50" y="40"/>
                    </a:lnTo>
                    <a:lnTo>
                      <a:pt x="46" y="44"/>
                    </a:lnTo>
                    <a:lnTo>
                      <a:pt x="42" y="48"/>
                    </a:lnTo>
                    <a:lnTo>
                      <a:pt x="36" y="50"/>
                    </a:lnTo>
                    <a:lnTo>
                      <a:pt x="36" y="50"/>
                    </a:lnTo>
                    <a:lnTo>
                      <a:pt x="26" y="54"/>
                    </a:lnTo>
                    <a:lnTo>
                      <a:pt x="26" y="54"/>
                    </a:lnTo>
                    <a:lnTo>
                      <a:pt x="16" y="56"/>
                    </a:lnTo>
                    <a:lnTo>
                      <a:pt x="6" y="56"/>
                    </a:lnTo>
                    <a:lnTo>
                      <a:pt x="6" y="56"/>
                    </a:lnTo>
                    <a:lnTo>
                      <a:pt x="0" y="56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1EE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49" name="Freeform 534">
                <a:extLst>
                  <a:ext uri="{FF2B5EF4-FFF2-40B4-BE49-F238E27FC236}">
                    <a16:creationId xmlns:a16="http://schemas.microsoft.com/office/drawing/2014/main" id="{96543854-7DA9-4A5F-BB9E-CAA30F33D3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05212" y="5115592"/>
                <a:ext cx="50657" cy="38499"/>
              </a:xfrm>
              <a:custGeom>
                <a:avLst/>
                <a:gdLst>
                  <a:gd name="T0" fmla="*/ 50 w 50"/>
                  <a:gd name="T1" fmla="*/ 38 h 38"/>
                  <a:gd name="T2" fmla="*/ 50 w 50"/>
                  <a:gd name="T3" fmla="*/ 38 h 38"/>
                  <a:gd name="T4" fmla="*/ 38 w 50"/>
                  <a:gd name="T5" fmla="*/ 38 h 38"/>
                  <a:gd name="T6" fmla="*/ 38 w 50"/>
                  <a:gd name="T7" fmla="*/ 8 h 38"/>
                  <a:gd name="T8" fmla="*/ 50 w 50"/>
                  <a:gd name="T9" fmla="*/ 4 h 38"/>
                  <a:gd name="T10" fmla="*/ 50 w 50"/>
                  <a:gd name="T11" fmla="*/ 38 h 38"/>
                  <a:gd name="T12" fmla="*/ 0 w 50"/>
                  <a:gd name="T13" fmla="*/ 16 h 38"/>
                  <a:gd name="T14" fmla="*/ 0 w 50"/>
                  <a:gd name="T15" fmla="*/ 0 h 38"/>
                  <a:gd name="T16" fmla="*/ 18 w 50"/>
                  <a:gd name="T17" fmla="*/ 6 h 38"/>
                  <a:gd name="T18" fmla="*/ 18 w 50"/>
                  <a:gd name="T19" fmla="*/ 32 h 38"/>
                  <a:gd name="T20" fmla="*/ 18 w 50"/>
                  <a:gd name="T21" fmla="*/ 32 h 38"/>
                  <a:gd name="T22" fmla="*/ 16 w 50"/>
                  <a:gd name="T23" fmla="*/ 32 h 38"/>
                  <a:gd name="T24" fmla="*/ 16 w 50"/>
                  <a:gd name="T25" fmla="*/ 32 h 38"/>
                  <a:gd name="T26" fmla="*/ 8 w 50"/>
                  <a:gd name="T27" fmla="*/ 30 h 38"/>
                  <a:gd name="T28" fmla="*/ 4 w 50"/>
                  <a:gd name="T29" fmla="*/ 26 h 38"/>
                  <a:gd name="T30" fmla="*/ 0 w 50"/>
                  <a:gd name="T31" fmla="*/ 22 h 38"/>
                  <a:gd name="T32" fmla="*/ 0 w 50"/>
                  <a:gd name="T33" fmla="*/ 18 h 38"/>
                  <a:gd name="T34" fmla="*/ 0 w 50"/>
                  <a:gd name="T35" fmla="*/ 18 h 38"/>
                  <a:gd name="T36" fmla="*/ 0 w 50"/>
                  <a:gd name="T37" fmla="*/ 16 h 38"/>
                  <a:gd name="T38" fmla="*/ 0 w 50"/>
                  <a:gd name="T39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0" h="38">
                    <a:moveTo>
                      <a:pt x="50" y="38"/>
                    </a:moveTo>
                    <a:lnTo>
                      <a:pt x="50" y="38"/>
                    </a:lnTo>
                    <a:lnTo>
                      <a:pt x="38" y="38"/>
                    </a:lnTo>
                    <a:lnTo>
                      <a:pt x="38" y="8"/>
                    </a:lnTo>
                    <a:lnTo>
                      <a:pt x="50" y="4"/>
                    </a:lnTo>
                    <a:lnTo>
                      <a:pt x="50" y="38"/>
                    </a:lnTo>
                    <a:close/>
                    <a:moveTo>
                      <a:pt x="0" y="16"/>
                    </a:moveTo>
                    <a:lnTo>
                      <a:pt x="0" y="0"/>
                    </a:lnTo>
                    <a:lnTo>
                      <a:pt x="18" y="6"/>
                    </a:lnTo>
                    <a:lnTo>
                      <a:pt x="18" y="32"/>
                    </a:lnTo>
                    <a:lnTo>
                      <a:pt x="18" y="32"/>
                    </a:lnTo>
                    <a:lnTo>
                      <a:pt x="16" y="32"/>
                    </a:lnTo>
                    <a:lnTo>
                      <a:pt x="16" y="32"/>
                    </a:lnTo>
                    <a:lnTo>
                      <a:pt x="8" y="30"/>
                    </a:lnTo>
                    <a:lnTo>
                      <a:pt x="4" y="26"/>
                    </a:lnTo>
                    <a:lnTo>
                      <a:pt x="0" y="22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4B2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50" name="Freeform 535">
                <a:extLst>
                  <a:ext uri="{FF2B5EF4-FFF2-40B4-BE49-F238E27FC236}">
                    <a16:creationId xmlns:a16="http://schemas.microsoft.com/office/drawing/2014/main" id="{E8284B1B-2433-40D1-87FB-CFC85B1F5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7030" y="5297958"/>
                <a:ext cx="427546" cy="168181"/>
              </a:xfrm>
              <a:custGeom>
                <a:avLst/>
                <a:gdLst>
                  <a:gd name="T0" fmla="*/ 184 w 422"/>
                  <a:gd name="T1" fmla="*/ 166 h 166"/>
                  <a:gd name="T2" fmla="*/ 182 w 422"/>
                  <a:gd name="T3" fmla="*/ 164 h 166"/>
                  <a:gd name="T4" fmla="*/ 170 w 422"/>
                  <a:gd name="T5" fmla="*/ 160 h 166"/>
                  <a:gd name="T6" fmla="*/ 30 w 422"/>
                  <a:gd name="T7" fmla="*/ 82 h 166"/>
                  <a:gd name="T8" fmla="*/ 28 w 422"/>
                  <a:gd name="T9" fmla="*/ 86 h 166"/>
                  <a:gd name="T10" fmla="*/ 32 w 422"/>
                  <a:gd name="T11" fmla="*/ 92 h 166"/>
                  <a:gd name="T12" fmla="*/ 34 w 422"/>
                  <a:gd name="T13" fmla="*/ 94 h 166"/>
                  <a:gd name="T14" fmla="*/ 38 w 422"/>
                  <a:gd name="T15" fmla="*/ 96 h 166"/>
                  <a:gd name="T16" fmla="*/ 48 w 422"/>
                  <a:gd name="T17" fmla="*/ 94 h 166"/>
                  <a:gd name="T18" fmla="*/ 50 w 422"/>
                  <a:gd name="T19" fmla="*/ 92 h 166"/>
                  <a:gd name="T20" fmla="*/ 52 w 422"/>
                  <a:gd name="T21" fmla="*/ 74 h 166"/>
                  <a:gd name="T22" fmla="*/ 184 w 422"/>
                  <a:gd name="T23" fmla="*/ 44 h 166"/>
                  <a:gd name="T24" fmla="*/ 184 w 422"/>
                  <a:gd name="T25" fmla="*/ 136 h 166"/>
                  <a:gd name="T26" fmla="*/ 184 w 422"/>
                  <a:gd name="T27" fmla="*/ 144 h 166"/>
                  <a:gd name="T28" fmla="*/ 186 w 422"/>
                  <a:gd name="T29" fmla="*/ 152 h 166"/>
                  <a:gd name="T30" fmla="*/ 192 w 422"/>
                  <a:gd name="T31" fmla="*/ 154 h 166"/>
                  <a:gd name="T32" fmla="*/ 198 w 422"/>
                  <a:gd name="T33" fmla="*/ 154 h 166"/>
                  <a:gd name="T34" fmla="*/ 202 w 422"/>
                  <a:gd name="T35" fmla="*/ 152 h 166"/>
                  <a:gd name="T36" fmla="*/ 204 w 422"/>
                  <a:gd name="T37" fmla="*/ 144 h 166"/>
                  <a:gd name="T38" fmla="*/ 330 w 422"/>
                  <a:gd name="T39" fmla="*/ 86 h 166"/>
                  <a:gd name="T40" fmla="*/ 354 w 422"/>
                  <a:gd name="T41" fmla="*/ 76 h 166"/>
                  <a:gd name="T42" fmla="*/ 232 w 422"/>
                  <a:gd name="T43" fmla="*/ 26 h 166"/>
                  <a:gd name="T44" fmla="*/ 228 w 422"/>
                  <a:gd name="T45" fmla="*/ 28 h 166"/>
                  <a:gd name="T46" fmla="*/ 204 w 422"/>
                  <a:gd name="T47" fmla="*/ 14 h 166"/>
                  <a:gd name="T48" fmla="*/ 222 w 422"/>
                  <a:gd name="T49" fmla="*/ 8 h 166"/>
                  <a:gd name="T50" fmla="*/ 226 w 422"/>
                  <a:gd name="T51" fmla="*/ 16 h 166"/>
                  <a:gd name="T52" fmla="*/ 228 w 422"/>
                  <a:gd name="T53" fmla="*/ 18 h 166"/>
                  <a:gd name="T54" fmla="*/ 232 w 422"/>
                  <a:gd name="T55" fmla="*/ 18 h 166"/>
                  <a:gd name="T56" fmla="*/ 242 w 422"/>
                  <a:gd name="T57" fmla="*/ 16 h 166"/>
                  <a:gd name="T58" fmla="*/ 242 w 422"/>
                  <a:gd name="T59" fmla="*/ 0 h 166"/>
                  <a:gd name="T60" fmla="*/ 248 w 422"/>
                  <a:gd name="T61" fmla="*/ 2 h 166"/>
                  <a:gd name="T62" fmla="*/ 374 w 422"/>
                  <a:gd name="T63" fmla="*/ 70 h 166"/>
                  <a:gd name="T64" fmla="*/ 374 w 422"/>
                  <a:gd name="T65" fmla="*/ 74 h 166"/>
                  <a:gd name="T66" fmla="*/ 378 w 422"/>
                  <a:gd name="T67" fmla="*/ 76 h 166"/>
                  <a:gd name="T68" fmla="*/ 384 w 422"/>
                  <a:gd name="T69" fmla="*/ 78 h 166"/>
                  <a:gd name="T70" fmla="*/ 392 w 422"/>
                  <a:gd name="T71" fmla="*/ 76 h 166"/>
                  <a:gd name="T72" fmla="*/ 394 w 422"/>
                  <a:gd name="T73" fmla="*/ 72 h 166"/>
                  <a:gd name="T74" fmla="*/ 392 w 422"/>
                  <a:gd name="T75" fmla="*/ 6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22" h="166">
                    <a:moveTo>
                      <a:pt x="422" y="70"/>
                    </a:moveTo>
                    <a:lnTo>
                      <a:pt x="184" y="166"/>
                    </a:lnTo>
                    <a:lnTo>
                      <a:pt x="182" y="166"/>
                    </a:lnTo>
                    <a:lnTo>
                      <a:pt x="182" y="164"/>
                    </a:lnTo>
                    <a:lnTo>
                      <a:pt x="172" y="160"/>
                    </a:lnTo>
                    <a:lnTo>
                      <a:pt x="170" y="160"/>
                    </a:lnTo>
                    <a:lnTo>
                      <a:pt x="0" y="94"/>
                    </a:lnTo>
                    <a:lnTo>
                      <a:pt x="30" y="82"/>
                    </a:lnTo>
                    <a:lnTo>
                      <a:pt x="28" y="86"/>
                    </a:lnTo>
                    <a:lnTo>
                      <a:pt x="28" y="86"/>
                    </a:lnTo>
                    <a:lnTo>
                      <a:pt x="30" y="90"/>
                    </a:lnTo>
                    <a:lnTo>
                      <a:pt x="32" y="92"/>
                    </a:lnTo>
                    <a:lnTo>
                      <a:pt x="32" y="92"/>
                    </a:lnTo>
                    <a:lnTo>
                      <a:pt x="34" y="94"/>
                    </a:lnTo>
                    <a:lnTo>
                      <a:pt x="38" y="96"/>
                    </a:lnTo>
                    <a:lnTo>
                      <a:pt x="38" y="96"/>
                    </a:lnTo>
                    <a:lnTo>
                      <a:pt x="44" y="96"/>
                    </a:lnTo>
                    <a:lnTo>
                      <a:pt x="48" y="94"/>
                    </a:lnTo>
                    <a:lnTo>
                      <a:pt x="48" y="94"/>
                    </a:lnTo>
                    <a:lnTo>
                      <a:pt x="50" y="92"/>
                    </a:lnTo>
                    <a:lnTo>
                      <a:pt x="52" y="88"/>
                    </a:lnTo>
                    <a:lnTo>
                      <a:pt x="52" y="74"/>
                    </a:lnTo>
                    <a:lnTo>
                      <a:pt x="184" y="22"/>
                    </a:lnTo>
                    <a:lnTo>
                      <a:pt x="184" y="44"/>
                    </a:lnTo>
                    <a:lnTo>
                      <a:pt x="68" y="90"/>
                    </a:lnTo>
                    <a:lnTo>
                      <a:pt x="184" y="136"/>
                    </a:lnTo>
                    <a:lnTo>
                      <a:pt x="184" y="144"/>
                    </a:lnTo>
                    <a:lnTo>
                      <a:pt x="184" y="144"/>
                    </a:lnTo>
                    <a:lnTo>
                      <a:pt x="186" y="152"/>
                    </a:lnTo>
                    <a:lnTo>
                      <a:pt x="186" y="152"/>
                    </a:lnTo>
                    <a:lnTo>
                      <a:pt x="190" y="154"/>
                    </a:lnTo>
                    <a:lnTo>
                      <a:pt x="192" y="154"/>
                    </a:lnTo>
                    <a:lnTo>
                      <a:pt x="192" y="154"/>
                    </a:lnTo>
                    <a:lnTo>
                      <a:pt x="198" y="154"/>
                    </a:lnTo>
                    <a:lnTo>
                      <a:pt x="202" y="152"/>
                    </a:lnTo>
                    <a:lnTo>
                      <a:pt x="202" y="152"/>
                    </a:lnTo>
                    <a:lnTo>
                      <a:pt x="204" y="148"/>
                    </a:lnTo>
                    <a:lnTo>
                      <a:pt x="204" y="144"/>
                    </a:lnTo>
                    <a:lnTo>
                      <a:pt x="204" y="136"/>
                    </a:lnTo>
                    <a:lnTo>
                      <a:pt x="330" y="86"/>
                    </a:lnTo>
                    <a:lnTo>
                      <a:pt x="332" y="86"/>
                    </a:lnTo>
                    <a:lnTo>
                      <a:pt x="354" y="76"/>
                    </a:lnTo>
                    <a:lnTo>
                      <a:pt x="234" y="26"/>
                    </a:lnTo>
                    <a:lnTo>
                      <a:pt x="232" y="26"/>
                    </a:lnTo>
                    <a:lnTo>
                      <a:pt x="232" y="26"/>
                    </a:lnTo>
                    <a:lnTo>
                      <a:pt x="228" y="28"/>
                    </a:lnTo>
                    <a:lnTo>
                      <a:pt x="204" y="38"/>
                    </a:lnTo>
                    <a:lnTo>
                      <a:pt x="204" y="14"/>
                    </a:lnTo>
                    <a:lnTo>
                      <a:pt x="222" y="8"/>
                    </a:lnTo>
                    <a:lnTo>
                      <a:pt x="222" y="8"/>
                    </a:lnTo>
                    <a:lnTo>
                      <a:pt x="222" y="12"/>
                    </a:lnTo>
                    <a:lnTo>
                      <a:pt x="226" y="16"/>
                    </a:lnTo>
                    <a:lnTo>
                      <a:pt x="226" y="16"/>
                    </a:lnTo>
                    <a:lnTo>
                      <a:pt x="228" y="18"/>
                    </a:lnTo>
                    <a:lnTo>
                      <a:pt x="232" y="18"/>
                    </a:lnTo>
                    <a:lnTo>
                      <a:pt x="232" y="18"/>
                    </a:lnTo>
                    <a:lnTo>
                      <a:pt x="242" y="16"/>
                    </a:lnTo>
                    <a:lnTo>
                      <a:pt x="242" y="16"/>
                    </a:lnTo>
                    <a:lnTo>
                      <a:pt x="242" y="8"/>
                    </a:lnTo>
                    <a:lnTo>
                      <a:pt x="242" y="0"/>
                    </a:lnTo>
                    <a:lnTo>
                      <a:pt x="246" y="2"/>
                    </a:lnTo>
                    <a:lnTo>
                      <a:pt x="248" y="2"/>
                    </a:lnTo>
                    <a:lnTo>
                      <a:pt x="372" y="50"/>
                    </a:lnTo>
                    <a:lnTo>
                      <a:pt x="374" y="70"/>
                    </a:lnTo>
                    <a:lnTo>
                      <a:pt x="374" y="70"/>
                    </a:lnTo>
                    <a:lnTo>
                      <a:pt x="374" y="74"/>
                    </a:lnTo>
                    <a:lnTo>
                      <a:pt x="378" y="76"/>
                    </a:lnTo>
                    <a:lnTo>
                      <a:pt x="378" y="76"/>
                    </a:lnTo>
                    <a:lnTo>
                      <a:pt x="380" y="78"/>
                    </a:lnTo>
                    <a:lnTo>
                      <a:pt x="384" y="78"/>
                    </a:lnTo>
                    <a:lnTo>
                      <a:pt x="384" y="78"/>
                    </a:lnTo>
                    <a:lnTo>
                      <a:pt x="392" y="76"/>
                    </a:lnTo>
                    <a:lnTo>
                      <a:pt x="392" y="76"/>
                    </a:lnTo>
                    <a:lnTo>
                      <a:pt x="394" y="72"/>
                    </a:lnTo>
                    <a:lnTo>
                      <a:pt x="394" y="68"/>
                    </a:lnTo>
                    <a:lnTo>
                      <a:pt x="392" y="60"/>
                    </a:lnTo>
                    <a:lnTo>
                      <a:pt x="422" y="70"/>
                    </a:lnTo>
                    <a:close/>
                  </a:path>
                </a:pathLst>
              </a:custGeom>
              <a:solidFill>
                <a:srgbClr val="B68B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51" name="Freeform 536">
                <a:extLst>
                  <a:ext uri="{FF2B5EF4-FFF2-40B4-BE49-F238E27FC236}">
                    <a16:creationId xmlns:a16="http://schemas.microsoft.com/office/drawing/2014/main" id="{05225F18-85FB-41FB-8FE3-795592169E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7030" y="5324299"/>
                <a:ext cx="358652" cy="322179"/>
              </a:xfrm>
              <a:custGeom>
                <a:avLst/>
                <a:gdLst>
                  <a:gd name="T0" fmla="*/ 184 w 354"/>
                  <a:gd name="T1" fmla="*/ 140 h 318"/>
                  <a:gd name="T2" fmla="*/ 184 w 354"/>
                  <a:gd name="T3" fmla="*/ 318 h 318"/>
                  <a:gd name="T4" fmla="*/ 182 w 354"/>
                  <a:gd name="T5" fmla="*/ 316 h 318"/>
                  <a:gd name="T6" fmla="*/ 182 w 354"/>
                  <a:gd name="T7" fmla="*/ 316 h 318"/>
                  <a:gd name="T8" fmla="*/ 0 w 354"/>
                  <a:gd name="T9" fmla="*/ 246 h 318"/>
                  <a:gd name="T10" fmla="*/ 0 w 354"/>
                  <a:gd name="T11" fmla="*/ 68 h 318"/>
                  <a:gd name="T12" fmla="*/ 170 w 354"/>
                  <a:gd name="T13" fmla="*/ 134 h 318"/>
                  <a:gd name="T14" fmla="*/ 172 w 354"/>
                  <a:gd name="T15" fmla="*/ 134 h 318"/>
                  <a:gd name="T16" fmla="*/ 182 w 354"/>
                  <a:gd name="T17" fmla="*/ 138 h 318"/>
                  <a:gd name="T18" fmla="*/ 182 w 354"/>
                  <a:gd name="T19" fmla="*/ 140 h 318"/>
                  <a:gd name="T20" fmla="*/ 184 w 354"/>
                  <a:gd name="T21" fmla="*/ 140 h 318"/>
                  <a:gd name="T22" fmla="*/ 184 w 354"/>
                  <a:gd name="T23" fmla="*/ 110 h 318"/>
                  <a:gd name="T24" fmla="*/ 68 w 354"/>
                  <a:gd name="T25" fmla="*/ 64 h 318"/>
                  <a:gd name="T26" fmla="*/ 184 w 354"/>
                  <a:gd name="T27" fmla="*/ 18 h 318"/>
                  <a:gd name="T28" fmla="*/ 184 w 354"/>
                  <a:gd name="T29" fmla="*/ 110 h 318"/>
                  <a:gd name="T30" fmla="*/ 204 w 354"/>
                  <a:gd name="T31" fmla="*/ 12 h 318"/>
                  <a:gd name="T32" fmla="*/ 228 w 354"/>
                  <a:gd name="T33" fmla="*/ 2 h 318"/>
                  <a:gd name="T34" fmla="*/ 232 w 354"/>
                  <a:gd name="T35" fmla="*/ 0 h 318"/>
                  <a:gd name="T36" fmla="*/ 232 w 354"/>
                  <a:gd name="T37" fmla="*/ 0 h 318"/>
                  <a:gd name="T38" fmla="*/ 234 w 354"/>
                  <a:gd name="T39" fmla="*/ 0 h 318"/>
                  <a:gd name="T40" fmla="*/ 354 w 354"/>
                  <a:gd name="T41" fmla="*/ 50 h 318"/>
                  <a:gd name="T42" fmla="*/ 332 w 354"/>
                  <a:gd name="T43" fmla="*/ 60 h 318"/>
                  <a:gd name="T44" fmla="*/ 330 w 354"/>
                  <a:gd name="T45" fmla="*/ 60 h 318"/>
                  <a:gd name="T46" fmla="*/ 204 w 354"/>
                  <a:gd name="T47" fmla="*/ 110 h 318"/>
                  <a:gd name="T48" fmla="*/ 204 w 354"/>
                  <a:gd name="T4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54" h="318">
                    <a:moveTo>
                      <a:pt x="184" y="140"/>
                    </a:moveTo>
                    <a:lnTo>
                      <a:pt x="184" y="318"/>
                    </a:lnTo>
                    <a:lnTo>
                      <a:pt x="182" y="316"/>
                    </a:lnTo>
                    <a:lnTo>
                      <a:pt x="182" y="316"/>
                    </a:lnTo>
                    <a:lnTo>
                      <a:pt x="0" y="246"/>
                    </a:lnTo>
                    <a:lnTo>
                      <a:pt x="0" y="68"/>
                    </a:lnTo>
                    <a:lnTo>
                      <a:pt x="170" y="134"/>
                    </a:lnTo>
                    <a:lnTo>
                      <a:pt x="172" y="134"/>
                    </a:lnTo>
                    <a:lnTo>
                      <a:pt x="182" y="138"/>
                    </a:lnTo>
                    <a:lnTo>
                      <a:pt x="182" y="140"/>
                    </a:lnTo>
                    <a:lnTo>
                      <a:pt x="184" y="140"/>
                    </a:lnTo>
                    <a:close/>
                    <a:moveTo>
                      <a:pt x="184" y="110"/>
                    </a:moveTo>
                    <a:lnTo>
                      <a:pt x="68" y="64"/>
                    </a:lnTo>
                    <a:lnTo>
                      <a:pt x="184" y="18"/>
                    </a:lnTo>
                    <a:lnTo>
                      <a:pt x="184" y="110"/>
                    </a:lnTo>
                    <a:close/>
                    <a:moveTo>
                      <a:pt x="204" y="12"/>
                    </a:moveTo>
                    <a:lnTo>
                      <a:pt x="228" y="2"/>
                    </a:lnTo>
                    <a:lnTo>
                      <a:pt x="232" y="0"/>
                    </a:lnTo>
                    <a:lnTo>
                      <a:pt x="232" y="0"/>
                    </a:lnTo>
                    <a:lnTo>
                      <a:pt x="234" y="0"/>
                    </a:lnTo>
                    <a:lnTo>
                      <a:pt x="354" y="50"/>
                    </a:lnTo>
                    <a:lnTo>
                      <a:pt x="332" y="60"/>
                    </a:lnTo>
                    <a:lnTo>
                      <a:pt x="330" y="60"/>
                    </a:lnTo>
                    <a:lnTo>
                      <a:pt x="204" y="110"/>
                    </a:lnTo>
                    <a:lnTo>
                      <a:pt x="204" y="12"/>
                    </a:lnTo>
                    <a:close/>
                  </a:path>
                </a:pathLst>
              </a:custGeom>
              <a:solidFill>
                <a:srgbClr val="7B5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52" name="Freeform 537">
                <a:extLst>
                  <a:ext uri="{FF2B5EF4-FFF2-40B4-BE49-F238E27FC236}">
                    <a16:creationId xmlns:a16="http://schemas.microsoft.com/office/drawing/2014/main" id="{33763877-F524-4276-8AEA-E84B1DE76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3448" y="5368877"/>
                <a:ext cx="241128" cy="277601"/>
              </a:xfrm>
              <a:custGeom>
                <a:avLst/>
                <a:gdLst>
                  <a:gd name="T0" fmla="*/ 0 w 238"/>
                  <a:gd name="T1" fmla="*/ 96 h 274"/>
                  <a:gd name="T2" fmla="*/ 238 w 238"/>
                  <a:gd name="T3" fmla="*/ 0 h 274"/>
                  <a:gd name="T4" fmla="*/ 238 w 238"/>
                  <a:gd name="T5" fmla="*/ 180 h 274"/>
                  <a:gd name="T6" fmla="*/ 0 w 238"/>
                  <a:gd name="T7" fmla="*/ 274 h 274"/>
                  <a:gd name="T8" fmla="*/ 0 w 238"/>
                  <a:gd name="T9" fmla="*/ 96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8" h="274">
                    <a:moveTo>
                      <a:pt x="0" y="96"/>
                    </a:moveTo>
                    <a:lnTo>
                      <a:pt x="238" y="0"/>
                    </a:lnTo>
                    <a:lnTo>
                      <a:pt x="238" y="180"/>
                    </a:lnTo>
                    <a:lnTo>
                      <a:pt x="0" y="274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16E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53" name="Freeform 538">
                <a:extLst>
                  <a:ext uri="{FF2B5EF4-FFF2-40B4-BE49-F238E27FC236}">
                    <a16:creationId xmlns:a16="http://schemas.microsoft.com/office/drawing/2014/main" id="{305F2867-CD4F-47FD-981F-06D34D9F88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398" y="4973753"/>
                <a:ext cx="370810" cy="482255"/>
              </a:xfrm>
              <a:custGeom>
                <a:avLst/>
                <a:gdLst>
                  <a:gd name="T0" fmla="*/ 170 w 366"/>
                  <a:gd name="T1" fmla="*/ 130 h 476"/>
                  <a:gd name="T2" fmla="*/ 300 w 366"/>
                  <a:gd name="T3" fmla="*/ 76 h 476"/>
                  <a:gd name="T4" fmla="*/ 330 w 366"/>
                  <a:gd name="T5" fmla="*/ 64 h 476"/>
                  <a:gd name="T6" fmla="*/ 332 w 366"/>
                  <a:gd name="T7" fmla="*/ 66 h 476"/>
                  <a:gd name="T8" fmla="*/ 336 w 366"/>
                  <a:gd name="T9" fmla="*/ 68 h 476"/>
                  <a:gd name="T10" fmla="*/ 338 w 366"/>
                  <a:gd name="T11" fmla="*/ 70 h 476"/>
                  <a:gd name="T12" fmla="*/ 348 w 366"/>
                  <a:gd name="T13" fmla="*/ 174 h 476"/>
                  <a:gd name="T14" fmla="*/ 366 w 366"/>
                  <a:gd name="T15" fmla="*/ 388 h 476"/>
                  <a:gd name="T16" fmla="*/ 364 w 366"/>
                  <a:gd name="T17" fmla="*/ 396 h 476"/>
                  <a:gd name="T18" fmla="*/ 352 w 366"/>
                  <a:gd name="T19" fmla="*/ 400 h 476"/>
                  <a:gd name="T20" fmla="*/ 346 w 366"/>
                  <a:gd name="T21" fmla="*/ 394 h 476"/>
                  <a:gd name="T22" fmla="*/ 238 w 366"/>
                  <a:gd name="T23" fmla="*/ 146 h 476"/>
                  <a:gd name="T24" fmla="*/ 176 w 366"/>
                  <a:gd name="T25" fmla="*/ 466 h 476"/>
                  <a:gd name="T26" fmla="*/ 174 w 366"/>
                  <a:gd name="T27" fmla="*/ 472 h 476"/>
                  <a:gd name="T28" fmla="*/ 164 w 366"/>
                  <a:gd name="T29" fmla="*/ 476 h 476"/>
                  <a:gd name="T30" fmla="*/ 158 w 366"/>
                  <a:gd name="T31" fmla="*/ 472 h 476"/>
                  <a:gd name="T32" fmla="*/ 156 w 366"/>
                  <a:gd name="T33" fmla="*/ 262 h 476"/>
                  <a:gd name="T34" fmla="*/ 24 w 366"/>
                  <a:gd name="T35" fmla="*/ 408 h 476"/>
                  <a:gd name="T36" fmla="*/ 20 w 366"/>
                  <a:gd name="T37" fmla="*/ 414 h 476"/>
                  <a:gd name="T38" fmla="*/ 10 w 366"/>
                  <a:gd name="T39" fmla="*/ 418 h 476"/>
                  <a:gd name="T40" fmla="*/ 4 w 366"/>
                  <a:gd name="T41" fmla="*/ 414 h 476"/>
                  <a:gd name="T42" fmla="*/ 20 w 366"/>
                  <a:gd name="T43" fmla="*/ 200 h 476"/>
                  <a:gd name="T44" fmla="*/ 28 w 366"/>
                  <a:gd name="T45" fmla="*/ 90 h 476"/>
                  <a:gd name="T46" fmla="*/ 30 w 366"/>
                  <a:gd name="T47" fmla="*/ 86 h 476"/>
                  <a:gd name="T48" fmla="*/ 32 w 366"/>
                  <a:gd name="T49" fmla="*/ 82 h 476"/>
                  <a:gd name="T50" fmla="*/ 38 w 366"/>
                  <a:gd name="T51" fmla="*/ 80 h 476"/>
                  <a:gd name="T52" fmla="*/ 138 w 366"/>
                  <a:gd name="T53" fmla="*/ 64 h 476"/>
                  <a:gd name="T54" fmla="*/ 134 w 366"/>
                  <a:gd name="T55" fmla="*/ 116 h 476"/>
                  <a:gd name="T56" fmla="*/ 214 w 366"/>
                  <a:gd name="T57" fmla="*/ 176 h 476"/>
                  <a:gd name="T58" fmla="*/ 214 w 366"/>
                  <a:gd name="T59" fmla="*/ 336 h 476"/>
                  <a:gd name="T60" fmla="*/ 204 w 366"/>
                  <a:gd name="T61" fmla="*/ 338 h 476"/>
                  <a:gd name="T62" fmla="*/ 198 w 366"/>
                  <a:gd name="T63" fmla="*/ 336 h 476"/>
                  <a:gd name="T64" fmla="*/ 194 w 366"/>
                  <a:gd name="T65" fmla="*/ 180 h 476"/>
                  <a:gd name="T66" fmla="*/ 50 w 366"/>
                  <a:gd name="T67" fmla="*/ 106 h 476"/>
                  <a:gd name="T68" fmla="*/ 184 w 366"/>
                  <a:gd name="T69" fmla="*/ 38 h 476"/>
                  <a:gd name="T70" fmla="*/ 150 w 366"/>
                  <a:gd name="T71" fmla="*/ 34 h 476"/>
                  <a:gd name="T72" fmla="*/ 140 w 366"/>
                  <a:gd name="T73" fmla="*/ 28 h 476"/>
                  <a:gd name="T74" fmla="*/ 134 w 366"/>
                  <a:gd name="T75" fmla="*/ 16 h 476"/>
                  <a:gd name="T76" fmla="*/ 150 w 366"/>
                  <a:gd name="T77" fmla="*/ 6 h 476"/>
                  <a:gd name="T78" fmla="*/ 184 w 366"/>
                  <a:gd name="T79" fmla="*/ 0 h 476"/>
                  <a:gd name="T80" fmla="*/ 220 w 366"/>
                  <a:gd name="T81" fmla="*/ 6 h 476"/>
                  <a:gd name="T82" fmla="*/ 234 w 366"/>
                  <a:gd name="T83" fmla="*/ 18 h 476"/>
                  <a:gd name="T84" fmla="*/ 230 w 366"/>
                  <a:gd name="T85" fmla="*/ 28 h 476"/>
                  <a:gd name="T86" fmla="*/ 220 w 366"/>
                  <a:gd name="T87" fmla="*/ 34 h 476"/>
                  <a:gd name="T88" fmla="*/ 184 w 366"/>
                  <a:gd name="T89" fmla="*/ 38 h 476"/>
                  <a:gd name="T90" fmla="*/ 320 w 366"/>
                  <a:gd name="T91" fmla="*/ 92 h 476"/>
                  <a:gd name="T92" fmla="*/ 212 w 366"/>
                  <a:gd name="T93" fmla="*/ 22 h 476"/>
                  <a:gd name="T94" fmla="*/ 214 w 366"/>
                  <a:gd name="T95" fmla="*/ 18 h 476"/>
                  <a:gd name="T96" fmla="*/ 212 w 366"/>
                  <a:gd name="T97" fmla="*/ 14 h 476"/>
                  <a:gd name="T98" fmla="*/ 196 w 366"/>
                  <a:gd name="T99" fmla="*/ 8 h 476"/>
                  <a:gd name="T100" fmla="*/ 172 w 366"/>
                  <a:gd name="T101" fmla="*/ 8 h 476"/>
                  <a:gd name="T102" fmla="*/ 158 w 366"/>
                  <a:gd name="T103" fmla="*/ 12 h 476"/>
                  <a:gd name="T104" fmla="*/ 154 w 366"/>
                  <a:gd name="T105" fmla="*/ 20 h 476"/>
                  <a:gd name="T106" fmla="*/ 164 w 366"/>
                  <a:gd name="T107" fmla="*/ 28 h 476"/>
                  <a:gd name="T108" fmla="*/ 184 w 366"/>
                  <a:gd name="T109" fmla="*/ 30 h 476"/>
                  <a:gd name="T110" fmla="*/ 204 w 366"/>
                  <a:gd name="T111" fmla="*/ 28 h 476"/>
                  <a:gd name="T112" fmla="*/ 212 w 366"/>
                  <a:gd name="T113" fmla="*/ 22 h 4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66" h="476">
                    <a:moveTo>
                      <a:pt x="134" y="116"/>
                    </a:moveTo>
                    <a:lnTo>
                      <a:pt x="168" y="128"/>
                    </a:lnTo>
                    <a:lnTo>
                      <a:pt x="170" y="130"/>
                    </a:lnTo>
                    <a:lnTo>
                      <a:pt x="216" y="110"/>
                    </a:lnTo>
                    <a:lnTo>
                      <a:pt x="214" y="110"/>
                    </a:lnTo>
                    <a:lnTo>
                      <a:pt x="300" y="76"/>
                    </a:lnTo>
                    <a:lnTo>
                      <a:pt x="238" y="52"/>
                    </a:lnTo>
                    <a:lnTo>
                      <a:pt x="238" y="28"/>
                    </a:lnTo>
                    <a:lnTo>
                      <a:pt x="330" y="64"/>
                    </a:lnTo>
                    <a:lnTo>
                      <a:pt x="330" y="64"/>
                    </a:lnTo>
                    <a:lnTo>
                      <a:pt x="332" y="66"/>
                    </a:lnTo>
                    <a:lnTo>
                      <a:pt x="332" y="66"/>
                    </a:lnTo>
                    <a:lnTo>
                      <a:pt x="334" y="66"/>
                    </a:lnTo>
                    <a:lnTo>
                      <a:pt x="336" y="68"/>
                    </a:lnTo>
                    <a:lnTo>
                      <a:pt x="336" y="68"/>
                    </a:lnTo>
                    <a:lnTo>
                      <a:pt x="336" y="70"/>
                    </a:lnTo>
                    <a:lnTo>
                      <a:pt x="338" y="70"/>
                    </a:lnTo>
                    <a:lnTo>
                      <a:pt x="338" y="70"/>
                    </a:lnTo>
                    <a:lnTo>
                      <a:pt x="338" y="74"/>
                    </a:lnTo>
                    <a:lnTo>
                      <a:pt x="338" y="76"/>
                    </a:lnTo>
                    <a:lnTo>
                      <a:pt x="348" y="174"/>
                    </a:lnTo>
                    <a:lnTo>
                      <a:pt x="348" y="176"/>
                    </a:lnTo>
                    <a:lnTo>
                      <a:pt x="366" y="388"/>
                    </a:lnTo>
                    <a:lnTo>
                      <a:pt x="366" y="388"/>
                    </a:lnTo>
                    <a:lnTo>
                      <a:pt x="366" y="392"/>
                    </a:lnTo>
                    <a:lnTo>
                      <a:pt x="364" y="396"/>
                    </a:lnTo>
                    <a:lnTo>
                      <a:pt x="364" y="396"/>
                    </a:lnTo>
                    <a:lnTo>
                      <a:pt x="356" y="400"/>
                    </a:lnTo>
                    <a:lnTo>
                      <a:pt x="356" y="400"/>
                    </a:lnTo>
                    <a:lnTo>
                      <a:pt x="352" y="400"/>
                    </a:lnTo>
                    <a:lnTo>
                      <a:pt x="350" y="398"/>
                    </a:lnTo>
                    <a:lnTo>
                      <a:pt x="350" y="398"/>
                    </a:lnTo>
                    <a:lnTo>
                      <a:pt x="346" y="394"/>
                    </a:lnTo>
                    <a:lnTo>
                      <a:pt x="346" y="390"/>
                    </a:lnTo>
                    <a:lnTo>
                      <a:pt x="326" y="184"/>
                    </a:lnTo>
                    <a:lnTo>
                      <a:pt x="238" y="146"/>
                    </a:lnTo>
                    <a:lnTo>
                      <a:pt x="238" y="124"/>
                    </a:lnTo>
                    <a:lnTo>
                      <a:pt x="176" y="150"/>
                    </a:lnTo>
                    <a:lnTo>
                      <a:pt x="176" y="466"/>
                    </a:lnTo>
                    <a:lnTo>
                      <a:pt x="176" y="466"/>
                    </a:lnTo>
                    <a:lnTo>
                      <a:pt x="176" y="468"/>
                    </a:lnTo>
                    <a:lnTo>
                      <a:pt x="174" y="472"/>
                    </a:lnTo>
                    <a:lnTo>
                      <a:pt x="174" y="472"/>
                    </a:lnTo>
                    <a:lnTo>
                      <a:pt x="170" y="474"/>
                    </a:lnTo>
                    <a:lnTo>
                      <a:pt x="164" y="476"/>
                    </a:lnTo>
                    <a:lnTo>
                      <a:pt x="164" y="476"/>
                    </a:lnTo>
                    <a:lnTo>
                      <a:pt x="162" y="474"/>
                    </a:lnTo>
                    <a:lnTo>
                      <a:pt x="158" y="472"/>
                    </a:lnTo>
                    <a:lnTo>
                      <a:pt x="158" y="472"/>
                    </a:lnTo>
                    <a:lnTo>
                      <a:pt x="156" y="466"/>
                    </a:lnTo>
                    <a:lnTo>
                      <a:pt x="156" y="262"/>
                    </a:lnTo>
                    <a:lnTo>
                      <a:pt x="40" y="216"/>
                    </a:lnTo>
                    <a:lnTo>
                      <a:pt x="24" y="408"/>
                    </a:lnTo>
                    <a:lnTo>
                      <a:pt x="24" y="408"/>
                    </a:lnTo>
                    <a:lnTo>
                      <a:pt x="22" y="412"/>
                    </a:lnTo>
                    <a:lnTo>
                      <a:pt x="20" y="414"/>
                    </a:lnTo>
                    <a:lnTo>
                      <a:pt x="20" y="414"/>
                    </a:lnTo>
                    <a:lnTo>
                      <a:pt x="16" y="416"/>
                    </a:lnTo>
                    <a:lnTo>
                      <a:pt x="10" y="418"/>
                    </a:lnTo>
                    <a:lnTo>
                      <a:pt x="10" y="418"/>
                    </a:lnTo>
                    <a:lnTo>
                      <a:pt x="6" y="416"/>
                    </a:lnTo>
                    <a:lnTo>
                      <a:pt x="4" y="414"/>
                    </a:lnTo>
                    <a:lnTo>
                      <a:pt x="4" y="414"/>
                    </a:lnTo>
                    <a:lnTo>
                      <a:pt x="2" y="410"/>
                    </a:lnTo>
                    <a:lnTo>
                      <a:pt x="0" y="406"/>
                    </a:lnTo>
                    <a:lnTo>
                      <a:pt x="20" y="200"/>
                    </a:lnTo>
                    <a:lnTo>
                      <a:pt x="20" y="200"/>
                    </a:lnTo>
                    <a:lnTo>
                      <a:pt x="28" y="90"/>
                    </a:lnTo>
                    <a:lnTo>
                      <a:pt x="28" y="90"/>
                    </a:lnTo>
                    <a:lnTo>
                      <a:pt x="28" y="90"/>
                    </a:lnTo>
                    <a:lnTo>
                      <a:pt x="30" y="86"/>
                    </a:lnTo>
                    <a:lnTo>
                      <a:pt x="30" y="86"/>
                    </a:lnTo>
                    <a:lnTo>
                      <a:pt x="30" y="84"/>
                    </a:lnTo>
                    <a:lnTo>
                      <a:pt x="32" y="82"/>
                    </a:lnTo>
                    <a:lnTo>
                      <a:pt x="32" y="82"/>
                    </a:lnTo>
                    <a:lnTo>
                      <a:pt x="32" y="82"/>
                    </a:lnTo>
                    <a:lnTo>
                      <a:pt x="36" y="80"/>
                    </a:lnTo>
                    <a:lnTo>
                      <a:pt x="38" y="80"/>
                    </a:lnTo>
                    <a:lnTo>
                      <a:pt x="134" y="40"/>
                    </a:lnTo>
                    <a:lnTo>
                      <a:pt x="138" y="40"/>
                    </a:lnTo>
                    <a:lnTo>
                      <a:pt x="138" y="64"/>
                    </a:lnTo>
                    <a:lnTo>
                      <a:pt x="134" y="64"/>
                    </a:lnTo>
                    <a:lnTo>
                      <a:pt x="70" y="90"/>
                    </a:lnTo>
                    <a:lnTo>
                      <a:pt x="134" y="116"/>
                    </a:lnTo>
                    <a:close/>
                    <a:moveTo>
                      <a:pt x="194" y="180"/>
                    </a:moveTo>
                    <a:lnTo>
                      <a:pt x="194" y="180"/>
                    </a:lnTo>
                    <a:lnTo>
                      <a:pt x="214" y="176"/>
                    </a:lnTo>
                    <a:lnTo>
                      <a:pt x="214" y="328"/>
                    </a:lnTo>
                    <a:lnTo>
                      <a:pt x="214" y="328"/>
                    </a:lnTo>
                    <a:lnTo>
                      <a:pt x="214" y="336"/>
                    </a:lnTo>
                    <a:lnTo>
                      <a:pt x="214" y="336"/>
                    </a:lnTo>
                    <a:lnTo>
                      <a:pt x="204" y="338"/>
                    </a:lnTo>
                    <a:lnTo>
                      <a:pt x="204" y="338"/>
                    </a:lnTo>
                    <a:lnTo>
                      <a:pt x="200" y="338"/>
                    </a:lnTo>
                    <a:lnTo>
                      <a:pt x="198" y="336"/>
                    </a:lnTo>
                    <a:lnTo>
                      <a:pt x="198" y="336"/>
                    </a:lnTo>
                    <a:lnTo>
                      <a:pt x="194" y="332"/>
                    </a:lnTo>
                    <a:lnTo>
                      <a:pt x="194" y="328"/>
                    </a:lnTo>
                    <a:lnTo>
                      <a:pt x="194" y="180"/>
                    </a:lnTo>
                    <a:close/>
                    <a:moveTo>
                      <a:pt x="156" y="240"/>
                    </a:moveTo>
                    <a:lnTo>
                      <a:pt x="156" y="146"/>
                    </a:lnTo>
                    <a:lnTo>
                      <a:pt x="50" y="106"/>
                    </a:lnTo>
                    <a:lnTo>
                      <a:pt x="42" y="192"/>
                    </a:lnTo>
                    <a:lnTo>
                      <a:pt x="156" y="240"/>
                    </a:lnTo>
                    <a:close/>
                    <a:moveTo>
                      <a:pt x="184" y="38"/>
                    </a:moveTo>
                    <a:lnTo>
                      <a:pt x="184" y="38"/>
                    </a:lnTo>
                    <a:lnTo>
                      <a:pt x="166" y="38"/>
                    </a:lnTo>
                    <a:lnTo>
                      <a:pt x="150" y="34"/>
                    </a:lnTo>
                    <a:lnTo>
                      <a:pt x="150" y="34"/>
                    </a:lnTo>
                    <a:lnTo>
                      <a:pt x="150" y="34"/>
                    </a:lnTo>
                    <a:lnTo>
                      <a:pt x="140" y="28"/>
                    </a:lnTo>
                    <a:lnTo>
                      <a:pt x="134" y="22"/>
                    </a:lnTo>
                    <a:lnTo>
                      <a:pt x="134" y="16"/>
                    </a:lnTo>
                    <a:lnTo>
                      <a:pt x="134" y="16"/>
                    </a:lnTo>
                    <a:lnTo>
                      <a:pt x="140" y="10"/>
                    </a:lnTo>
                    <a:lnTo>
                      <a:pt x="150" y="6"/>
                    </a:lnTo>
                    <a:lnTo>
                      <a:pt x="150" y="6"/>
                    </a:lnTo>
                    <a:lnTo>
                      <a:pt x="166" y="0"/>
                    </a:lnTo>
                    <a:lnTo>
                      <a:pt x="184" y="0"/>
                    </a:lnTo>
                    <a:lnTo>
                      <a:pt x="184" y="0"/>
                    </a:lnTo>
                    <a:lnTo>
                      <a:pt x="204" y="0"/>
                    </a:lnTo>
                    <a:lnTo>
                      <a:pt x="220" y="6"/>
                    </a:lnTo>
                    <a:lnTo>
                      <a:pt x="220" y="6"/>
                    </a:lnTo>
                    <a:lnTo>
                      <a:pt x="230" y="12"/>
                    </a:lnTo>
                    <a:lnTo>
                      <a:pt x="234" y="14"/>
                    </a:lnTo>
                    <a:lnTo>
                      <a:pt x="234" y="18"/>
                    </a:lnTo>
                    <a:lnTo>
                      <a:pt x="234" y="20"/>
                    </a:lnTo>
                    <a:lnTo>
                      <a:pt x="234" y="20"/>
                    </a:lnTo>
                    <a:lnTo>
                      <a:pt x="230" y="28"/>
                    </a:lnTo>
                    <a:lnTo>
                      <a:pt x="230" y="28"/>
                    </a:lnTo>
                    <a:lnTo>
                      <a:pt x="220" y="34"/>
                    </a:lnTo>
                    <a:lnTo>
                      <a:pt x="220" y="34"/>
                    </a:lnTo>
                    <a:lnTo>
                      <a:pt x="204" y="38"/>
                    </a:lnTo>
                    <a:lnTo>
                      <a:pt x="184" y="38"/>
                    </a:lnTo>
                    <a:lnTo>
                      <a:pt x="184" y="38"/>
                    </a:lnTo>
                    <a:close/>
                    <a:moveTo>
                      <a:pt x="238" y="124"/>
                    </a:moveTo>
                    <a:lnTo>
                      <a:pt x="324" y="160"/>
                    </a:lnTo>
                    <a:lnTo>
                      <a:pt x="320" y="92"/>
                    </a:lnTo>
                    <a:lnTo>
                      <a:pt x="238" y="124"/>
                    </a:lnTo>
                    <a:close/>
                    <a:moveTo>
                      <a:pt x="212" y="22"/>
                    </a:moveTo>
                    <a:lnTo>
                      <a:pt x="212" y="22"/>
                    </a:lnTo>
                    <a:lnTo>
                      <a:pt x="214" y="22"/>
                    </a:lnTo>
                    <a:lnTo>
                      <a:pt x="214" y="20"/>
                    </a:lnTo>
                    <a:lnTo>
                      <a:pt x="214" y="18"/>
                    </a:lnTo>
                    <a:lnTo>
                      <a:pt x="214" y="18"/>
                    </a:lnTo>
                    <a:lnTo>
                      <a:pt x="214" y="16"/>
                    </a:lnTo>
                    <a:lnTo>
                      <a:pt x="212" y="14"/>
                    </a:lnTo>
                    <a:lnTo>
                      <a:pt x="204" y="10"/>
                    </a:lnTo>
                    <a:lnTo>
                      <a:pt x="204" y="10"/>
                    </a:lnTo>
                    <a:lnTo>
                      <a:pt x="196" y="8"/>
                    </a:lnTo>
                    <a:lnTo>
                      <a:pt x="184" y="6"/>
                    </a:lnTo>
                    <a:lnTo>
                      <a:pt x="184" y="6"/>
                    </a:lnTo>
                    <a:lnTo>
                      <a:pt x="172" y="8"/>
                    </a:lnTo>
                    <a:lnTo>
                      <a:pt x="162" y="10"/>
                    </a:lnTo>
                    <a:lnTo>
                      <a:pt x="162" y="10"/>
                    </a:lnTo>
                    <a:lnTo>
                      <a:pt x="158" y="12"/>
                    </a:lnTo>
                    <a:lnTo>
                      <a:pt x="154" y="16"/>
                    </a:lnTo>
                    <a:lnTo>
                      <a:pt x="154" y="20"/>
                    </a:lnTo>
                    <a:lnTo>
                      <a:pt x="154" y="20"/>
                    </a:lnTo>
                    <a:lnTo>
                      <a:pt x="162" y="28"/>
                    </a:lnTo>
                    <a:lnTo>
                      <a:pt x="162" y="28"/>
                    </a:lnTo>
                    <a:lnTo>
                      <a:pt x="164" y="28"/>
                    </a:lnTo>
                    <a:lnTo>
                      <a:pt x="164" y="28"/>
                    </a:lnTo>
                    <a:lnTo>
                      <a:pt x="174" y="30"/>
                    </a:lnTo>
                    <a:lnTo>
                      <a:pt x="184" y="30"/>
                    </a:lnTo>
                    <a:lnTo>
                      <a:pt x="184" y="30"/>
                    </a:lnTo>
                    <a:lnTo>
                      <a:pt x="196" y="30"/>
                    </a:lnTo>
                    <a:lnTo>
                      <a:pt x="204" y="28"/>
                    </a:lnTo>
                    <a:lnTo>
                      <a:pt x="204" y="28"/>
                    </a:lnTo>
                    <a:lnTo>
                      <a:pt x="212" y="22"/>
                    </a:lnTo>
                    <a:lnTo>
                      <a:pt x="212" y="22"/>
                    </a:lnTo>
                    <a:close/>
                  </a:path>
                </a:pathLst>
              </a:custGeom>
              <a:solidFill>
                <a:srgbClr val="7B5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54" name="Freeform 540">
                <a:extLst>
                  <a:ext uri="{FF2B5EF4-FFF2-40B4-BE49-F238E27FC236}">
                    <a16:creationId xmlns:a16="http://schemas.microsoft.com/office/drawing/2014/main" id="{3FF17377-339E-4216-8432-DB9F2A768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1816" y="5002121"/>
                <a:ext cx="50657" cy="95235"/>
              </a:xfrm>
              <a:custGeom>
                <a:avLst/>
                <a:gdLst>
                  <a:gd name="T0" fmla="*/ 30 w 50"/>
                  <a:gd name="T1" fmla="*/ 82 h 94"/>
                  <a:gd name="T2" fmla="*/ 0 w 50"/>
                  <a:gd name="T3" fmla="*/ 94 h 94"/>
                  <a:gd name="T4" fmla="*/ 0 w 50"/>
                  <a:gd name="T5" fmla="*/ 10 h 94"/>
                  <a:gd name="T6" fmla="*/ 0 w 50"/>
                  <a:gd name="T7" fmla="*/ 10 h 94"/>
                  <a:gd name="T8" fmla="*/ 20 w 50"/>
                  <a:gd name="T9" fmla="*/ 10 h 94"/>
                  <a:gd name="T10" fmla="*/ 36 w 50"/>
                  <a:gd name="T11" fmla="*/ 6 h 94"/>
                  <a:gd name="T12" fmla="*/ 36 w 50"/>
                  <a:gd name="T13" fmla="*/ 6 h 94"/>
                  <a:gd name="T14" fmla="*/ 46 w 50"/>
                  <a:gd name="T15" fmla="*/ 0 h 94"/>
                  <a:gd name="T16" fmla="*/ 50 w 50"/>
                  <a:gd name="T17" fmla="*/ 0 h 94"/>
                  <a:gd name="T18" fmla="*/ 50 w 50"/>
                  <a:gd name="T19" fmla="*/ 72 h 94"/>
                  <a:gd name="T20" fmla="*/ 26 w 50"/>
                  <a:gd name="T21" fmla="*/ 82 h 94"/>
                  <a:gd name="T22" fmla="*/ 30 w 50"/>
                  <a:gd name="T23" fmla="*/ 82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" h="94">
                    <a:moveTo>
                      <a:pt x="30" y="82"/>
                    </a:moveTo>
                    <a:lnTo>
                      <a:pt x="0" y="9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0" y="10"/>
                    </a:lnTo>
                    <a:lnTo>
                      <a:pt x="36" y="6"/>
                    </a:lnTo>
                    <a:lnTo>
                      <a:pt x="36" y="6"/>
                    </a:lnTo>
                    <a:lnTo>
                      <a:pt x="46" y="0"/>
                    </a:lnTo>
                    <a:lnTo>
                      <a:pt x="50" y="0"/>
                    </a:lnTo>
                    <a:lnTo>
                      <a:pt x="50" y="72"/>
                    </a:lnTo>
                    <a:lnTo>
                      <a:pt x="26" y="82"/>
                    </a:lnTo>
                    <a:lnTo>
                      <a:pt x="30" y="82"/>
                    </a:lnTo>
                    <a:close/>
                  </a:path>
                </a:pathLst>
              </a:custGeom>
              <a:solidFill>
                <a:srgbClr val="F1EE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55" name="Freeform 541">
                <a:extLst>
                  <a:ext uri="{FF2B5EF4-FFF2-40B4-BE49-F238E27FC236}">
                    <a16:creationId xmlns:a16="http://schemas.microsoft.com/office/drawing/2014/main" id="{34EF7405-C31E-46C5-B773-596BCDDB4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159" y="4996042"/>
                <a:ext cx="50657" cy="107393"/>
              </a:xfrm>
              <a:custGeom>
                <a:avLst/>
                <a:gdLst>
                  <a:gd name="T0" fmla="*/ 50 w 50"/>
                  <a:gd name="T1" fmla="*/ 100 h 106"/>
                  <a:gd name="T2" fmla="*/ 34 w 50"/>
                  <a:gd name="T3" fmla="*/ 106 h 106"/>
                  <a:gd name="T4" fmla="*/ 0 w 50"/>
                  <a:gd name="T5" fmla="*/ 94 h 106"/>
                  <a:gd name="T6" fmla="*/ 0 w 50"/>
                  <a:gd name="T7" fmla="*/ 42 h 106"/>
                  <a:gd name="T8" fmla="*/ 4 w 50"/>
                  <a:gd name="T9" fmla="*/ 42 h 106"/>
                  <a:gd name="T10" fmla="*/ 4 w 50"/>
                  <a:gd name="T11" fmla="*/ 18 h 106"/>
                  <a:gd name="T12" fmla="*/ 0 w 50"/>
                  <a:gd name="T13" fmla="*/ 18 h 106"/>
                  <a:gd name="T14" fmla="*/ 0 w 50"/>
                  <a:gd name="T15" fmla="*/ 0 h 106"/>
                  <a:gd name="T16" fmla="*/ 0 w 50"/>
                  <a:gd name="T17" fmla="*/ 0 h 106"/>
                  <a:gd name="T18" fmla="*/ 6 w 50"/>
                  <a:gd name="T19" fmla="*/ 6 h 106"/>
                  <a:gd name="T20" fmla="*/ 16 w 50"/>
                  <a:gd name="T21" fmla="*/ 12 h 106"/>
                  <a:gd name="T22" fmla="*/ 16 w 50"/>
                  <a:gd name="T23" fmla="*/ 12 h 106"/>
                  <a:gd name="T24" fmla="*/ 16 w 50"/>
                  <a:gd name="T25" fmla="*/ 12 h 106"/>
                  <a:gd name="T26" fmla="*/ 32 w 50"/>
                  <a:gd name="T27" fmla="*/ 16 h 106"/>
                  <a:gd name="T28" fmla="*/ 50 w 50"/>
                  <a:gd name="T29" fmla="*/ 16 h 106"/>
                  <a:gd name="T30" fmla="*/ 50 w 50"/>
                  <a:gd name="T31" fmla="*/ 10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0" h="106">
                    <a:moveTo>
                      <a:pt x="50" y="100"/>
                    </a:moveTo>
                    <a:lnTo>
                      <a:pt x="34" y="106"/>
                    </a:lnTo>
                    <a:lnTo>
                      <a:pt x="0" y="94"/>
                    </a:lnTo>
                    <a:lnTo>
                      <a:pt x="0" y="42"/>
                    </a:lnTo>
                    <a:lnTo>
                      <a:pt x="4" y="42"/>
                    </a:lnTo>
                    <a:lnTo>
                      <a:pt x="4" y="18"/>
                    </a:lnTo>
                    <a:lnTo>
                      <a:pt x="0" y="1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16" y="12"/>
                    </a:lnTo>
                    <a:lnTo>
                      <a:pt x="16" y="12"/>
                    </a:lnTo>
                    <a:lnTo>
                      <a:pt x="16" y="12"/>
                    </a:lnTo>
                    <a:lnTo>
                      <a:pt x="32" y="16"/>
                    </a:lnTo>
                    <a:lnTo>
                      <a:pt x="50" y="16"/>
                    </a:lnTo>
                    <a:lnTo>
                      <a:pt x="50" y="100"/>
                    </a:lnTo>
                    <a:close/>
                  </a:path>
                </a:pathLst>
              </a:custGeom>
              <a:solidFill>
                <a:srgbClr val="BCB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</p:grpSp>
        <p:grpSp>
          <p:nvGrpSpPr>
            <p:cNvPr id="42" name="Group 62">
              <a:extLst>
                <a:ext uri="{FF2B5EF4-FFF2-40B4-BE49-F238E27FC236}">
                  <a16:creationId xmlns:a16="http://schemas.microsoft.com/office/drawing/2014/main" id="{08D8B7E4-3207-4009-9439-475621CF9416}"/>
                </a:ext>
              </a:extLst>
            </p:cNvPr>
            <p:cNvGrpSpPr/>
            <p:nvPr/>
          </p:nvGrpSpPr>
          <p:grpSpPr>
            <a:xfrm>
              <a:off x="660399" y="2063949"/>
              <a:ext cx="2330196" cy="3009148"/>
              <a:chOff x="498861" y="2031592"/>
              <a:chExt cx="2301858" cy="2972554"/>
            </a:xfrm>
            <a:solidFill>
              <a:schemeClr val="bg2">
                <a:lumMod val="10000"/>
              </a:schemeClr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43" name="Freeform 529">
                <a:extLst>
                  <a:ext uri="{FF2B5EF4-FFF2-40B4-BE49-F238E27FC236}">
                    <a16:creationId xmlns:a16="http://schemas.microsoft.com/office/drawing/2014/main" id="{5D5CAE17-CF08-4A11-8102-72C7D8FB7D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68027" y="2035645"/>
                <a:ext cx="1132692" cy="2863136"/>
              </a:xfrm>
              <a:custGeom>
                <a:avLst/>
                <a:gdLst>
                  <a:gd name="T0" fmla="*/ 64 w 1118"/>
                  <a:gd name="T1" fmla="*/ 2820 h 2826"/>
                  <a:gd name="T2" fmla="*/ 152 w 1118"/>
                  <a:gd name="T3" fmla="*/ 2798 h 2826"/>
                  <a:gd name="T4" fmla="*/ 190 w 1118"/>
                  <a:gd name="T5" fmla="*/ 2780 h 2826"/>
                  <a:gd name="T6" fmla="*/ 238 w 1118"/>
                  <a:gd name="T7" fmla="*/ 2750 h 2826"/>
                  <a:gd name="T8" fmla="*/ 258 w 1118"/>
                  <a:gd name="T9" fmla="*/ 2728 h 2826"/>
                  <a:gd name="T10" fmla="*/ 274 w 1118"/>
                  <a:gd name="T11" fmla="*/ 2690 h 2826"/>
                  <a:gd name="T12" fmla="*/ 770 w 1118"/>
                  <a:gd name="T13" fmla="*/ 1686 h 2826"/>
                  <a:gd name="T14" fmla="*/ 820 w 1118"/>
                  <a:gd name="T15" fmla="*/ 1556 h 2826"/>
                  <a:gd name="T16" fmla="*/ 868 w 1118"/>
                  <a:gd name="T17" fmla="*/ 1350 h 2826"/>
                  <a:gd name="T18" fmla="*/ 884 w 1118"/>
                  <a:gd name="T19" fmla="*/ 1128 h 2826"/>
                  <a:gd name="T20" fmla="*/ 880 w 1118"/>
                  <a:gd name="T21" fmla="*/ 1012 h 2826"/>
                  <a:gd name="T22" fmla="*/ 858 w 1118"/>
                  <a:gd name="T23" fmla="*/ 846 h 2826"/>
                  <a:gd name="T24" fmla="*/ 818 w 1118"/>
                  <a:gd name="T25" fmla="*/ 692 h 2826"/>
                  <a:gd name="T26" fmla="*/ 760 w 1118"/>
                  <a:gd name="T27" fmla="*/ 546 h 2826"/>
                  <a:gd name="T28" fmla="*/ 682 w 1118"/>
                  <a:gd name="T29" fmla="*/ 410 h 2826"/>
                  <a:gd name="T30" fmla="*/ 618 w 1118"/>
                  <a:gd name="T31" fmla="*/ 326 h 2826"/>
                  <a:gd name="T32" fmla="*/ 526 w 1118"/>
                  <a:gd name="T33" fmla="*/ 222 h 2826"/>
                  <a:gd name="T34" fmla="*/ 428 w 1118"/>
                  <a:gd name="T35" fmla="*/ 140 h 2826"/>
                  <a:gd name="T36" fmla="*/ 322 w 1118"/>
                  <a:gd name="T37" fmla="*/ 74 h 2826"/>
                  <a:gd name="T38" fmla="*/ 210 w 1118"/>
                  <a:gd name="T39" fmla="*/ 30 h 2826"/>
                  <a:gd name="T40" fmla="*/ 90 w 1118"/>
                  <a:gd name="T41" fmla="*/ 4 h 2826"/>
                  <a:gd name="T42" fmla="*/ 102 w 1118"/>
                  <a:gd name="T43" fmla="*/ 4 h 2826"/>
                  <a:gd name="T44" fmla="*/ 256 w 1118"/>
                  <a:gd name="T45" fmla="*/ 28 h 2826"/>
                  <a:gd name="T46" fmla="*/ 400 w 1118"/>
                  <a:gd name="T47" fmla="*/ 72 h 2826"/>
                  <a:gd name="T48" fmla="*/ 536 w 1118"/>
                  <a:gd name="T49" fmla="*/ 138 h 2826"/>
                  <a:gd name="T50" fmla="*/ 664 w 1118"/>
                  <a:gd name="T51" fmla="*/ 222 h 2826"/>
                  <a:gd name="T52" fmla="*/ 784 w 1118"/>
                  <a:gd name="T53" fmla="*/ 328 h 2826"/>
                  <a:gd name="T54" fmla="*/ 862 w 1118"/>
                  <a:gd name="T55" fmla="*/ 414 h 2826"/>
                  <a:gd name="T56" fmla="*/ 960 w 1118"/>
                  <a:gd name="T57" fmla="*/ 550 h 2826"/>
                  <a:gd name="T58" fmla="*/ 1034 w 1118"/>
                  <a:gd name="T59" fmla="*/ 696 h 2826"/>
                  <a:gd name="T60" fmla="*/ 1084 w 1118"/>
                  <a:gd name="T61" fmla="*/ 852 h 2826"/>
                  <a:gd name="T62" fmla="*/ 1112 w 1118"/>
                  <a:gd name="T63" fmla="*/ 1016 h 2826"/>
                  <a:gd name="T64" fmla="*/ 1118 w 1118"/>
                  <a:gd name="T65" fmla="*/ 1132 h 2826"/>
                  <a:gd name="T66" fmla="*/ 1098 w 1118"/>
                  <a:gd name="T67" fmla="*/ 1356 h 2826"/>
                  <a:gd name="T68" fmla="*/ 1050 w 1118"/>
                  <a:gd name="T69" fmla="*/ 1528 h 2826"/>
                  <a:gd name="T70" fmla="*/ 1008 w 1118"/>
                  <a:gd name="T71" fmla="*/ 1626 h 2826"/>
                  <a:gd name="T72" fmla="*/ 974 w 1118"/>
                  <a:gd name="T73" fmla="*/ 1690 h 2826"/>
                  <a:gd name="T74" fmla="*/ 350 w 1118"/>
                  <a:gd name="T75" fmla="*/ 2690 h 2826"/>
                  <a:gd name="T76" fmla="*/ 338 w 1118"/>
                  <a:gd name="T77" fmla="*/ 2716 h 2826"/>
                  <a:gd name="T78" fmla="*/ 318 w 1118"/>
                  <a:gd name="T79" fmla="*/ 2740 h 2826"/>
                  <a:gd name="T80" fmla="*/ 266 w 1118"/>
                  <a:gd name="T81" fmla="*/ 2772 h 2826"/>
                  <a:gd name="T82" fmla="*/ 218 w 1118"/>
                  <a:gd name="T83" fmla="*/ 2792 h 2826"/>
                  <a:gd name="T84" fmla="*/ 138 w 1118"/>
                  <a:gd name="T85" fmla="*/ 2812 h 2826"/>
                  <a:gd name="T86" fmla="*/ 48 w 1118"/>
                  <a:gd name="T87" fmla="*/ 2824 h 2826"/>
                  <a:gd name="T88" fmla="*/ 0 w 1118"/>
                  <a:gd name="T89" fmla="*/ 2826 h 2826"/>
                  <a:gd name="T90" fmla="*/ 24 w 1118"/>
                  <a:gd name="T91" fmla="*/ 2 h 2826"/>
                  <a:gd name="T92" fmla="*/ 90 w 1118"/>
                  <a:gd name="T93" fmla="*/ 26 h 2826"/>
                  <a:gd name="T94" fmla="*/ 152 w 1118"/>
                  <a:gd name="T95" fmla="*/ 68 h 2826"/>
                  <a:gd name="T96" fmla="*/ 210 w 1118"/>
                  <a:gd name="T97" fmla="*/ 134 h 2826"/>
                  <a:gd name="T98" fmla="*/ 266 w 1118"/>
                  <a:gd name="T99" fmla="*/ 220 h 2826"/>
                  <a:gd name="T100" fmla="*/ 316 w 1118"/>
                  <a:gd name="T101" fmla="*/ 326 h 2826"/>
                  <a:gd name="T102" fmla="*/ 350 w 1118"/>
                  <a:gd name="T103" fmla="*/ 412 h 2826"/>
                  <a:gd name="T104" fmla="*/ 390 w 1118"/>
                  <a:gd name="T105" fmla="*/ 548 h 2826"/>
                  <a:gd name="T106" fmla="*/ 422 w 1118"/>
                  <a:gd name="T107" fmla="*/ 694 h 2826"/>
                  <a:gd name="T108" fmla="*/ 448 w 1118"/>
                  <a:gd name="T109" fmla="*/ 904 h 2826"/>
                  <a:gd name="T110" fmla="*/ 456 w 1118"/>
                  <a:gd name="T111" fmla="*/ 1130 h 2826"/>
                  <a:gd name="T112" fmla="*/ 448 w 1118"/>
                  <a:gd name="T113" fmla="*/ 1354 h 2826"/>
                  <a:gd name="T114" fmla="*/ 422 w 1118"/>
                  <a:gd name="T115" fmla="*/ 1560 h 2826"/>
                  <a:gd name="T116" fmla="*/ 396 w 1118"/>
                  <a:gd name="T117" fmla="*/ 1688 h 2826"/>
                  <a:gd name="T118" fmla="*/ 136 w 1118"/>
                  <a:gd name="T119" fmla="*/ 2690 h 2826"/>
                  <a:gd name="T120" fmla="*/ 122 w 1118"/>
                  <a:gd name="T121" fmla="*/ 2740 h 2826"/>
                  <a:gd name="T122" fmla="*/ 90 w 1118"/>
                  <a:gd name="T123" fmla="*/ 2782 h 2826"/>
                  <a:gd name="T124" fmla="*/ 26 w 1118"/>
                  <a:gd name="T125" fmla="*/ 2820 h 28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118" h="2826">
                    <a:moveTo>
                      <a:pt x="14" y="2826"/>
                    </a:moveTo>
                    <a:lnTo>
                      <a:pt x="14" y="2826"/>
                    </a:lnTo>
                    <a:lnTo>
                      <a:pt x="64" y="2820"/>
                    </a:lnTo>
                    <a:lnTo>
                      <a:pt x="110" y="2812"/>
                    </a:lnTo>
                    <a:lnTo>
                      <a:pt x="132" y="2806"/>
                    </a:lnTo>
                    <a:lnTo>
                      <a:pt x="152" y="2798"/>
                    </a:lnTo>
                    <a:lnTo>
                      <a:pt x="172" y="2790"/>
                    </a:lnTo>
                    <a:lnTo>
                      <a:pt x="190" y="2780"/>
                    </a:lnTo>
                    <a:lnTo>
                      <a:pt x="190" y="2780"/>
                    </a:lnTo>
                    <a:lnTo>
                      <a:pt x="208" y="2770"/>
                    </a:lnTo>
                    <a:lnTo>
                      <a:pt x="224" y="2760"/>
                    </a:lnTo>
                    <a:lnTo>
                      <a:pt x="238" y="2750"/>
                    </a:lnTo>
                    <a:lnTo>
                      <a:pt x="250" y="2740"/>
                    </a:lnTo>
                    <a:lnTo>
                      <a:pt x="250" y="2740"/>
                    </a:lnTo>
                    <a:lnTo>
                      <a:pt x="258" y="2728"/>
                    </a:lnTo>
                    <a:lnTo>
                      <a:pt x="266" y="2716"/>
                    </a:lnTo>
                    <a:lnTo>
                      <a:pt x="272" y="2704"/>
                    </a:lnTo>
                    <a:lnTo>
                      <a:pt x="274" y="2690"/>
                    </a:lnTo>
                    <a:lnTo>
                      <a:pt x="738" y="1752"/>
                    </a:lnTo>
                    <a:lnTo>
                      <a:pt x="738" y="1752"/>
                    </a:lnTo>
                    <a:lnTo>
                      <a:pt x="770" y="1686"/>
                    </a:lnTo>
                    <a:lnTo>
                      <a:pt x="770" y="1686"/>
                    </a:lnTo>
                    <a:lnTo>
                      <a:pt x="796" y="1622"/>
                    </a:lnTo>
                    <a:lnTo>
                      <a:pt x="820" y="1556"/>
                    </a:lnTo>
                    <a:lnTo>
                      <a:pt x="840" y="1490"/>
                    </a:lnTo>
                    <a:lnTo>
                      <a:pt x="856" y="1420"/>
                    </a:lnTo>
                    <a:lnTo>
                      <a:pt x="868" y="1350"/>
                    </a:lnTo>
                    <a:lnTo>
                      <a:pt x="878" y="1278"/>
                    </a:lnTo>
                    <a:lnTo>
                      <a:pt x="884" y="1204"/>
                    </a:lnTo>
                    <a:lnTo>
                      <a:pt x="884" y="1128"/>
                    </a:lnTo>
                    <a:lnTo>
                      <a:pt x="884" y="1128"/>
                    </a:lnTo>
                    <a:lnTo>
                      <a:pt x="884" y="1068"/>
                    </a:lnTo>
                    <a:lnTo>
                      <a:pt x="880" y="1012"/>
                    </a:lnTo>
                    <a:lnTo>
                      <a:pt x="876" y="956"/>
                    </a:lnTo>
                    <a:lnTo>
                      <a:pt x="868" y="900"/>
                    </a:lnTo>
                    <a:lnTo>
                      <a:pt x="858" y="846"/>
                    </a:lnTo>
                    <a:lnTo>
                      <a:pt x="848" y="794"/>
                    </a:lnTo>
                    <a:lnTo>
                      <a:pt x="834" y="742"/>
                    </a:lnTo>
                    <a:lnTo>
                      <a:pt x="818" y="692"/>
                    </a:lnTo>
                    <a:lnTo>
                      <a:pt x="800" y="642"/>
                    </a:lnTo>
                    <a:lnTo>
                      <a:pt x="782" y="594"/>
                    </a:lnTo>
                    <a:lnTo>
                      <a:pt x="760" y="546"/>
                    </a:lnTo>
                    <a:lnTo>
                      <a:pt x="736" y="500"/>
                    </a:lnTo>
                    <a:lnTo>
                      <a:pt x="710" y="454"/>
                    </a:lnTo>
                    <a:lnTo>
                      <a:pt x="682" y="410"/>
                    </a:lnTo>
                    <a:lnTo>
                      <a:pt x="652" y="368"/>
                    </a:lnTo>
                    <a:lnTo>
                      <a:pt x="618" y="326"/>
                    </a:lnTo>
                    <a:lnTo>
                      <a:pt x="618" y="326"/>
                    </a:lnTo>
                    <a:lnTo>
                      <a:pt x="588" y="290"/>
                    </a:lnTo>
                    <a:lnTo>
                      <a:pt x="558" y="254"/>
                    </a:lnTo>
                    <a:lnTo>
                      <a:pt x="526" y="222"/>
                    </a:lnTo>
                    <a:lnTo>
                      <a:pt x="494" y="192"/>
                    </a:lnTo>
                    <a:lnTo>
                      <a:pt x="460" y="164"/>
                    </a:lnTo>
                    <a:lnTo>
                      <a:pt x="428" y="140"/>
                    </a:lnTo>
                    <a:lnTo>
                      <a:pt x="392" y="116"/>
                    </a:lnTo>
                    <a:lnTo>
                      <a:pt x="358" y="94"/>
                    </a:lnTo>
                    <a:lnTo>
                      <a:pt x="322" y="74"/>
                    </a:lnTo>
                    <a:lnTo>
                      <a:pt x="284" y="58"/>
                    </a:lnTo>
                    <a:lnTo>
                      <a:pt x="248" y="42"/>
                    </a:lnTo>
                    <a:lnTo>
                      <a:pt x="210" y="30"/>
                    </a:lnTo>
                    <a:lnTo>
                      <a:pt x="170" y="18"/>
                    </a:lnTo>
                    <a:lnTo>
                      <a:pt x="130" y="10"/>
                    </a:lnTo>
                    <a:lnTo>
                      <a:pt x="90" y="4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102" y="4"/>
                    </a:lnTo>
                    <a:lnTo>
                      <a:pt x="154" y="10"/>
                    </a:lnTo>
                    <a:lnTo>
                      <a:pt x="206" y="18"/>
                    </a:lnTo>
                    <a:lnTo>
                      <a:pt x="256" y="28"/>
                    </a:lnTo>
                    <a:lnTo>
                      <a:pt x="304" y="40"/>
                    </a:lnTo>
                    <a:lnTo>
                      <a:pt x="352" y="56"/>
                    </a:lnTo>
                    <a:lnTo>
                      <a:pt x="400" y="72"/>
                    </a:lnTo>
                    <a:lnTo>
                      <a:pt x="446" y="92"/>
                    </a:lnTo>
                    <a:lnTo>
                      <a:pt x="492" y="114"/>
                    </a:lnTo>
                    <a:lnTo>
                      <a:pt x="536" y="138"/>
                    </a:lnTo>
                    <a:lnTo>
                      <a:pt x="580" y="164"/>
                    </a:lnTo>
                    <a:lnTo>
                      <a:pt x="622" y="192"/>
                    </a:lnTo>
                    <a:lnTo>
                      <a:pt x="664" y="222"/>
                    </a:lnTo>
                    <a:lnTo>
                      <a:pt x="706" y="256"/>
                    </a:lnTo>
                    <a:lnTo>
                      <a:pt x="744" y="290"/>
                    </a:lnTo>
                    <a:lnTo>
                      <a:pt x="784" y="328"/>
                    </a:lnTo>
                    <a:lnTo>
                      <a:pt x="784" y="328"/>
                    </a:lnTo>
                    <a:lnTo>
                      <a:pt x="824" y="370"/>
                    </a:lnTo>
                    <a:lnTo>
                      <a:pt x="862" y="414"/>
                    </a:lnTo>
                    <a:lnTo>
                      <a:pt x="898" y="458"/>
                    </a:lnTo>
                    <a:lnTo>
                      <a:pt x="930" y="504"/>
                    </a:lnTo>
                    <a:lnTo>
                      <a:pt x="960" y="550"/>
                    </a:lnTo>
                    <a:lnTo>
                      <a:pt x="986" y="598"/>
                    </a:lnTo>
                    <a:lnTo>
                      <a:pt x="1012" y="646"/>
                    </a:lnTo>
                    <a:lnTo>
                      <a:pt x="1034" y="696"/>
                    </a:lnTo>
                    <a:lnTo>
                      <a:pt x="1054" y="746"/>
                    </a:lnTo>
                    <a:lnTo>
                      <a:pt x="1070" y="798"/>
                    </a:lnTo>
                    <a:lnTo>
                      <a:pt x="1084" y="852"/>
                    </a:lnTo>
                    <a:lnTo>
                      <a:pt x="1096" y="906"/>
                    </a:lnTo>
                    <a:lnTo>
                      <a:pt x="1106" y="960"/>
                    </a:lnTo>
                    <a:lnTo>
                      <a:pt x="1112" y="1016"/>
                    </a:lnTo>
                    <a:lnTo>
                      <a:pt x="1116" y="1074"/>
                    </a:lnTo>
                    <a:lnTo>
                      <a:pt x="1118" y="1132"/>
                    </a:lnTo>
                    <a:lnTo>
                      <a:pt x="1118" y="1132"/>
                    </a:lnTo>
                    <a:lnTo>
                      <a:pt x="1114" y="1208"/>
                    </a:lnTo>
                    <a:lnTo>
                      <a:pt x="1108" y="1282"/>
                    </a:lnTo>
                    <a:lnTo>
                      <a:pt x="1098" y="1356"/>
                    </a:lnTo>
                    <a:lnTo>
                      <a:pt x="1082" y="1426"/>
                    </a:lnTo>
                    <a:lnTo>
                      <a:pt x="1062" y="1494"/>
                    </a:lnTo>
                    <a:lnTo>
                      <a:pt x="1050" y="1528"/>
                    </a:lnTo>
                    <a:lnTo>
                      <a:pt x="1038" y="1562"/>
                    </a:lnTo>
                    <a:lnTo>
                      <a:pt x="1024" y="1594"/>
                    </a:lnTo>
                    <a:lnTo>
                      <a:pt x="1008" y="1626"/>
                    </a:lnTo>
                    <a:lnTo>
                      <a:pt x="992" y="1658"/>
                    </a:lnTo>
                    <a:lnTo>
                      <a:pt x="974" y="1690"/>
                    </a:lnTo>
                    <a:lnTo>
                      <a:pt x="974" y="1690"/>
                    </a:lnTo>
                    <a:lnTo>
                      <a:pt x="954" y="1724"/>
                    </a:lnTo>
                    <a:lnTo>
                      <a:pt x="932" y="1756"/>
                    </a:lnTo>
                    <a:lnTo>
                      <a:pt x="350" y="2690"/>
                    </a:lnTo>
                    <a:lnTo>
                      <a:pt x="350" y="2690"/>
                    </a:lnTo>
                    <a:lnTo>
                      <a:pt x="346" y="2704"/>
                    </a:lnTo>
                    <a:lnTo>
                      <a:pt x="338" y="2716"/>
                    </a:lnTo>
                    <a:lnTo>
                      <a:pt x="330" y="2728"/>
                    </a:lnTo>
                    <a:lnTo>
                      <a:pt x="318" y="2740"/>
                    </a:lnTo>
                    <a:lnTo>
                      <a:pt x="318" y="2740"/>
                    </a:lnTo>
                    <a:lnTo>
                      <a:pt x="304" y="2752"/>
                    </a:lnTo>
                    <a:lnTo>
                      <a:pt x="286" y="2762"/>
                    </a:lnTo>
                    <a:lnTo>
                      <a:pt x="266" y="2772"/>
                    </a:lnTo>
                    <a:lnTo>
                      <a:pt x="244" y="2782"/>
                    </a:lnTo>
                    <a:lnTo>
                      <a:pt x="244" y="2782"/>
                    </a:lnTo>
                    <a:lnTo>
                      <a:pt x="218" y="2792"/>
                    </a:lnTo>
                    <a:lnTo>
                      <a:pt x="194" y="2800"/>
                    </a:lnTo>
                    <a:lnTo>
                      <a:pt x="166" y="2806"/>
                    </a:lnTo>
                    <a:lnTo>
                      <a:pt x="138" y="2812"/>
                    </a:lnTo>
                    <a:lnTo>
                      <a:pt x="110" y="2818"/>
                    </a:lnTo>
                    <a:lnTo>
                      <a:pt x="78" y="2822"/>
                    </a:lnTo>
                    <a:lnTo>
                      <a:pt x="48" y="2824"/>
                    </a:lnTo>
                    <a:lnTo>
                      <a:pt x="14" y="2826"/>
                    </a:lnTo>
                    <a:lnTo>
                      <a:pt x="14" y="2826"/>
                    </a:lnTo>
                    <a:close/>
                    <a:moveTo>
                      <a:pt x="0" y="2826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4" y="2"/>
                    </a:lnTo>
                    <a:lnTo>
                      <a:pt x="46" y="8"/>
                    </a:lnTo>
                    <a:lnTo>
                      <a:pt x="68" y="16"/>
                    </a:lnTo>
                    <a:lnTo>
                      <a:pt x="90" y="26"/>
                    </a:lnTo>
                    <a:lnTo>
                      <a:pt x="112" y="38"/>
                    </a:lnTo>
                    <a:lnTo>
                      <a:pt x="132" y="52"/>
                    </a:lnTo>
                    <a:lnTo>
                      <a:pt x="152" y="68"/>
                    </a:lnTo>
                    <a:lnTo>
                      <a:pt x="172" y="88"/>
                    </a:lnTo>
                    <a:lnTo>
                      <a:pt x="192" y="110"/>
                    </a:lnTo>
                    <a:lnTo>
                      <a:pt x="210" y="134"/>
                    </a:lnTo>
                    <a:lnTo>
                      <a:pt x="230" y="160"/>
                    </a:lnTo>
                    <a:lnTo>
                      <a:pt x="248" y="188"/>
                    </a:lnTo>
                    <a:lnTo>
                      <a:pt x="266" y="220"/>
                    </a:lnTo>
                    <a:lnTo>
                      <a:pt x="284" y="252"/>
                    </a:lnTo>
                    <a:lnTo>
                      <a:pt x="300" y="288"/>
                    </a:lnTo>
                    <a:lnTo>
                      <a:pt x="316" y="326"/>
                    </a:lnTo>
                    <a:lnTo>
                      <a:pt x="316" y="326"/>
                    </a:lnTo>
                    <a:lnTo>
                      <a:pt x="334" y="368"/>
                    </a:lnTo>
                    <a:lnTo>
                      <a:pt x="350" y="412"/>
                    </a:lnTo>
                    <a:lnTo>
                      <a:pt x="364" y="456"/>
                    </a:lnTo>
                    <a:lnTo>
                      <a:pt x="378" y="502"/>
                    </a:lnTo>
                    <a:lnTo>
                      <a:pt x="390" y="548"/>
                    </a:lnTo>
                    <a:lnTo>
                      <a:pt x="402" y="596"/>
                    </a:lnTo>
                    <a:lnTo>
                      <a:pt x="412" y="644"/>
                    </a:lnTo>
                    <a:lnTo>
                      <a:pt x="422" y="694"/>
                    </a:lnTo>
                    <a:lnTo>
                      <a:pt x="430" y="744"/>
                    </a:lnTo>
                    <a:lnTo>
                      <a:pt x="436" y="796"/>
                    </a:lnTo>
                    <a:lnTo>
                      <a:pt x="448" y="904"/>
                    </a:lnTo>
                    <a:lnTo>
                      <a:pt x="454" y="1016"/>
                    </a:lnTo>
                    <a:lnTo>
                      <a:pt x="456" y="1130"/>
                    </a:lnTo>
                    <a:lnTo>
                      <a:pt x="456" y="1130"/>
                    </a:lnTo>
                    <a:lnTo>
                      <a:pt x="456" y="1206"/>
                    </a:lnTo>
                    <a:lnTo>
                      <a:pt x="452" y="1280"/>
                    </a:lnTo>
                    <a:lnTo>
                      <a:pt x="448" y="1354"/>
                    </a:lnTo>
                    <a:lnTo>
                      <a:pt x="442" y="1424"/>
                    </a:lnTo>
                    <a:lnTo>
                      <a:pt x="434" y="1492"/>
                    </a:lnTo>
                    <a:lnTo>
                      <a:pt x="422" y="1560"/>
                    </a:lnTo>
                    <a:lnTo>
                      <a:pt x="410" y="1624"/>
                    </a:lnTo>
                    <a:lnTo>
                      <a:pt x="396" y="1688"/>
                    </a:lnTo>
                    <a:lnTo>
                      <a:pt x="396" y="1688"/>
                    </a:lnTo>
                    <a:lnTo>
                      <a:pt x="380" y="1756"/>
                    </a:lnTo>
                    <a:lnTo>
                      <a:pt x="136" y="2690"/>
                    </a:lnTo>
                    <a:lnTo>
                      <a:pt x="136" y="2690"/>
                    </a:lnTo>
                    <a:lnTo>
                      <a:pt x="130" y="2716"/>
                    </a:lnTo>
                    <a:lnTo>
                      <a:pt x="122" y="2740"/>
                    </a:lnTo>
                    <a:lnTo>
                      <a:pt x="122" y="2740"/>
                    </a:lnTo>
                    <a:lnTo>
                      <a:pt x="108" y="2762"/>
                    </a:lnTo>
                    <a:lnTo>
                      <a:pt x="90" y="2782"/>
                    </a:lnTo>
                    <a:lnTo>
                      <a:pt x="90" y="2782"/>
                    </a:lnTo>
                    <a:lnTo>
                      <a:pt x="70" y="2798"/>
                    </a:lnTo>
                    <a:lnTo>
                      <a:pt x="48" y="2812"/>
                    </a:lnTo>
                    <a:lnTo>
                      <a:pt x="26" y="2820"/>
                    </a:lnTo>
                    <a:lnTo>
                      <a:pt x="0" y="2826"/>
                    </a:lnTo>
                    <a:lnTo>
                      <a:pt x="0" y="2826"/>
                    </a:lnTo>
                    <a:close/>
                  </a:path>
                </a:pathLst>
              </a:custGeom>
              <a:solidFill>
                <a:srgbClr val="ECC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0" rtl="0"/>
                <a:endParaRPr lang="en-US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44" name="Freeform 530">
                <a:extLst>
                  <a:ext uri="{FF2B5EF4-FFF2-40B4-BE49-F238E27FC236}">
                    <a16:creationId xmlns:a16="http://schemas.microsoft.com/office/drawing/2014/main" id="{AE4229AD-2C90-4C4A-9ACF-6900E9EC9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8027" y="2031592"/>
                <a:ext cx="895617" cy="2867188"/>
              </a:xfrm>
              <a:custGeom>
                <a:avLst/>
                <a:gdLst>
                  <a:gd name="T0" fmla="*/ 0 w 884"/>
                  <a:gd name="T1" fmla="*/ 2830 h 2830"/>
                  <a:gd name="T2" fmla="*/ 48 w 884"/>
                  <a:gd name="T3" fmla="*/ 2816 h 2830"/>
                  <a:gd name="T4" fmla="*/ 90 w 884"/>
                  <a:gd name="T5" fmla="*/ 2786 h 2830"/>
                  <a:gd name="T6" fmla="*/ 108 w 884"/>
                  <a:gd name="T7" fmla="*/ 2766 h 2830"/>
                  <a:gd name="T8" fmla="*/ 122 w 884"/>
                  <a:gd name="T9" fmla="*/ 2744 h 2830"/>
                  <a:gd name="T10" fmla="*/ 136 w 884"/>
                  <a:gd name="T11" fmla="*/ 2694 h 2830"/>
                  <a:gd name="T12" fmla="*/ 380 w 884"/>
                  <a:gd name="T13" fmla="*/ 1760 h 2830"/>
                  <a:gd name="T14" fmla="*/ 396 w 884"/>
                  <a:gd name="T15" fmla="*/ 1692 h 2830"/>
                  <a:gd name="T16" fmla="*/ 422 w 884"/>
                  <a:gd name="T17" fmla="*/ 1564 h 2830"/>
                  <a:gd name="T18" fmla="*/ 442 w 884"/>
                  <a:gd name="T19" fmla="*/ 1428 h 2830"/>
                  <a:gd name="T20" fmla="*/ 452 w 884"/>
                  <a:gd name="T21" fmla="*/ 1284 h 2830"/>
                  <a:gd name="T22" fmla="*/ 456 w 884"/>
                  <a:gd name="T23" fmla="*/ 1134 h 2830"/>
                  <a:gd name="T24" fmla="*/ 454 w 884"/>
                  <a:gd name="T25" fmla="*/ 1020 h 2830"/>
                  <a:gd name="T26" fmla="*/ 436 w 884"/>
                  <a:gd name="T27" fmla="*/ 800 h 2830"/>
                  <a:gd name="T28" fmla="*/ 422 w 884"/>
                  <a:gd name="T29" fmla="*/ 698 h 2830"/>
                  <a:gd name="T30" fmla="*/ 402 w 884"/>
                  <a:gd name="T31" fmla="*/ 600 h 2830"/>
                  <a:gd name="T32" fmla="*/ 378 w 884"/>
                  <a:gd name="T33" fmla="*/ 506 h 2830"/>
                  <a:gd name="T34" fmla="*/ 350 w 884"/>
                  <a:gd name="T35" fmla="*/ 416 h 2830"/>
                  <a:gd name="T36" fmla="*/ 316 w 884"/>
                  <a:gd name="T37" fmla="*/ 330 h 2830"/>
                  <a:gd name="T38" fmla="*/ 300 w 884"/>
                  <a:gd name="T39" fmla="*/ 292 h 2830"/>
                  <a:gd name="T40" fmla="*/ 266 w 884"/>
                  <a:gd name="T41" fmla="*/ 224 h 2830"/>
                  <a:gd name="T42" fmla="*/ 230 w 884"/>
                  <a:gd name="T43" fmla="*/ 164 h 2830"/>
                  <a:gd name="T44" fmla="*/ 192 w 884"/>
                  <a:gd name="T45" fmla="*/ 114 h 2830"/>
                  <a:gd name="T46" fmla="*/ 152 w 884"/>
                  <a:gd name="T47" fmla="*/ 72 h 2830"/>
                  <a:gd name="T48" fmla="*/ 112 w 884"/>
                  <a:gd name="T49" fmla="*/ 42 h 2830"/>
                  <a:gd name="T50" fmla="*/ 68 w 884"/>
                  <a:gd name="T51" fmla="*/ 20 h 2830"/>
                  <a:gd name="T52" fmla="*/ 24 w 884"/>
                  <a:gd name="T53" fmla="*/ 6 h 2830"/>
                  <a:gd name="T54" fmla="*/ 0 w 884"/>
                  <a:gd name="T55" fmla="*/ 0 h 2830"/>
                  <a:gd name="T56" fmla="*/ 6 w 884"/>
                  <a:gd name="T57" fmla="*/ 0 h 2830"/>
                  <a:gd name="T58" fmla="*/ 28 w 884"/>
                  <a:gd name="T59" fmla="*/ 2 h 2830"/>
                  <a:gd name="T60" fmla="*/ 50 w 884"/>
                  <a:gd name="T61" fmla="*/ 4 h 2830"/>
                  <a:gd name="T62" fmla="*/ 130 w 884"/>
                  <a:gd name="T63" fmla="*/ 14 h 2830"/>
                  <a:gd name="T64" fmla="*/ 210 w 884"/>
                  <a:gd name="T65" fmla="*/ 34 h 2830"/>
                  <a:gd name="T66" fmla="*/ 284 w 884"/>
                  <a:gd name="T67" fmla="*/ 62 h 2830"/>
                  <a:gd name="T68" fmla="*/ 358 w 884"/>
                  <a:gd name="T69" fmla="*/ 98 h 2830"/>
                  <a:gd name="T70" fmla="*/ 428 w 884"/>
                  <a:gd name="T71" fmla="*/ 144 h 2830"/>
                  <a:gd name="T72" fmla="*/ 494 w 884"/>
                  <a:gd name="T73" fmla="*/ 196 h 2830"/>
                  <a:gd name="T74" fmla="*/ 558 w 884"/>
                  <a:gd name="T75" fmla="*/ 258 h 2830"/>
                  <a:gd name="T76" fmla="*/ 618 w 884"/>
                  <a:gd name="T77" fmla="*/ 330 h 2830"/>
                  <a:gd name="T78" fmla="*/ 652 w 884"/>
                  <a:gd name="T79" fmla="*/ 372 h 2830"/>
                  <a:gd name="T80" fmla="*/ 710 w 884"/>
                  <a:gd name="T81" fmla="*/ 458 h 2830"/>
                  <a:gd name="T82" fmla="*/ 760 w 884"/>
                  <a:gd name="T83" fmla="*/ 550 h 2830"/>
                  <a:gd name="T84" fmla="*/ 800 w 884"/>
                  <a:gd name="T85" fmla="*/ 646 h 2830"/>
                  <a:gd name="T86" fmla="*/ 834 w 884"/>
                  <a:gd name="T87" fmla="*/ 746 h 2830"/>
                  <a:gd name="T88" fmla="*/ 858 w 884"/>
                  <a:gd name="T89" fmla="*/ 850 h 2830"/>
                  <a:gd name="T90" fmla="*/ 876 w 884"/>
                  <a:gd name="T91" fmla="*/ 960 h 2830"/>
                  <a:gd name="T92" fmla="*/ 884 w 884"/>
                  <a:gd name="T93" fmla="*/ 1072 h 2830"/>
                  <a:gd name="T94" fmla="*/ 884 w 884"/>
                  <a:gd name="T95" fmla="*/ 1132 h 2830"/>
                  <a:gd name="T96" fmla="*/ 878 w 884"/>
                  <a:gd name="T97" fmla="*/ 1282 h 2830"/>
                  <a:gd name="T98" fmla="*/ 856 w 884"/>
                  <a:gd name="T99" fmla="*/ 1424 h 2830"/>
                  <a:gd name="T100" fmla="*/ 820 w 884"/>
                  <a:gd name="T101" fmla="*/ 1560 h 2830"/>
                  <a:gd name="T102" fmla="*/ 770 w 884"/>
                  <a:gd name="T103" fmla="*/ 1690 h 2830"/>
                  <a:gd name="T104" fmla="*/ 738 w 884"/>
                  <a:gd name="T105" fmla="*/ 1756 h 2830"/>
                  <a:gd name="T106" fmla="*/ 274 w 884"/>
                  <a:gd name="T107" fmla="*/ 2694 h 2830"/>
                  <a:gd name="T108" fmla="*/ 266 w 884"/>
                  <a:gd name="T109" fmla="*/ 2720 h 2830"/>
                  <a:gd name="T110" fmla="*/ 250 w 884"/>
                  <a:gd name="T111" fmla="*/ 2744 h 2830"/>
                  <a:gd name="T112" fmla="*/ 238 w 884"/>
                  <a:gd name="T113" fmla="*/ 2754 h 2830"/>
                  <a:gd name="T114" fmla="*/ 208 w 884"/>
                  <a:gd name="T115" fmla="*/ 2774 h 2830"/>
                  <a:gd name="T116" fmla="*/ 190 w 884"/>
                  <a:gd name="T117" fmla="*/ 2784 h 2830"/>
                  <a:gd name="T118" fmla="*/ 152 w 884"/>
                  <a:gd name="T119" fmla="*/ 2802 h 2830"/>
                  <a:gd name="T120" fmla="*/ 110 w 884"/>
                  <a:gd name="T121" fmla="*/ 2816 h 2830"/>
                  <a:gd name="T122" fmla="*/ 14 w 884"/>
                  <a:gd name="T123" fmla="*/ 2830 h 2830"/>
                  <a:gd name="T124" fmla="*/ 0 w 884"/>
                  <a:gd name="T125" fmla="*/ 2830 h 28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884" h="2830">
                    <a:moveTo>
                      <a:pt x="0" y="2830"/>
                    </a:moveTo>
                    <a:lnTo>
                      <a:pt x="0" y="2830"/>
                    </a:lnTo>
                    <a:lnTo>
                      <a:pt x="26" y="2824"/>
                    </a:lnTo>
                    <a:lnTo>
                      <a:pt x="48" y="2816"/>
                    </a:lnTo>
                    <a:lnTo>
                      <a:pt x="70" y="2802"/>
                    </a:lnTo>
                    <a:lnTo>
                      <a:pt x="90" y="2786"/>
                    </a:lnTo>
                    <a:lnTo>
                      <a:pt x="90" y="2786"/>
                    </a:lnTo>
                    <a:lnTo>
                      <a:pt x="108" y="2766"/>
                    </a:lnTo>
                    <a:lnTo>
                      <a:pt x="122" y="2744"/>
                    </a:lnTo>
                    <a:lnTo>
                      <a:pt x="122" y="2744"/>
                    </a:lnTo>
                    <a:lnTo>
                      <a:pt x="130" y="2720"/>
                    </a:lnTo>
                    <a:lnTo>
                      <a:pt x="136" y="2694"/>
                    </a:lnTo>
                    <a:lnTo>
                      <a:pt x="380" y="1760"/>
                    </a:lnTo>
                    <a:lnTo>
                      <a:pt x="380" y="1760"/>
                    </a:lnTo>
                    <a:lnTo>
                      <a:pt x="396" y="1692"/>
                    </a:lnTo>
                    <a:lnTo>
                      <a:pt x="396" y="1692"/>
                    </a:lnTo>
                    <a:lnTo>
                      <a:pt x="410" y="1628"/>
                    </a:lnTo>
                    <a:lnTo>
                      <a:pt x="422" y="1564"/>
                    </a:lnTo>
                    <a:lnTo>
                      <a:pt x="434" y="1496"/>
                    </a:lnTo>
                    <a:lnTo>
                      <a:pt x="442" y="1428"/>
                    </a:lnTo>
                    <a:lnTo>
                      <a:pt x="448" y="1358"/>
                    </a:lnTo>
                    <a:lnTo>
                      <a:pt x="452" y="1284"/>
                    </a:lnTo>
                    <a:lnTo>
                      <a:pt x="456" y="1210"/>
                    </a:lnTo>
                    <a:lnTo>
                      <a:pt x="456" y="1134"/>
                    </a:lnTo>
                    <a:lnTo>
                      <a:pt x="456" y="1134"/>
                    </a:lnTo>
                    <a:lnTo>
                      <a:pt x="454" y="1020"/>
                    </a:lnTo>
                    <a:lnTo>
                      <a:pt x="448" y="908"/>
                    </a:lnTo>
                    <a:lnTo>
                      <a:pt x="436" y="800"/>
                    </a:lnTo>
                    <a:lnTo>
                      <a:pt x="430" y="748"/>
                    </a:lnTo>
                    <a:lnTo>
                      <a:pt x="422" y="698"/>
                    </a:lnTo>
                    <a:lnTo>
                      <a:pt x="412" y="648"/>
                    </a:lnTo>
                    <a:lnTo>
                      <a:pt x="402" y="600"/>
                    </a:lnTo>
                    <a:lnTo>
                      <a:pt x="390" y="552"/>
                    </a:lnTo>
                    <a:lnTo>
                      <a:pt x="378" y="506"/>
                    </a:lnTo>
                    <a:lnTo>
                      <a:pt x="364" y="460"/>
                    </a:lnTo>
                    <a:lnTo>
                      <a:pt x="350" y="416"/>
                    </a:lnTo>
                    <a:lnTo>
                      <a:pt x="334" y="372"/>
                    </a:lnTo>
                    <a:lnTo>
                      <a:pt x="316" y="330"/>
                    </a:lnTo>
                    <a:lnTo>
                      <a:pt x="316" y="330"/>
                    </a:lnTo>
                    <a:lnTo>
                      <a:pt x="300" y="292"/>
                    </a:lnTo>
                    <a:lnTo>
                      <a:pt x="284" y="256"/>
                    </a:lnTo>
                    <a:lnTo>
                      <a:pt x="266" y="224"/>
                    </a:lnTo>
                    <a:lnTo>
                      <a:pt x="248" y="192"/>
                    </a:lnTo>
                    <a:lnTo>
                      <a:pt x="230" y="164"/>
                    </a:lnTo>
                    <a:lnTo>
                      <a:pt x="210" y="138"/>
                    </a:lnTo>
                    <a:lnTo>
                      <a:pt x="192" y="114"/>
                    </a:lnTo>
                    <a:lnTo>
                      <a:pt x="172" y="92"/>
                    </a:lnTo>
                    <a:lnTo>
                      <a:pt x="152" y="72"/>
                    </a:lnTo>
                    <a:lnTo>
                      <a:pt x="132" y="56"/>
                    </a:lnTo>
                    <a:lnTo>
                      <a:pt x="112" y="42"/>
                    </a:lnTo>
                    <a:lnTo>
                      <a:pt x="90" y="30"/>
                    </a:lnTo>
                    <a:lnTo>
                      <a:pt x="68" y="20"/>
                    </a:lnTo>
                    <a:lnTo>
                      <a:pt x="46" y="12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28" y="2"/>
                    </a:lnTo>
                    <a:lnTo>
                      <a:pt x="50" y="4"/>
                    </a:lnTo>
                    <a:lnTo>
                      <a:pt x="50" y="4"/>
                    </a:lnTo>
                    <a:lnTo>
                      <a:pt x="90" y="8"/>
                    </a:lnTo>
                    <a:lnTo>
                      <a:pt x="130" y="14"/>
                    </a:lnTo>
                    <a:lnTo>
                      <a:pt x="170" y="22"/>
                    </a:lnTo>
                    <a:lnTo>
                      <a:pt x="210" y="34"/>
                    </a:lnTo>
                    <a:lnTo>
                      <a:pt x="248" y="46"/>
                    </a:lnTo>
                    <a:lnTo>
                      <a:pt x="284" y="62"/>
                    </a:lnTo>
                    <a:lnTo>
                      <a:pt x="322" y="78"/>
                    </a:lnTo>
                    <a:lnTo>
                      <a:pt x="358" y="98"/>
                    </a:lnTo>
                    <a:lnTo>
                      <a:pt x="392" y="120"/>
                    </a:lnTo>
                    <a:lnTo>
                      <a:pt x="428" y="144"/>
                    </a:lnTo>
                    <a:lnTo>
                      <a:pt x="460" y="168"/>
                    </a:lnTo>
                    <a:lnTo>
                      <a:pt x="494" y="196"/>
                    </a:lnTo>
                    <a:lnTo>
                      <a:pt x="526" y="226"/>
                    </a:lnTo>
                    <a:lnTo>
                      <a:pt x="558" y="258"/>
                    </a:lnTo>
                    <a:lnTo>
                      <a:pt x="588" y="294"/>
                    </a:lnTo>
                    <a:lnTo>
                      <a:pt x="618" y="330"/>
                    </a:lnTo>
                    <a:lnTo>
                      <a:pt x="618" y="330"/>
                    </a:lnTo>
                    <a:lnTo>
                      <a:pt x="652" y="372"/>
                    </a:lnTo>
                    <a:lnTo>
                      <a:pt x="682" y="414"/>
                    </a:lnTo>
                    <a:lnTo>
                      <a:pt x="710" y="458"/>
                    </a:lnTo>
                    <a:lnTo>
                      <a:pt x="736" y="504"/>
                    </a:lnTo>
                    <a:lnTo>
                      <a:pt x="760" y="550"/>
                    </a:lnTo>
                    <a:lnTo>
                      <a:pt x="782" y="598"/>
                    </a:lnTo>
                    <a:lnTo>
                      <a:pt x="800" y="646"/>
                    </a:lnTo>
                    <a:lnTo>
                      <a:pt x="818" y="696"/>
                    </a:lnTo>
                    <a:lnTo>
                      <a:pt x="834" y="746"/>
                    </a:lnTo>
                    <a:lnTo>
                      <a:pt x="848" y="798"/>
                    </a:lnTo>
                    <a:lnTo>
                      <a:pt x="858" y="850"/>
                    </a:lnTo>
                    <a:lnTo>
                      <a:pt x="868" y="904"/>
                    </a:lnTo>
                    <a:lnTo>
                      <a:pt x="876" y="960"/>
                    </a:lnTo>
                    <a:lnTo>
                      <a:pt x="880" y="1016"/>
                    </a:lnTo>
                    <a:lnTo>
                      <a:pt x="884" y="1072"/>
                    </a:lnTo>
                    <a:lnTo>
                      <a:pt x="884" y="1132"/>
                    </a:lnTo>
                    <a:lnTo>
                      <a:pt x="884" y="1132"/>
                    </a:lnTo>
                    <a:lnTo>
                      <a:pt x="884" y="1208"/>
                    </a:lnTo>
                    <a:lnTo>
                      <a:pt x="878" y="1282"/>
                    </a:lnTo>
                    <a:lnTo>
                      <a:pt x="868" y="1354"/>
                    </a:lnTo>
                    <a:lnTo>
                      <a:pt x="856" y="1424"/>
                    </a:lnTo>
                    <a:lnTo>
                      <a:pt x="840" y="1494"/>
                    </a:lnTo>
                    <a:lnTo>
                      <a:pt x="820" y="1560"/>
                    </a:lnTo>
                    <a:lnTo>
                      <a:pt x="796" y="1626"/>
                    </a:lnTo>
                    <a:lnTo>
                      <a:pt x="770" y="1690"/>
                    </a:lnTo>
                    <a:lnTo>
                      <a:pt x="770" y="1690"/>
                    </a:lnTo>
                    <a:lnTo>
                      <a:pt x="738" y="1756"/>
                    </a:lnTo>
                    <a:lnTo>
                      <a:pt x="274" y="2694"/>
                    </a:lnTo>
                    <a:lnTo>
                      <a:pt x="274" y="2694"/>
                    </a:lnTo>
                    <a:lnTo>
                      <a:pt x="272" y="2708"/>
                    </a:lnTo>
                    <a:lnTo>
                      <a:pt x="266" y="2720"/>
                    </a:lnTo>
                    <a:lnTo>
                      <a:pt x="258" y="2732"/>
                    </a:lnTo>
                    <a:lnTo>
                      <a:pt x="250" y="2744"/>
                    </a:lnTo>
                    <a:lnTo>
                      <a:pt x="250" y="2744"/>
                    </a:lnTo>
                    <a:lnTo>
                      <a:pt x="238" y="2754"/>
                    </a:lnTo>
                    <a:lnTo>
                      <a:pt x="224" y="2764"/>
                    </a:lnTo>
                    <a:lnTo>
                      <a:pt x="208" y="2774"/>
                    </a:lnTo>
                    <a:lnTo>
                      <a:pt x="190" y="2784"/>
                    </a:lnTo>
                    <a:lnTo>
                      <a:pt x="190" y="2784"/>
                    </a:lnTo>
                    <a:lnTo>
                      <a:pt x="172" y="2794"/>
                    </a:lnTo>
                    <a:lnTo>
                      <a:pt x="152" y="2802"/>
                    </a:lnTo>
                    <a:lnTo>
                      <a:pt x="132" y="2810"/>
                    </a:lnTo>
                    <a:lnTo>
                      <a:pt x="110" y="2816"/>
                    </a:lnTo>
                    <a:lnTo>
                      <a:pt x="64" y="2824"/>
                    </a:lnTo>
                    <a:lnTo>
                      <a:pt x="14" y="2830"/>
                    </a:lnTo>
                    <a:lnTo>
                      <a:pt x="14" y="2830"/>
                    </a:lnTo>
                    <a:lnTo>
                      <a:pt x="0" y="2830"/>
                    </a:lnTo>
                    <a:lnTo>
                      <a:pt x="0" y="2830"/>
                    </a:lnTo>
                    <a:close/>
                  </a:path>
                </a:pathLst>
              </a:custGeom>
              <a:solidFill>
                <a:srgbClr val="F6E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0" rtl="0"/>
                <a:endParaRPr lang="en-US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45" name="Freeform 531">
                <a:extLst>
                  <a:ext uri="{FF2B5EF4-FFF2-40B4-BE49-F238E27FC236}">
                    <a16:creationId xmlns:a16="http://schemas.microsoft.com/office/drawing/2014/main" id="{32E4D859-2027-46A3-B0BB-113914193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910" y="2031592"/>
                <a:ext cx="934117" cy="2867188"/>
              </a:xfrm>
              <a:custGeom>
                <a:avLst/>
                <a:gdLst>
                  <a:gd name="T0" fmla="*/ 810 w 922"/>
                  <a:gd name="T1" fmla="*/ 2822 h 2830"/>
                  <a:gd name="T2" fmla="*/ 702 w 922"/>
                  <a:gd name="T3" fmla="*/ 2788 h 2830"/>
                  <a:gd name="T4" fmla="*/ 658 w 922"/>
                  <a:gd name="T5" fmla="*/ 2760 h 2830"/>
                  <a:gd name="T6" fmla="*/ 150 w 922"/>
                  <a:gd name="T7" fmla="*/ 1768 h 2830"/>
                  <a:gd name="T8" fmla="*/ 116 w 922"/>
                  <a:gd name="T9" fmla="*/ 1704 h 2830"/>
                  <a:gd name="T10" fmla="*/ 114 w 922"/>
                  <a:gd name="T11" fmla="*/ 1698 h 2830"/>
                  <a:gd name="T12" fmla="*/ 68 w 922"/>
                  <a:gd name="T13" fmla="*/ 1582 h 2830"/>
                  <a:gd name="T14" fmla="*/ 36 w 922"/>
                  <a:gd name="T15" fmla="*/ 1462 h 2830"/>
                  <a:gd name="T16" fmla="*/ 20 w 922"/>
                  <a:gd name="T17" fmla="*/ 1378 h 2830"/>
                  <a:gd name="T18" fmla="*/ 2 w 922"/>
                  <a:gd name="T19" fmla="*/ 1202 h 2830"/>
                  <a:gd name="T20" fmla="*/ 0 w 922"/>
                  <a:gd name="T21" fmla="*/ 1082 h 2830"/>
                  <a:gd name="T22" fmla="*/ 16 w 922"/>
                  <a:gd name="T23" fmla="*/ 914 h 2830"/>
                  <a:gd name="T24" fmla="*/ 50 w 922"/>
                  <a:gd name="T25" fmla="*/ 756 h 2830"/>
                  <a:gd name="T26" fmla="*/ 102 w 922"/>
                  <a:gd name="T27" fmla="*/ 606 h 2830"/>
                  <a:gd name="T28" fmla="*/ 174 w 922"/>
                  <a:gd name="T29" fmla="*/ 466 h 2830"/>
                  <a:gd name="T30" fmla="*/ 264 w 922"/>
                  <a:gd name="T31" fmla="*/ 336 h 2830"/>
                  <a:gd name="T32" fmla="*/ 328 w 922"/>
                  <a:gd name="T33" fmla="*/ 264 h 2830"/>
                  <a:gd name="T34" fmla="*/ 428 w 922"/>
                  <a:gd name="T35" fmla="*/ 170 h 2830"/>
                  <a:gd name="T36" fmla="*/ 536 w 922"/>
                  <a:gd name="T37" fmla="*/ 96 h 2830"/>
                  <a:gd name="T38" fmla="*/ 650 w 922"/>
                  <a:gd name="T39" fmla="*/ 44 h 2830"/>
                  <a:gd name="T40" fmla="*/ 772 w 922"/>
                  <a:gd name="T41" fmla="*/ 12 h 2830"/>
                  <a:gd name="T42" fmla="*/ 856 w 922"/>
                  <a:gd name="T43" fmla="*/ 2 h 2830"/>
                  <a:gd name="T44" fmla="*/ 922 w 922"/>
                  <a:gd name="T45" fmla="*/ 0 h 2830"/>
                  <a:gd name="T46" fmla="*/ 902 w 922"/>
                  <a:gd name="T47" fmla="*/ 2 h 2830"/>
                  <a:gd name="T48" fmla="*/ 854 w 922"/>
                  <a:gd name="T49" fmla="*/ 8 h 2830"/>
                  <a:gd name="T50" fmla="*/ 784 w 922"/>
                  <a:gd name="T51" fmla="*/ 36 h 2830"/>
                  <a:gd name="T52" fmla="*/ 720 w 922"/>
                  <a:gd name="T53" fmla="*/ 86 h 2830"/>
                  <a:gd name="T54" fmla="*/ 658 w 922"/>
                  <a:gd name="T55" fmla="*/ 160 h 2830"/>
                  <a:gd name="T56" fmla="*/ 600 w 922"/>
                  <a:gd name="T57" fmla="*/ 256 h 2830"/>
                  <a:gd name="T58" fmla="*/ 564 w 922"/>
                  <a:gd name="T59" fmla="*/ 334 h 2830"/>
                  <a:gd name="T60" fmla="*/ 518 w 922"/>
                  <a:gd name="T61" fmla="*/ 464 h 2830"/>
                  <a:gd name="T62" fmla="*/ 480 w 922"/>
                  <a:gd name="T63" fmla="*/ 604 h 2830"/>
                  <a:gd name="T64" fmla="*/ 452 w 922"/>
                  <a:gd name="T65" fmla="*/ 754 h 2830"/>
                  <a:gd name="T66" fmla="*/ 428 w 922"/>
                  <a:gd name="T67" fmla="*/ 1024 h 2830"/>
                  <a:gd name="T68" fmla="*/ 426 w 922"/>
                  <a:gd name="T69" fmla="*/ 1216 h 2830"/>
                  <a:gd name="T70" fmla="*/ 442 w 922"/>
                  <a:gd name="T71" fmla="*/ 1434 h 2830"/>
                  <a:gd name="T72" fmla="*/ 472 w 922"/>
                  <a:gd name="T73" fmla="*/ 1634 h 2830"/>
                  <a:gd name="T74" fmla="*/ 486 w 922"/>
                  <a:gd name="T75" fmla="*/ 1702 h 2830"/>
                  <a:gd name="T76" fmla="*/ 758 w 922"/>
                  <a:gd name="T77" fmla="*/ 2728 h 2830"/>
                  <a:gd name="T78" fmla="*/ 774 w 922"/>
                  <a:gd name="T79" fmla="*/ 2760 h 2830"/>
                  <a:gd name="T80" fmla="*/ 798 w 922"/>
                  <a:gd name="T81" fmla="*/ 2788 h 2830"/>
                  <a:gd name="T82" fmla="*/ 858 w 922"/>
                  <a:gd name="T83" fmla="*/ 2824 h 2830"/>
                  <a:gd name="T84" fmla="*/ 876 w 922"/>
                  <a:gd name="T85" fmla="*/ 2830 h 2830"/>
                  <a:gd name="T86" fmla="*/ 850 w 922"/>
                  <a:gd name="T87" fmla="*/ 2828 h 28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922" h="2830">
                    <a:moveTo>
                      <a:pt x="850" y="2828"/>
                    </a:moveTo>
                    <a:lnTo>
                      <a:pt x="850" y="2828"/>
                    </a:lnTo>
                    <a:lnTo>
                      <a:pt x="810" y="2822"/>
                    </a:lnTo>
                    <a:lnTo>
                      <a:pt x="770" y="2814"/>
                    </a:lnTo>
                    <a:lnTo>
                      <a:pt x="734" y="2802"/>
                    </a:lnTo>
                    <a:lnTo>
                      <a:pt x="702" y="2788"/>
                    </a:lnTo>
                    <a:lnTo>
                      <a:pt x="702" y="2788"/>
                    </a:lnTo>
                    <a:lnTo>
                      <a:pt x="678" y="2774"/>
                    </a:lnTo>
                    <a:lnTo>
                      <a:pt x="658" y="2760"/>
                    </a:lnTo>
                    <a:lnTo>
                      <a:pt x="642" y="2744"/>
                    </a:lnTo>
                    <a:lnTo>
                      <a:pt x="630" y="2728"/>
                    </a:lnTo>
                    <a:lnTo>
                      <a:pt x="150" y="1768"/>
                    </a:lnTo>
                    <a:lnTo>
                      <a:pt x="150" y="1768"/>
                    </a:lnTo>
                    <a:lnTo>
                      <a:pt x="132" y="1736"/>
                    </a:lnTo>
                    <a:lnTo>
                      <a:pt x="116" y="1704"/>
                    </a:lnTo>
                    <a:lnTo>
                      <a:pt x="116" y="1704"/>
                    </a:lnTo>
                    <a:lnTo>
                      <a:pt x="114" y="1698"/>
                    </a:lnTo>
                    <a:lnTo>
                      <a:pt x="114" y="1698"/>
                    </a:lnTo>
                    <a:lnTo>
                      <a:pt x="98" y="1660"/>
                    </a:lnTo>
                    <a:lnTo>
                      <a:pt x="82" y="1622"/>
                    </a:lnTo>
                    <a:lnTo>
                      <a:pt x="68" y="1582"/>
                    </a:lnTo>
                    <a:lnTo>
                      <a:pt x="56" y="1542"/>
                    </a:lnTo>
                    <a:lnTo>
                      <a:pt x="46" y="1502"/>
                    </a:lnTo>
                    <a:lnTo>
                      <a:pt x="36" y="1462"/>
                    </a:lnTo>
                    <a:lnTo>
                      <a:pt x="28" y="1420"/>
                    </a:lnTo>
                    <a:lnTo>
                      <a:pt x="20" y="1378"/>
                    </a:lnTo>
                    <a:lnTo>
                      <a:pt x="20" y="1378"/>
                    </a:lnTo>
                    <a:lnTo>
                      <a:pt x="12" y="1320"/>
                    </a:lnTo>
                    <a:lnTo>
                      <a:pt x="4" y="1262"/>
                    </a:lnTo>
                    <a:lnTo>
                      <a:pt x="2" y="1202"/>
                    </a:lnTo>
                    <a:lnTo>
                      <a:pt x="0" y="1140"/>
                    </a:lnTo>
                    <a:lnTo>
                      <a:pt x="0" y="1140"/>
                    </a:lnTo>
                    <a:lnTo>
                      <a:pt x="0" y="1082"/>
                    </a:lnTo>
                    <a:lnTo>
                      <a:pt x="4" y="1024"/>
                    </a:lnTo>
                    <a:lnTo>
                      <a:pt x="10" y="968"/>
                    </a:lnTo>
                    <a:lnTo>
                      <a:pt x="16" y="914"/>
                    </a:lnTo>
                    <a:lnTo>
                      <a:pt x="26" y="860"/>
                    </a:lnTo>
                    <a:lnTo>
                      <a:pt x="36" y="806"/>
                    </a:lnTo>
                    <a:lnTo>
                      <a:pt x="50" y="756"/>
                    </a:lnTo>
                    <a:lnTo>
                      <a:pt x="66" y="704"/>
                    </a:lnTo>
                    <a:lnTo>
                      <a:pt x="84" y="654"/>
                    </a:lnTo>
                    <a:lnTo>
                      <a:pt x="102" y="606"/>
                    </a:lnTo>
                    <a:lnTo>
                      <a:pt x="124" y="558"/>
                    </a:lnTo>
                    <a:lnTo>
                      <a:pt x="148" y="512"/>
                    </a:lnTo>
                    <a:lnTo>
                      <a:pt x="174" y="466"/>
                    </a:lnTo>
                    <a:lnTo>
                      <a:pt x="202" y="422"/>
                    </a:lnTo>
                    <a:lnTo>
                      <a:pt x="232" y="380"/>
                    </a:lnTo>
                    <a:lnTo>
                      <a:pt x="264" y="336"/>
                    </a:lnTo>
                    <a:lnTo>
                      <a:pt x="264" y="336"/>
                    </a:lnTo>
                    <a:lnTo>
                      <a:pt x="294" y="298"/>
                    </a:lnTo>
                    <a:lnTo>
                      <a:pt x="328" y="264"/>
                    </a:lnTo>
                    <a:lnTo>
                      <a:pt x="360" y="230"/>
                    </a:lnTo>
                    <a:lnTo>
                      <a:pt x="394" y="198"/>
                    </a:lnTo>
                    <a:lnTo>
                      <a:pt x="428" y="170"/>
                    </a:lnTo>
                    <a:lnTo>
                      <a:pt x="464" y="142"/>
                    </a:lnTo>
                    <a:lnTo>
                      <a:pt x="500" y="118"/>
                    </a:lnTo>
                    <a:lnTo>
                      <a:pt x="536" y="96"/>
                    </a:lnTo>
                    <a:lnTo>
                      <a:pt x="574" y="76"/>
                    </a:lnTo>
                    <a:lnTo>
                      <a:pt x="612" y="60"/>
                    </a:lnTo>
                    <a:lnTo>
                      <a:pt x="650" y="44"/>
                    </a:lnTo>
                    <a:lnTo>
                      <a:pt x="690" y="32"/>
                    </a:lnTo>
                    <a:lnTo>
                      <a:pt x="730" y="20"/>
                    </a:lnTo>
                    <a:lnTo>
                      <a:pt x="772" y="12"/>
                    </a:lnTo>
                    <a:lnTo>
                      <a:pt x="814" y="6"/>
                    </a:lnTo>
                    <a:lnTo>
                      <a:pt x="856" y="2"/>
                    </a:lnTo>
                    <a:lnTo>
                      <a:pt x="856" y="2"/>
                    </a:lnTo>
                    <a:lnTo>
                      <a:pt x="904" y="0"/>
                    </a:lnTo>
                    <a:lnTo>
                      <a:pt x="904" y="0"/>
                    </a:lnTo>
                    <a:lnTo>
                      <a:pt x="922" y="0"/>
                    </a:lnTo>
                    <a:lnTo>
                      <a:pt x="922" y="4"/>
                    </a:lnTo>
                    <a:lnTo>
                      <a:pt x="922" y="4"/>
                    </a:lnTo>
                    <a:lnTo>
                      <a:pt x="902" y="2"/>
                    </a:lnTo>
                    <a:lnTo>
                      <a:pt x="902" y="2"/>
                    </a:lnTo>
                    <a:lnTo>
                      <a:pt x="878" y="4"/>
                    </a:lnTo>
                    <a:lnTo>
                      <a:pt x="854" y="8"/>
                    </a:lnTo>
                    <a:lnTo>
                      <a:pt x="830" y="14"/>
                    </a:lnTo>
                    <a:lnTo>
                      <a:pt x="808" y="24"/>
                    </a:lnTo>
                    <a:lnTo>
                      <a:pt x="784" y="36"/>
                    </a:lnTo>
                    <a:lnTo>
                      <a:pt x="762" y="50"/>
                    </a:lnTo>
                    <a:lnTo>
                      <a:pt x="740" y="66"/>
                    </a:lnTo>
                    <a:lnTo>
                      <a:pt x="720" y="86"/>
                    </a:lnTo>
                    <a:lnTo>
                      <a:pt x="698" y="108"/>
                    </a:lnTo>
                    <a:lnTo>
                      <a:pt x="678" y="132"/>
                    </a:lnTo>
                    <a:lnTo>
                      <a:pt x="658" y="160"/>
                    </a:lnTo>
                    <a:lnTo>
                      <a:pt x="638" y="190"/>
                    </a:lnTo>
                    <a:lnTo>
                      <a:pt x="620" y="222"/>
                    </a:lnTo>
                    <a:lnTo>
                      <a:pt x="600" y="256"/>
                    </a:lnTo>
                    <a:lnTo>
                      <a:pt x="582" y="294"/>
                    </a:lnTo>
                    <a:lnTo>
                      <a:pt x="564" y="334"/>
                    </a:lnTo>
                    <a:lnTo>
                      <a:pt x="564" y="334"/>
                    </a:lnTo>
                    <a:lnTo>
                      <a:pt x="548" y="376"/>
                    </a:lnTo>
                    <a:lnTo>
                      <a:pt x="532" y="420"/>
                    </a:lnTo>
                    <a:lnTo>
                      <a:pt x="518" y="464"/>
                    </a:lnTo>
                    <a:lnTo>
                      <a:pt x="504" y="510"/>
                    </a:lnTo>
                    <a:lnTo>
                      <a:pt x="492" y="556"/>
                    </a:lnTo>
                    <a:lnTo>
                      <a:pt x="480" y="604"/>
                    </a:lnTo>
                    <a:lnTo>
                      <a:pt x="470" y="654"/>
                    </a:lnTo>
                    <a:lnTo>
                      <a:pt x="460" y="702"/>
                    </a:lnTo>
                    <a:lnTo>
                      <a:pt x="452" y="754"/>
                    </a:lnTo>
                    <a:lnTo>
                      <a:pt x="446" y="806"/>
                    </a:lnTo>
                    <a:lnTo>
                      <a:pt x="434" y="912"/>
                    </a:lnTo>
                    <a:lnTo>
                      <a:pt x="428" y="1024"/>
                    </a:lnTo>
                    <a:lnTo>
                      <a:pt x="426" y="1138"/>
                    </a:lnTo>
                    <a:lnTo>
                      <a:pt x="426" y="1138"/>
                    </a:lnTo>
                    <a:lnTo>
                      <a:pt x="426" y="1216"/>
                    </a:lnTo>
                    <a:lnTo>
                      <a:pt x="430" y="1290"/>
                    </a:lnTo>
                    <a:lnTo>
                      <a:pt x="434" y="1362"/>
                    </a:lnTo>
                    <a:lnTo>
                      <a:pt x="442" y="1434"/>
                    </a:lnTo>
                    <a:lnTo>
                      <a:pt x="450" y="1502"/>
                    </a:lnTo>
                    <a:lnTo>
                      <a:pt x="460" y="1568"/>
                    </a:lnTo>
                    <a:lnTo>
                      <a:pt x="472" y="1634"/>
                    </a:lnTo>
                    <a:lnTo>
                      <a:pt x="486" y="1696"/>
                    </a:lnTo>
                    <a:lnTo>
                      <a:pt x="486" y="1696"/>
                    </a:lnTo>
                    <a:lnTo>
                      <a:pt x="486" y="1702"/>
                    </a:lnTo>
                    <a:lnTo>
                      <a:pt x="486" y="1702"/>
                    </a:lnTo>
                    <a:lnTo>
                      <a:pt x="506" y="1768"/>
                    </a:lnTo>
                    <a:lnTo>
                      <a:pt x="758" y="2728"/>
                    </a:lnTo>
                    <a:lnTo>
                      <a:pt x="758" y="2728"/>
                    </a:lnTo>
                    <a:lnTo>
                      <a:pt x="764" y="2744"/>
                    </a:lnTo>
                    <a:lnTo>
                      <a:pt x="774" y="2760"/>
                    </a:lnTo>
                    <a:lnTo>
                      <a:pt x="784" y="2774"/>
                    </a:lnTo>
                    <a:lnTo>
                      <a:pt x="798" y="2788"/>
                    </a:lnTo>
                    <a:lnTo>
                      <a:pt x="798" y="2788"/>
                    </a:lnTo>
                    <a:lnTo>
                      <a:pt x="816" y="2804"/>
                    </a:lnTo>
                    <a:lnTo>
                      <a:pt x="836" y="2816"/>
                    </a:lnTo>
                    <a:lnTo>
                      <a:pt x="858" y="2824"/>
                    </a:lnTo>
                    <a:lnTo>
                      <a:pt x="882" y="2830"/>
                    </a:lnTo>
                    <a:lnTo>
                      <a:pt x="882" y="2830"/>
                    </a:lnTo>
                    <a:lnTo>
                      <a:pt x="876" y="2830"/>
                    </a:lnTo>
                    <a:lnTo>
                      <a:pt x="876" y="2830"/>
                    </a:lnTo>
                    <a:lnTo>
                      <a:pt x="862" y="2828"/>
                    </a:lnTo>
                    <a:lnTo>
                      <a:pt x="850" y="2828"/>
                    </a:lnTo>
                    <a:lnTo>
                      <a:pt x="850" y="2828"/>
                    </a:lnTo>
                    <a:close/>
                  </a:path>
                </a:pathLst>
              </a:custGeom>
              <a:solidFill>
                <a:srgbClr val="ECC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0" rtl="0"/>
                <a:endParaRPr lang="en-US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46" name="Freeform 532">
                <a:extLst>
                  <a:ext uri="{FF2B5EF4-FFF2-40B4-BE49-F238E27FC236}">
                    <a16:creationId xmlns:a16="http://schemas.microsoft.com/office/drawing/2014/main" id="{BAB67A37-CBFA-424D-8838-8387CA9EA4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8861" y="2033618"/>
                <a:ext cx="1169166" cy="2865162"/>
              </a:xfrm>
              <a:custGeom>
                <a:avLst/>
                <a:gdLst>
                  <a:gd name="T0" fmla="*/ 1140 w 1154"/>
                  <a:gd name="T1" fmla="*/ 2828 h 2828"/>
                  <a:gd name="T2" fmla="*/ 1090 w 1154"/>
                  <a:gd name="T3" fmla="*/ 2822 h 2828"/>
                  <a:gd name="T4" fmla="*/ 1030 w 1154"/>
                  <a:gd name="T5" fmla="*/ 2786 h 2828"/>
                  <a:gd name="T6" fmla="*/ 990 w 1154"/>
                  <a:gd name="T7" fmla="*/ 2726 h 2828"/>
                  <a:gd name="T8" fmla="*/ 718 w 1154"/>
                  <a:gd name="T9" fmla="*/ 1700 h 2828"/>
                  <a:gd name="T10" fmla="*/ 692 w 1154"/>
                  <a:gd name="T11" fmla="*/ 1566 h 2828"/>
                  <a:gd name="T12" fmla="*/ 662 w 1154"/>
                  <a:gd name="T13" fmla="*/ 1288 h 2828"/>
                  <a:gd name="T14" fmla="*/ 660 w 1154"/>
                  <a:gd name="T15" fmla="*/ 1022 h 2828"/>
                  <a:gd name="T16" fmla="*/ 692 w 1154"/>
                  <a:gd name="T17" fmla="*/ 700 h 2828"/>
                  <a:gd name="T18" fmla="*/ 736 w 1154"/>
                  <a:gd name="T19" fmla="*/ 508 h 2828"/>
                  <a:gd name="T20" fmla="*/ 796 w 1154"/>
                  <a:gd name="T21" fmla="*/ 332 h 2828"/>
                  <a:gd name="T22" fmla="*/ 852 w 1154"/>
                  <a:gd name="T23" fmla="*/ 220 h 2828"/>
                  <a:gd name="T24" fmla="*/ 930 w 1154"/>
                  <a:gd name="T25" fmla="*/ 106 h 2828"/>
                  <a:gd name="T26" fmla="*/ 1016 w 1154"/>
                  <a:gd name="T27" fmla="*/ 34 h 2828"/>
                  <a:gd name="T28" fmla="*/ 1110 w 1154"/>
                  <a:gd name="T29" fmla="*/ 2 h 2828"/>
                  <a:gd name="T30" fmla="*/ 1154 w 1154"/>
                  <a:gd name="T31" fmla="*/ 2 h 2828"/>
                  <a:gd name="T32" fmla="*/ 1004 w 1154"/>
                  <a:gd name="T33" fmla="*/ 10 h 2828"/>
                  <a:gd name="T34" fmla="*/ 844 w 1154"/>
                  <a:gd name="T35" fmla="*/ 58 h 2828"/>
                  <a:gd name="T36" fmla="*/ 696 w 1154"/>
                  <a:gd name="T37" fmla="*/ 140 h 2828"/>
                  <a:gd name="T38" fmla="*/ 560 w 1154"/>
                  <a:gd name="T39" fmla="*/ 262 h 2828"/>
                  <a:gd name="T40" fmla="*/ 464 w 1154"/>
                  <a:gd name="T41" fmla="*/ 378 h 2828"/>
                  <a:gd name="T42" fmla="*/ 356 w 1154"/>
                  <a:gd name="T43" fmla="*/ 556 h 2828"/>
                  <a:gd name="T44" fmla="*/ 282 w 1154"/>
                  <a:gd name="T45" fmla="*/ 754 h 2828"/>
                  <a:gd name="T46" fmla="*/ 242 w 1154"/>
                  <a:gd name="T47" fmla="*/ 966 h 2828"/>
                  <a:gd name="T48" fmla="*/ 232 w 1154"/>
                  <a:gd name="T49" fmla="*/ 1138 h 2828"/>
                  <a:gd name="T50" fmla="*/ 252 w 1154"/>
                  <a:gd name="T51" fmla="*/ 1376 h 2828"/>
                  <a:gd name="T52" fmla="*/ 278 w 1154"/>
                  <a:gd name="T53" fmla="*/ 1500 h 2828"/>
                  <a:gd name="T54" fmla="*/ 330 w 1154"/>
                  <a:gd name="T55" fmla="*/ 1658 h 2828"/>
                  <a:gd name="T56" fmla="*/ 348 w 1154"/>
                  <a:gd name="T57" fmla="*/ 1702 h 2828"/>
                  <a:gd name="T58" fmla="*/ 862 w 1154"/>
                  <a:gd name="T59" fmla="*/ 2726 h 2828"/>
                  <a:gd name="T60" fmla="*/ 934 w 1154"/>
                  <a:gd name="T61" fmla="*/ 2786 h 2828"/>
                  <a:gd name="T62" fmla="*/ 1042 w 1154"/>
                  <a:gd name="T63" fmla="*/ 2820 h 2828"/>
                  <a:gd name="T64" fmla="*/ 974 w 1154"/>
                  <a:gd name="T65" fmla="*/ 2812 h 2828"/>
                  <a:gd name="T66" fmla="*/ 852 w 1154"/>
                  <a:gd name="T67" fmla="*/ 2770 h 2828"/>
                  <a:gd name="T68" fmla="*/ 188 w 1154"/>
                  <a:gd name="T69" fmla="*/ 1762 h 2828"/>
                  <a:gd name="T70" fmla="*/ 144 w 1154"/>
                  <a:gd name="T71" fmla="*/ 1692 h 2828"/>
                  <a:gd name="T72" fmla="*/ 96 w 1154"/>
                  <a:gd name="T73" fmla="*/ 1596 h 2828"/>
                  <a:gd name="T74" fmla="*/ 46 w 1154"/>
                  <a:gd name="T75" fmla="*/ 1462 h 2828"/>
                  <a:gd name="T76" fmla="*/ 8 w 1154"/>
                  <a:gd name="T77" fmla="*/ 1284 h 2828"/>
                  <a:gd name="T78" fmla="*/ 0 w 1154"/>
                  <a:gd name="T79" fmla="*/ 1078 h 2828"/>
                  <a:gd name="T80" fmla="*/ 20 w 1154"/>
                  <a:gd name="T81" fmla="*/ 916 h 2828"/>
                  <a:gd name="T82" fmla="*/ 62 w 1154"/>
                  <a:gd name="T83" fmla="*/ 754 h 2828"/>
                  <a:gd name="T84" fmla="*/ 128 w 1154"/>
                  <a:gd name="T85" fmla="*/ 604 h 2828"/>
                  <a:gd name="T86" fmla="*/ 218 w 1154"/>
                  <a:gd name="T87" fmla="*/ 462 h 2828"/>
                  <a:gd name="T88" fmla="*/ 332 w 1154"/>
                  <a:gd name="T89" fmla="*/ 330 h 2828"/>
                  <a:gd name="T90" fmla="*/ 456 w 1154"/>
                  <a:gd name="T91" fmla="*/ 222 h 2828"/>
                  <a:gd name="T92" fmla="*/ 632 w 1154"/>
                  <a:gd name="T93" fmla="*/ 112 h 2828"/>
                  <a:gd name="T94" fmla="*/ 826 w 1154"/>
                  <a:gd name="T95" fmla="*/ 38 h 2828"/>
                  <a:gd name="T96" fmla="*/ 1034 w 1154"/>
                  <a:gd name="T97" fmla="*/ 4 h 28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154" h="2828">
                    <a:moveTo>
                      <a:pt x="1154" y="2"/>
                    </a:moveTo>
                    <a:lnTo>
                      <a:pt x="1154" y="2828"/>
                    </a:lnTo>
                    <a:lnTo>
                      <a:pt x="1154" y="2828"/>
                    </a:lnTo>
                    <a:lnTo>
                      <a:pt x="1140" y="2828"/>
                    </a:lnTo>
                    <a:lnTo>
                      <a:pt x="1140" y="2828"/>
                    </a:lnTo>
                    <a:lnTo>
                      <a:pt x="1114" y="2828"/>
                    </a:lnTo>
                    <a:lnTo>
                      <a:pt x="1114" y="2828"/>
                    </a:lnTo>
                    <a:lnTo>
                      <a:pt x="1090" y="2822"/>
                    </a:lnTo>
                    <a:lnTo>
                      <a:pt x="1068" y="2814"/>
                    </a:lnTo>
                    <a:lnTo>
                      <a:pt x="1048" y="2802"/>
                    </a:lnTo>
                    <a:lnTo>
                      <a:pt x="1030" y="2786"/>
                    </a:lnTo>
                    <a:lnTo>
                      <a:pt x="1030" y="2786"/>
                    </a:lnTo>
                    <a:lnTo>
                      <a:pt x="1016" y="2772"/>
                    </a:lnTo>
                    <a:lnTo>
                      <a:pt x="1006" y="2758"/>
                    </a:lnTo>
                    <a:lnTo>
                      <a:pt x="996" y="2742"/>
                    </a:lnTo>
                    <a:lnTo>
                      <a:pt x="990" y="2726"/>
                    </a:lnTo>
                    <a:lnTo>
                      <a:pt x="738" y="1766"/>
                    </a:lnTo>
                    <a:lnTo>
                      <a:pt x="738" y="1766"/>
                    </a:lnTo>
                    <a:lnTo>
                      <a:pt x="718" y="1700"/>
                    </a:lnTo>
                    <a:lnTo>
                      <a:pt x="718" y="1700"/>
                    </a:lnTo>
                    <a:lnTo>
                      <a:pt x="718" y="1694"/>
                    </a:lnTo>
                    <a:lnTo>
                      <a:pt x="718" y="1694"/>
                    </a:lnTo>
                    <a:lnTo>
                      <a:pt x="704" y="1632"/>
                    </a:lnTo>
                    <a:lnTo>
                      <a:pt x="692" y="1566"/>
                    </a:lnTo>
                    <a:lnTo>
                      <a:pt x="682" y="1500"/>
                    </a:lnTo>
                    <a:lnTo>
                      <a:pt x="674" y="1432"/>
                    </a:lnTo>
                    <a:lnTo>
                      <a:pt x="666" y="1360"/>
                    </a:lnTo>
                    <a:lnTo>
                      <a:pt x="662" y="1288"/>
                    </a:lnTo>
                    <a:lnTo>
                      <a:pt x="658" y="1214"/>
                    </a:lnTo>
                    <a:lnTo>
                      <a:pt x="658" y="1136"/>
                    </a:lnTo>
                    <a:lnTo>
                      <a:pt x="658" y="1136"/>
                    </a:lnTo>
                    <a:lnTo>
                      <a:pt x="660" y="1022"/>
                    </a:lnTo>
                    <a:lnTo>
                      <a:pt x="666" y="910"/>
                    </a:lnTo>
                    <a:lnTo>
                      <a:pt x="678" y="804"/>
                    </a:lnTo>
                    <a:lnTo>
                      <a:pt x="684" y="752"/>
                    </a:lnTo>
                    <a:lnTo>
                      <a:pt x="692" y="700"/>
                    </a:lnTo>
                    <a:lnTo>
                      <a:pt x="702" y="652"/>
                    </a:lnTo>
                    <a:lnTo>
                      <a:pt x="712" y="602"/>
                    </a:lnTo>
                    <a:lnTo>
                      <a:pt x="724" y="554"/>
                    </a:lnTo>
                    <a:lnTo>
                      <a:pt x="736" y="508"/>
                    </a:lnTo>
                    <a:lnTo>
                      <a:pt x="750" y="462"/>
                    </a:lnTo>
                    <a:lnTo>
                      <a:pt x="764" y="418"/>
                    </a:lnTo>
                    <a:lnTo>
                      <a:pt x="780" y="374"/>
                    </a:lnTo>
                    <a:lnTo>
                      <a:pt x="796" y="332"/>
                    </a:lnTo>
                    <a:lnTo>
                      <a:pt x="796" y="332"/>
                    </a:lnTo>
                    <a:lnTo>
                      <a:pt x="814" y="292"/>
                    </a:lnTo>
                    <a:lnTo>
                      <a:pt x="832" y="254"/>
                    </a:lnTo>
                    <a:lnTo>
                      <a:pt x="852" y="220"/>
                    </a:lnTo>
                    <a:lnTo>
                      <a:pt x="870" y="188"/>
                    </a:lnTo>
                    <a:lnTo>
                      <a:pt x="890" y="158"/>
                    </a:lnTo>
                    <a:lnTo>
                      <a:pt x="910" y="130"/>
                    </a:lnTo>
                    <a:lnTo>
                      <a:pt x="930" y="106"/>
                    </a:lnTo>
                    <a:lnTo>
                      <a:pt x="952" y="84"/>
                    </a:lnTo>
                    <a:lnTo>
                      <a:pt x="972" y="64"/>
                    </a:lnTo>
                    <a:lnTo>
                      <a:pt x="994" y="48"/>
                    </a:lnTo>
                    <a:lnTo>
                      <a:pt x="1016" y="34"/>
                    </a:lnTo>
                    <a:lnTo>
                      <a:pt x="1040" y="22"/>
                    </a:lnTo>
                    <a:lnTo>
                      <a:pt x="1062" y="12"/>
                    </a:lnTo>
                    <a:lnTo>
                      <a:pt x="1086" y="6"/>
                    </a:lnTo>
                    <a:lnTo>
                      <a:pt x="1110" y="2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54" y="2"/>
                    </a:lnTo>
                    <a:lnTo>
                      <a:pt x="1154" y="2"/>
                    </a:lnTo>
                    <a:close/>
                    <a:moveTo>
                      <a:pt x="1088" y="0"/>
                    </a:moveTo>
                    <a:lnTo>
                      <a:pt x="1088" y="0"/>
                    </a:lnTo>
                    <a:lnTo>
                      <a:pt x="1046" y="4"/>
                    </a:lnTo>
                    <a:lnTo>
                      <a:pt x="1004" y="10"/>
                    </a:lnTo>
                    <a:lnTo>
                      <a:pt x="962" y="18"/>
                    </a:lnTo>
                    <a:lnTo>
                      <a:pt x="922" y="30"/>
                    </a:lnTo>
                    <a:lnTo>
                      <a:pt x="882" y="42"/>
                    </a:lnTo>
                    <a:lnTo>
                      <a:pt x="844" y="58"/>
                    </a:lnTo>
                    <a:lnTo>
                      <a:pt x="806" y="74"/>
                    </a:lnTo>
                    <a:lnTo>
                      <a:pt x="768" y="94"/>
                    </a:lnTo>
                    <a:lnTo>
                      <a:pt x="732" y="116"/>
                    </a:lnTo>
                    <a:lnTo>
                      <a:pt x="696" y="140"/>
                    </a:lnTo>
                    <a:lnTo>
                      <a:pt x="660" y="168"/>
                    </a:lnTo>
                    <a:lnTo>
                      <a:pt x="626" y="196"/>
                    </a:lnTo>
                    <a:lnTo>
                      <a:pt x="592" y="228"/>
                    </a:lnTo>
                    <a:lnTo>
                      <a:pt x="560" y="262"/>
                    </a:lnTo>
                    <a:lnTo>
                      <a:pt x="526" y="296"/>
                    </a:lnTo>
                    <a:lnTo>
                      <a:pt x="496" y="334"/>
                    </a:lnTo>
                    <a:lnTo>
                      <a:pt x="496" y="334"/>
                    </a:lnTo>
                    <a:lnTo>
                      <a:pt x="464" y="378"/>
                    </a:lnTo>
                    <a:lnTo>
                      <a:pt x="434" y="420"/>
                    </a:lnTo>
                    <a:lnTo>
                      <a:pt x="406" y="464"/>
                    </a:lnTo>
                    <a:lnTo>
                      <a:pt x="380" y="510"/>
                    </a:lnTo>
                    <a:lnTo>
                      <a:pt x="356" y="556"/>
                    </a:lnTo>
                    <a:lnTo>
                      <a:pt x="334" y="604"/>
                    </a:lnTo>
                    <a:lnTo>
                      <a:pt x="316" y="652"/>
                    </a:lnTo>
                    <a:lnTo>
                      <a:pt x="298" y="702"/>
                    </a:lnTo>
                    <a:lnTo>
                      <a:pt x="282" y="754"/>
                    </a:lnTo>
                    <a:lnTo>
                      <a:pt x="268" y="804"/>
                    </a:lnTo>
                    <a:lnTo>
                      <a:pt x="258" y="858"/>
                    </a:lnTo>
                    <a:lnTo>
                      <a:pt x="248" y="912"/>
                    </a:lnTo>
                    <a:lnTo>
                      <a:pt x="242" y="966"/>
                    </a:lnTo>
                    <a:lnTo>
                      <a:pt x="236" y="1022"/>
                    </a:lnTo>
                    <a:lnTo>
                      <a:pt x="232" y="1080"/>
                    </a:lnTo>
                    <a:lnTo>
                      <a:pt x="232" y="1138"/>
                    </a:lnTo>
                    <a:lnTo>
                      <a:pt x="232" y="1138"/>
                    </a:lnTo>
                    <a:lnTo>
                      <a:pt x="234" y="1200"/>
                    </a:lnTo>
                    <a:lnTo>
                      <a:pt x="236" y="1260"/>
                    </a:lnTo>
                    <a:lnTo>
                      <a:pt x="244" y="1318"/>
                    </a:lnTo>
                    <a:lnTo>
                      <a:pt x="252" y="1376"/>
                    </a:lnTo>
                    <a:lnTo>
                      <a:pt x="252" y="1376"/>
                    </a:lnTo>
                    <a:lnTo>
                      <a:pt x="260" y="1418"/>
                    </a:lnTo>
                    <a:lnTo>
                      <a:pt x="268" y="1460"/>
                    </a:lnTo>
                    <a:lnTo>
                      <a:pt x="278" y="1500"/>
                    </a:lnTo>
                    <a:lnTo>
                      <a:pt x="288" y="1540"/>
                    </a:lnTo>
                    <a:lnTo>
                      <a:pt x="300" y="1580"/>
                    </a:lnTo>
                    <a:lnTo>
                      <a:pt x="314" y="1620"/>
                    </a:lnTo>
                    <a:lnTo>
                      <a:pt x="330" y="1658"/>
                    </a:lnTo>
                    <a:lnTo>
                      <a:pt x="346" y="1696"/>
                    </a:lnTo>
                    <a:lnTo>
                      <a:pt x="346" y="1696"/>
                    </a:lnTo>
                    <a:lnTo>
                      <a:pt x="348" y="1702"/>
                    </a:lnTo>
                    <a:lnTo>
                      <a:pt x="348" y="1702"/>
                    </a:lnTo>
                    <a:lnTo>
                      <a:pt x="364" y="1734"/>
                    </a:lnTo>
                    <a:lnTo>
                      <a:pt x="382" y="1766"/>
                    </a:lnTo>
                    <a:lnTo>
                      <a:pt x="862" y="2726"/>
                    </a:lnTo>
                    <a:lnTo>
                      <a:pt x="862" y="2726"/>
                    </a:lnTo>
                    <a:lnTo>
                      <a:pt x="874" y="2742"/>
                    </a:lnTo>
                    <a:lnTo>
                      <a:pt x="890" y="2758"/>
                    </a:lnTo>
                    <a:lnTo>
                      <a:pt x="910" y="2772"/>
                    </a:lnTo>
                    <a:lnTo>
                      <a:pt x="934" y="2786"/>
                    </a:lnTo>
                    <a:lnTo>
                      <a:pt x="934" y="2786"/>
                    </a:lnTo>
                    <a:lnTo>
                      <a:pt x="966" y="2800"/>
                    </a:lnTo>
                    <a:lnTo>
                      <a:pt x="1002" y="2812"/>
                    </a:lnTo>
                    <a:lnTo>
                      <a:pt x="1042" y="2820"/>
                    </a:lnTo>
                    <a:lnTo>
                      <a:pt x="1082" y="2826"/>
                    </a:lnTo>
                    <a:lnTo>
                      <a:pt x="1082" y="2826"/>
                    </a:lnTo>
                    <a:lnTo>
                      <a:pt x="1026" y="2820"/>
                    </a:lnTo>
                    <a:lnTo>
                      <a:pt x="974" y="2812"/>
                    </a:lnTo>
                    <a:lnTo>
                      <a:pt x="926" y="2800"/>
                    </a:lnTo>
                    <a:lnTo>
                      <a:pt x="882" y="2784"/>
                    </a:lnTo>
                    <a:lnTo>
                      <a:pt x="882" y="2784"/>
                    </a:lnTo>
                    <a:lnTo>
                      <a:pt x="852" y="2770"/>
                    </a:lnTo>
                    <a:lnTo>
                      <a:pt x="828" y="2756"/>
                    </a:lnTo>
                    <a:lnTo>
                      <a:pt x="806" y="2742"/>
                    </a:lnTo>
                    <a:lnTo>
                      <a:pt x="792" y="2726"/>
                    </a:lnTo>
                    <a:lnTo>
                      <a:pt x="188" y="1762"/>
                    </a:lnTo>
                    <a:lnTo>
                      <a:pt x="188" y="1762"/>
                    </a:lnTo>
                    <a:lnTo>
                      <a:pt x="146" y="1698"/>
                    </a:lnTo>
                    <a:lnTo>
                      <a:pt x="146" y="1698"/>
                    </a:lnTo>
                    <a:lnTo>
                      <a:pt x="144" y="1692"/>
                    </a:lnTo>
                    <a:lnTo>
                      <a:pt x="144" y="1692"/>
                    </a:lnTo>
                    <a:lnTo>
                      <a:pt x="126" y="1660"/>
                    </a:lnTo>
                    <a:lnTo>
                      <a:pt x="110" y="1630"/>
                    </a:lnTo>
                    <a:lnTo>
                      <a:pt x="96" y="1596"/>
                    </a:lnTo>
                    <a:lnTo>
                      <a:pt x="82" y="1564"/>
                    </a:lnTo>
                    <a:lnTo>
                      <a:pt x="68" y="1530"/>
                    </a:lnTo>
                    <a:lnTo>
                      <a:pt x="56" y="1496"/>
                    </a:lnTo>
                    <a:lnTo>
                      <a:pt x="46" y="1462"/>
                    </a:lnTo>
                    <a:lnTo>
                      <a:pt x="36" y="1428"/>
                    </a:lnTo>
                    <a:lnTo>
                      <a:pt x="28" y="1392"/>
                    </a:lnTo>
                    <a:lnTo>
                      <a:pt x="20" y="1358"/>
                    </a:lnTo>
                    <a:lnTo>
                      <a:pt x="8" y="1284"/>
                    </a:lnTo>
                    <a:lnTo>
                      <a:pt x="2" y="1210"/>
                    </a:lnTo>
                    <a:lnTo>
                      <a:pt x="0" y="1134"/>
                    </a:lnTo>
                    <a:lnTo>
                      <a:pt x="0" y="1134"/>
                    </a:lnTo>
                    <a:lnTo>
                      <a:pt x="0" y="1078"/>
                    </a:lnTo>
                    <a:lnTo>
                      <a:pt x="4" y="1022"/>
                    </a:lnTo>
                    <a:lnTo>
                      <a:pt x="10" y="968"/>
                    </a:lnTo>
                    <a:lnTo>
                      <a:pt x="20" y="916"/>
                    </a:lnTo>
                    <a:lnTo>
                      <a:pt x="20" y="916"/>
                    </a:lnTo>
                    <a:lnTo>
                      <a:pt x="28" y="874"/>
                    </a:lnTo>
                    <a:lnTo>
                      <a:pt x="38" y="834"/>
                    </a:lnTo>
                    <a:lnTo>
                      <a:pt x="50" y="794"/>
                    </a:lnTo>
                    <a:lnTo>
                      <a:pt x="62" y="754"/>
                    </a:lnTo>
                    <a:lnTo>
                      <a:pt x="76" y="716"/>
                    </a:lnTo>
                    <a:lnTo>
                      <a:pt x="92" y="678"/>
                    </a:lnTo>
                    <a:lnTo>
                      <a:pt x="110" y="640"/>
                    </a:lnTo>
                    <a:lnTo>
                      <a:pt x="128" y="604"/>
                    </a:lnTo>
                    <a:lnTo>
                      <a:pt x="148" y="566"/>
                    </a:lnTo>
                    <a:lnTo>
                      <a:pt x="170" y="532"/>
                    </a:lnTo>
                    <a:lnTo>
                      <a:pt x="194" y="496"/>
                    </a:lnTo>
                    <a:lnTo>
                      <a:pt x="218" y="462"/>
                    </a:lnTo>
                    <a:lnTo>
                      <a:pt x="244" y="428"/>
                    </a:lnTo>
                    <a:lnTo>
                      <a:pt x="272" y="394"/>
                    </a:lnTo>
                    <a:lnTo>
                      <a:pt x="302" y="362"/>
                    </a:lnTo>
                    <a:lnTo>
                      <a:pt x="332" y="330"/>
                    </a:lnTo>
                    <a:lnTo>
                      <a:pt x="332" y="330"/>
                    </a:lnTo>
                    <a:lnTo>
                      <a:pt x="372" y="292"/>
                    </a:lnTo>
                    <a:lnTo>
                      <a:pt x="412" y="256"/>
                    </a:lnTo>
                    <a:lnTo>
                      <a:pt x="456" y="222"/>
                    </a:lnTo>
                    <a:lnTo>
                      <a:pt x="498" y="192"/>
                    </a:lnTo>
                    <a:lnTo>
                      <a:pt x="542" y="162"/>
                    </a:lnTo>
                    <a:lnTo>
                      <a:pt x="586" y="136"/>
                    </a:lnTo>
                    <a:lnTo>
                      <a:pt x="632" y="112"/>
                    </a:lnTo>
                    <a:lnTo>
                      <a:pt x="680" y="90"/>
                    </a:lnTo>
                    <a:lnTo>
                      <a:pt x="728" y="70"/>
                    </a:lnTo>
                    <a:lnTo>
                      <a:pt x="776" y="54"/>
                    </a:lnTo>
                    <a:lnTo>
                      <a:pt x="826" y="38"/>
                    </a:lnTo>
                    <a:lnTo>
                      <a:pt x="876" y="26"/>
                    </a:lnTo>
                    <a:lnTo>
                      <a:pt x="928" y="16"/>
                    </a:lnTo>
                    <a:lnTo>
                      <a:pt x="980" y="8"/>
                    </a:lnTo>
                    <a:lnTo>
                      <a:pt x="1034" y="4"/>
                    </a:lnTo>
                    <a:lnTo>
                      <a:pt x="1088" y="0"/>
                    </a:lnTo>
                    <a:lnTo>
                      <a:pt x="1088" y="0"/>
                    </a:lnTo>
                    <a:close/>
                  </a:path>
                </a:pathLst>
              </a:custGeom>
              <a:solidFill>
                <a:srgbClr val="F6E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0" rtl="0"/>
                <a:endParaRPr lang="en-US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47" name="Freeform 539">
                <a:extLst>
                  <a:ext uri="{FF2B5EF4-FFF2-40B4-BE49-F238E27FC236}">
                    <a16:creationId xmlns:a16="http://schemas.microsoft.com/office/drawing/2014/main" id="{D7E6D760-3F75-4080-B07E-DC682E513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1422" y="4979831"/>
                <a:ext cx="60789" cy="24315"/>
              </a:xfrm>
              <a:custGeom>
                <a:avLst/>
                <a:gdLst>
                  <a:gd name="T0" fmla="*/ 58 w 60"/>
                  <a:gd name="T1" fmla="*/ 16 h 24"/>
                  <a:gd name="T2" fmla="*/ 58 w 60"/>
                  <a:gd name="T3" fmla="*/ 16 h 24"/>
                  <a:gd name="T4" fmla="*/ 50 w 60"/>
                  <a:gd name="T5" fmla="*/ 22 h 24"/>
                  <a:gd name="T6" fmla="*/ 50 w 60"/>
                  <a:gd name="T7" fmla="*/ 22 h 24"/>
                  <a:gd name="T8" fmla="*/ 42 w 60"/>
                  <a:gd name="T9" fmla="*/ 24 h 24"/>
                  <a:gd name="T10" fmla="*/ 30 w 60"/>
                  <a:gd name="T11" fmla="*/ 24 h 24"/>
                  <a:gd name="T12" fmla="*/ 30 w 60"/>
                  <a:gd name="T13" fmla="*/ 24 h 24"/>
                  <a:gd name="T14" fmla="*/ 20 w 60"/>
                  <a:gd name="T15" fmla="*/ 24 h 24"/>
                  <a:gd name="T16" fmla="*/ 10 w 60"/>
                  <a:gd name="T17" fmla="*/ 22 h 24"/>
                  <a:gd name="T18" fmla="*/ 10 w 60"/>
                  <a:gd name="T19" fmla="*/ 22 h 24"/>
                  <a:gd name="T20" fmla="*/ 8 w 60"/>
                  <a:gd name="T21" fmla="*/ 22 h 24"/>
                  <a:gd name="T22" fmla="*/ 8 w 60"/>
                  <a:gd name="T23" fmla="*/ 22 h 24"/>
                  <a:gd name="T24" fmla="*/ 0 w 60"/>
                  <a:gd name="T25" fmla="*/ 14 h 24"/>
                  <a:gd name="T26" fmla="*/ 0 w 60"/>
                  <a:gd name="T27" fmla="*/ 10 h 24"/>
                  <a:gd name="T28" fmla="*/ 0 w 60"/>
                  <a:gd name="T29" fmla="*/ 10 h 24"/>
                  <a:gd name="T30" fmla="*/ 4 w 60"/>
                  <a:gd name="T31" fmla="*/ 6 h 24"/>
                  <a:gd name="T32" fmla="*/ 8 w 60"/>
                  <a:gd name="T33" fmla="*/ 4 h 24"/>
                  <a:gd name="T34" fmla="*/ 8 w 60"/>
                  <a:gd name="T35" fmla="*/ 4 h 24"/>
                  <a:gd name="T36" fmla="*/ 18 w 60"/>
                  <a:gd name="T37" fmla="*/ 2 h 24"/>
                  <a:gd name="T38" fmla="*/ 30 w 60"/>
                  <a:gd name="T39" fmla="*/ 0 h 24"/>
                  <a:gd name="T40" fmla="*/ 30 w 60"/>
                  <a:gd name="T41" fmla="*/ 0 h 24"/>
                  <a:gd name="T42" fmla="*/ 42 w 60"/>
                  <a:gd name="T43" fmla="*/ 2 h 24"/>
                  <a:gd name="T44" fmla="*/ 50 w 60"/>
                  <a:gd name="T45" fmla="*/ 4 h 24"/>
                  <a:gd name="T46" fmla="*/ 50 w 60"/>
                  <a:gd name="T47" fmla="*/ 4 h 24"/>
                  <a:gd name="T48" fmla="*/ 58 w 60"/>
                  <a:gd name="T49" fmla="*/ 8 h 24"/>
                  <a:gd name="T50" fmla="*/ 60 w 60"/>
                  <a:gd name="T51" fmla="*/ 10 h 24"/>
                  <a:gd name="T52" fmla="*/ 60 w 60"/>
                  <a:gd name="T53" fmla="*/ 12 h 24"/>
                  <a:gd name="T54" fmla="*/ 60 w 60"/>
                  <a:gd name="T55" fmla="*/ 14 h 24"/>
                  <a:gd name="T56" fmla="*/ 60 w 60"/>
                  <a:gd name="T57" fmla="*/ 14 h 24"/>
                  <a:gd name="T58" fmla="*/ 60 w 60"/>
                  <a:gd name="T59" fmla="*/ 16 h 24"/>
                  <a:gd name="T60" fmla="*/ 58 w 60"/>
                  <a:gd name="T61" fmla="*/ 16 h 24"/>
                  <a:gd name="T62" fmla="*/ 58 w 60"/>
                  <a:gd name="T6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0" h="24">
                    <a:moveTo>
                      <a:pt x="58" y="16"/>
                    </a:moveTo>
                    <a:lnTo>
                      <a:pt x="58" y="16"/>
                    </a:lnTo>
                    <a:lnTo>
                      <a:pt x="50" y="22"/>
                    </a:lnTo>
                    <a:lnTo>
                      <a:pt x="50" y="22"/>
                    </a:lnTo>
                    <a:lnTo>
                      <a:pt x="42" y="24"/>
                    </a:lnTo>
                    <a:lnTo>
                      <a:pt x="30" y="24"/>
                    </a:lnTo>
                    <a:lnTo>
                      <a:pt x="30" y="24"/>
                    </a:lnTo>
                    <a:lnTo>
                      <a:pt x="20" y="24"/>
                    </a:lnTo>
                    <a:lnTo>
                      <a:pt x="10" y="22"/>
                    </a:lnTo>
                    <a:lnTo>
                      <a:pt x="10" y="22"/>
                    </a:lnTo>
                    <a:lnTo>
                      <a:pt x="8" y="22"/>
                    </a:lnTo>
                    <a:lnTo>
                      <a:pt x="8" y="22"/>
                    </a:lnTo>
                    <a:lnTo>
                      <a:pt x="0" y="1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4" y="6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18" y="2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42" y="2"/>
                    </a:lnTo>
                    <a:lnTo>
                      <a:pt x="50" y="4"/>
                    </a:lnTo>
                    <a:lnTo>
                      <a:pt x="50" y="4"/>
                    </a:lnTo>
                    <a:lnTo>
                      <a:pt x="58" y="8"/>
                    </a:lnTo>
                    <a:lnTo>
                      <a:pt x="60" y="10"/>
                    </a:lnTo>
                    <a:lnTo>
                      <a:pt x="60" y="12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8" y="1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0" rtl="0"/>
                <a:endParaRPr lang="en-US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</p:grpSp>
      </p:grpSp>
      <p:pic>
        <p:nvPicPr>
          <p:cNvPr id="57" name="图片 56">
            <a:extLst>
              <a:ext uri="{FF2B5EF4-FFF2-40B4-BE49-F238E27FC236}">
                <a16:creationId xmlns:a16="http://schemas.microsoft.com/office/drawing/2014/main" id="{D4D80A22-6D2C-4EE4-B900-F06DD48F6A3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62423" y="1976718"/>
            <a:ext cx="4274956" cy="3251043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BB7C3CC6-015A-7E7B-175F-7F63DDDFD2FC}"/>
              </a:ext>
            </a:extLst>
          </p:cNvPr>
          <p:cNvGrpSpPr/>
          <p:nvPr/>
        </p:nvGrpSpPr>
        <p:grpSpPr>
          <a:xfrm>
            <a:off x="312835" y="253784"/>
            <a:ext cx="573235" cy="481442"/>
            <a:chOff x="3378359" y="640707"/>
            <a:chExt cx="663790" cy="557497"/>
          </a:xfrm>
        </p:grpSpPr>
        <p:sp>
          <p:nvSpPr>
            <p:cNvPr id="3" name="图文框 2">
              <a:extLst>
                <a:ext uri="{FF2B5EF4-FFF2-40B4-BE49-F238E27FC236}">
                  <a16:creationId xmlns:a16="http://schemas.microsoft.com/office/drawing/2014/main" id="{166E4620-D792-1FCD-925C-4EFB9F9D25AB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图文框 3">
              <a:extLst>
                <a:ext uri="{FF2B5EF4-FFF2-40B4-BE49-F238E27FC236}">
                  <a16:creationId xmlns:a16="http://schemas.microsoft.com/office/drawing/2014/main" id="{802AE7FE-AD47-82D9-6532-77E54E97FBAC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4221C1EC-EDDB-A30C-BC35-E030DD013278}"/>
              </a:ext>
            </a:extLst>
          </p:cNvPr>
          <p:cNvSpPr txBox="1"/>
          <p:nvPr/>
        </p:nvSpPr>
        <p:spPr bwMode="auto">
          <a:xfrm>
            <a:off x="1077148" y="228431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章节标题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7D8836-D30B-4710-A6F7-C67496D79BB6}"/>
              </a:ext>
            </a:extLst>
          </p:cNvPr>
          <p:cNvSpPr txBox="1"/>
          <p:nvPr/>
        </p:nvSpPr>
        <p:spPr>
          <a:xfrm>
            <a:off x="2317767" y="3541435"/>
            <a:ext cx="3454319" cy="33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938C6C-597E-CD5F-4400-3877615E4A7E}"/>
              </a:ext>
            </a:extLst>
          </p:cNvPr>
          <p:cNvSpPr txBox="1"/>
          <p:nvPr/>
        </p:nvSpPr>
        <p:spPr>
          <a:xfrm>
            <a:off x="2289971" y="3009175"/>
            <a:ext cx="3193243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16938D-9699-AAB4-26DA-6E41883AF43B}"/>
              </a:ext>
            </a:extLst>
          </p:cNvPr>
          <p:cNvSpPr txBox="1"/>
          <p:nvPr/>
        </p:nvSpPr>
        <p:spPr>
          <a:xfrm>
            <a:off x="2317767" y="4845428"/>
            <a:ext cx="3454319" cy="33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B33B02-C9A0-4DE9-4667-2FCAE61537CF}"/>
              </a:ext>
            </a:extLst>
          </p:cNvPr>
          <p:cNvSpPr txBox="1"/>
          <p:nvPr/>
        </p:nvSpPr>
        <p:spPr>
          <a:xfrm>
            <a:off x="2289971" y="4313168"/>
            <a:ext cx="3193243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616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7" grpId="0" bldLvl="0"/>
      <p:bldP spid="38" grpId="0" bldLvl="0"/>
      <p:bldP spid="5" grpId="0"/>
      <p:bldP spid="6" grpId="0" bldLvl="0"/>
      <p:bldP spid="7" grpId="0" bldLvl="0"/>
      <p:bldP spid="8" grpId="0" bldLvl="0"/>
      <p:bldP spid="9" grpId="0" bldLvl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字魂58号-创中黑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3</cp:revision>
  <dcterms:created xsi:type="dcterms:W3CDTF">2023-08-09T12:44:55Z</dcterms:created>
  <dcterms:modified xsi:type="dcterms:W3CDTF">2025-04-20T07:00:48Z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