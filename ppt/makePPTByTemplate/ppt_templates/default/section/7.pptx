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3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58F93-62B6-4548-88AF-C6FD8E722990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B7C02-913C-4000-A7C3-483CA07C8B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72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54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680D2D1-C8E8-4427-9F80-A72DE4515C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125" y="1091045"/>
            <a:ext cx="2687789" cy="509655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9F8EC3E-E455-465E-81CA-710BAF409B3D}"/>
              </a:ext>
            </a:extLst>
          </p:cNvPr>
          <p:cNvSpPr/>
          <p:nvPr/>
        </p:nvSpPr>
        <p:spPr>
          <a:xfrm>
            <a:off x="1" y="1298864"/>
            <a:ext cx="550296" cy="5559136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73D521-65A4-4A30-9EFA-D24D3FAD1083}"/>
              </a:ext>
            </a:extLst>
          </p:cNvPr>
          <p:cNvSpPr txBox="1"/>
          <p:nvPr/>
        </p:nvSpPr>
        <p:spPr>
          <a:xfrm>
            <a:off x="2176802" y="2379706"/>
            <a:ext cx="2788141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FCC5A4-3718-4EC4-806D-974A8B4C62B4}"/>
              </a:ext>
            </a:extLst>
          </p:cNvPr>
          <p:cNvSpPr txBox="1"/>
          <p:nvPr/>
        </p:nvSpPr>
        <p:spPr>
          <a:xfrm>
            <a:off x="2176802" y="1755364"/>
            <a:ext cx="2478500" cy="5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DCEF64-F26F-4E36-8904-44D1E28E253D}"/>
              </a:ext>
            </a:extLst>
          </p:cNvPr>
          <p:cNvSpPr txBox="1"/>
          <p:nvPr/>
        </p:nvSpPr>
        <p:spPr>
          <a:xfrm>
            <a:off x="5430301" y="2337498"/>
            <a:ext cx="2788141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479424-A6DB-4052-BA0C-EBC6EFF17E64}"/>
              </a:ext>
            </a:extLst>
          </p:cNvPr>
          <p:cNvSpPr txBox="1"/>
          <p:nvPr/>
        </p:nvSpPr>
        <p:spPr>
          <a:xfrm>
            <a:off x="5430301" y="1746374"/>
            <a:ext cx="2478500" cy="5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6FBED8-54D8-4B25-ACFF-466020B38ADC}"/>
              </a:ext>
            </a:extLst>
          </p:cNvPr>
          <p:cNvSpPr txBox="1"/>
          <p:nvPr/>
        </p:nvSpPr>
        <p:spPr>
          <a:xfrm>
            <a:off x="2176801" y="4462167"/>
            <a:ext cx="2788141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5DE620-6615-44EA-9A68-FC2F2D99A209}"/>
              </a:ext>
            </a:extLst>
          </p:cNvPr>
          <p:cNvSpPr txBox="1"/>
          <p:nvPr/>
        </p:nvSpPr>
        <p:spPr>
          <a:xfrm>
            <a:off x="2176802" y="3850641"/>
            <a:ext cx="2478500" cy="5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B953465-4DD4-D721-E197-258B2314CAFE}"/>
              </a:ext>
            </a:extLst>
          </p:cNvPr>
          <p:cNvGrpSpPr/>
          <p:nvPr/>
        </p:nvGrpSpPr>
        <p:grpSpPr>
          <a:xfrm>
            <a:off x="550296" y="410298"/>
            <a:ext cx="573235" cy="481442"/>
            <a:chOff x="3378359" y="640707"/>
            <a:chExt cx="663790" cy="557497"/>
          </a:xfrm>
        </p:grpSpPr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2E611E06-1C1F-3212-CD84-19BCC065BC6A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图文框 3">
              <a:extLst>
                <a:ext uri="{FF2B5EF4-FFF2-40B4-BE49-F238E27FC236}">
                  <a16:creationId xmlns:a16="http://schemas.microsoft.com/office/drawing/2014/main" id="{25A7AB22-2568-B464-2778-FD10B7025190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0285CA4-2379-FBB5-30F0-906243EDE9B5}"/>
              </a:ext>
            </a:extLst>
          </p:cNvPr>
          <p:cNvSpPr txBox="1"/>
          <p:nvPr/>
        </p:nvSpPr>
        <p:spPr bwMode="auto">
          <a:xfrm>
            <a:off x="1314609" y="384945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743BD-9F2A-B7C3-CEC4-AF28DBEA978A}"/>
              </a:ext>
            </a:extLst>
          </p:cNvPr>
          <p:cNvSpPr/>
          <p:nvPr/>
        </p:nvSpPr>
        <p:spPr>
          <a:xfrm rot="5400000">
            <a:off x="6086894" y="774815"/>
            <a:ext cx="550296" cy="11659914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969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2025-04-20T07:04:22Z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