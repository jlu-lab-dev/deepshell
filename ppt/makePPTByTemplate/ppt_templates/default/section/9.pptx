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4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A38CD-DC12-4736-8DC9-BCB274C34EF3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F554A-B69B-4B8D-8031-756AA33682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02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1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9">
            <a:extLst>
              <a:ext uri="{FF2B5EF4-FFF2-40B4-BE49-F238E27FC236}">
                <a16:creationId xmlns:a16="http://schemas.microsoft.com/office/drawing/2014/main" id="{1E854C9C-0CDF-4FBC-836B-040F4BAB7CB6}"/>
              </a:ext>
            </a:extLst>
          </p:cNvPr>
          <p:cNvSpPr/>
          <p:nvPr/>
        </p:nvSpPr>
        <p:spPr>
          <a:xfrm>
            <a:off x="1342854" y="3747645"/>
            <a:ext cx="2428240" cy="1456690"/>
          </a:xfrm>
          <a:custGeom>
            <a:avLst/>
            <a:gdLst>
              <a:gd name="connsiteX0" fmla="*/ 0 w 1961586"/>
              <a:gd name="connsiteY0" fmla="*/ 117695 h 1176951"/>
              <a:gd name="connsiteX1" fmla="*/ 117695 w 1961586"/>
              <a:gd name="connsiteY1" fmla="*/ 0 h 1176951"/>
              <a:gd name="connsiteX2" fmla="*/ 1843891 w 1961586"/>
              <a:gd name="connsiteY2" fmla="*/ 0 h 1176951"/>
              <a:gd name="connsiteX3" fmla="*/ 1961586 w 1961586"/>
              <a:gd name="connsiteY3" fmla="*/ 117695 h 1176951"/>
              <a:gd name="connsiteX4" fmla="*/ 1961586 w 1961586"/>
              <a:gd name="connsiteY4" fmla="*/ 1059256 h 1176951"/>
              <a:gd name="connsiteX5" fmla="*/ 1843891 w 1961586"/>
              <a:gd name="connsiteY5" fmla="*/ 1176951 h 1176951"/>
              <a:gd name="connsiteX6" fmla="*/ 117695 w 1961586"/>
              <a:gd name="connsiteY6" fmla="*/ 1176951 h 1176951"/>
              <a:gd name="connsiteX7" fmla="*/ 0 w 1961586"/>
              <a:gd name="connsiteY7" fmla="*/ 1059256 h 1176951"/>
              <a:gd name="connsiteX8" fmla="*/ 0 w 1961586"/>
              <a:gd name="connsiteY8" fmla="*/ 117695 h 117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1586" h="1176951">
                <a:moveTo>
                  <a:pt x="0" y="117695"/>
                </a:moveTo>
                <a:cubicBezTo>
                  <a:pt x="0" y="52694"/>
                  <a:pt x="52694" y="0"/>
                  <a:pt x="117695" y="0"/>
                </a:cubicBezTo>
                <a:lnTo>
                  <a:pt x="1843891" y="0"/>
                </a:lnTo>
                <a:cubicBezTo>
                  <a:pt x="1908892" y="0"/>
                  <a:pt x="1961586" y="52694"/>
                  <a:pt x="1961586" y="117695"/>
                </a:cubicBezTo>
                <a:lnTo>
                  <a:pt x="1961586" y="1059256"/>
                </a:lnTo>
                <a:cubicBezTo>
                  <a:pt x="1961586" y="1124257"/>
                  <a:pt x="1908892" y="1176951"/>
                  <a:pt x="1843891" y="1176951"/>
                </a:cubicBezTo>
                <a:lnTo>
                  <a:pt x="117695" y="1176951"/>
                </a:lnTo>
                <a:cubicBezTo>
                  <a:pt x="52694" y="1176951"/>
                  <a:pt x="0" y="1124257"/>
                  <a:pt x="0" y="1059256"/>
                </a:cubicBezTo>
                <a:lnTo>
                  <a:pt x="0" y="117695"/>
                </a:lnTo>
                <a:close/>
              </a:path>
            </a:pathLst>
          </a:custGeom>
          <a:solidFill>
            <a:srgbClr val="ECCEC4"/>
          </a:solidFill>
          <a:ln w="28575">
            <a:noFill/>
            <a:prstDash val="sysDash"/>
          </a:ln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3F07898-0E5E-4ECD-9BD3-848BB0CE247B}"/>
              </a:ext>
            </a:extLst>
          </p:cNvPr>
          <p:cNvSpPr/>
          <p:nvPr/>
        </p:nvSpPr>
        <p:spPr>
          <a:xfrm>
            <a:off x="4095579" y="4289300"/>
            <a:ext cx="351790" cy="374015"/>
          </a:xfrm>
          <a:custGeom>
            <a:avLst/>
            <a:gdLst>
              <a:gd name="connsiteX0" fmla="*/ 0 w 415856"/>
              <a:gd name="connsiteY0" fmla="*/ 97295 h 486473"/>
              <a:gd name="connsiteX1" fmla="*/ 207928 w 415856"/>
              <a:gd name="connsiteY1" fmla="*/ 97295 h 486473"/>
              <a:gd name="connsiteX2" fmla="*/ 207928 w 415856"/>
              <a:gd name="connsiteY2" fmla="*/ 0 h 486473"/>
              <a:gd name="connsiteX3" fmla="*/ 415856 w 415856"/>
              <a:gd name="connsiteY3" fmla="*/ 243237 h 486473"/>
              <a:gd name="connsiteX4" fmla="*/ 207928 w 415856"/>
              <a:gd name="connsiteY4" fmla="*/ 486473 h 486473"/>
              <a:gd name="connsiteX5" fmla="*/ 207928 w 415856"/>
              <a:gd name="connsiteY5" fmla="*/ 389178 h 486473"/>
              <a:gd name="connsiteX6" fmla="*/ 0 w 415856"/>
              <a:gd name="connsiteY6" fmla="*/ 389178 h 486473"/>
              <a:gd name="connsiteX7" fmla="*/ 0 w 415856"/>
              <a:gd name="connsiteY7" fmla="*/ 97295 h 48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856" h="486473">
                <a:moveTo>
                  <a:pt x="0" y="97295"/>
                </a:moveTo>
                <a:lnTo>
                  <a:pt x="207928" y="97295"/>
                </a:lnTo>
                <a:lnTo>
                  <a:pt x="207928" y="0"/>
                </a:lnTo>
                <a:lnTo>
                  <a:pt x="415856" y="243237"/>
                </a:lnTo>
                <a:lnTo>
                  <a:pt x="207928" y="486473"/>
                </a:lnTo>
                <a:lnTo>
                  <a:pt x="207928" y="389178"/>
                </a:lnTo>
                <a:lnTo>
                  <a:pt x="0" y="389178"/>
                </a:lnTo>
                <a:lnTo>
                  <a:pt x="0" y="97295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D8FCB85F-294A-4DD4-ADBE-5A6B9C46FEE2}"/>
              </a:ext>
            </a:extLst>
          </p:cNvPr>
          <p:cNvSpPr/>
          <p:nvPr/>
        </p:nvSpPr>
        <p:spPr>
          <a:xfrm>
            <a:off x="4742644" y="3747645"/>
            <a:ext cx="2428240" cy="1456690"/>
          </a:xfrm>
          <a:custGeom>
            <a:avLst/>
            <a:gdLst>
              <a:gd name="connsiteX0" fmla="*/ 0 w 1961586"/>
              <a:gd name="connsiteY0" fmla="*/ 117695 h 1176951"/>
              <a:gd name="connsiteX1" fmla="*/ 117695 w 1961586"/>
              <a:gd name="connsiteY1" fmla="*/ 0 h 1176951"/>
              <a:gd name="connsiteX2" fmla="*/ 1843891 w 1961586"/>
              <a:gd name="connsiteY2" fmla="*/ 0 h 1176951"/>
              <a:gd name="connsiteX3" fmla="*/ 1961586 w 1961586"/>
              <a:gd name="connsiteY3" fmla="*/ 117695 h 1176951"/>
              <a:gd name="connsiteX4" fmla="*/ 1961586 w 1961586"/>
              <a:gd name="connsiteY4" fmla="*/ 1059256 h 1176951"/>
              <a:gd name="connsiteX5" fmla="*/ 1843891 w 1961586"/>
              <a:gd name="connsiteY5" fmla="*/ 1176951 h 1176951"/>
              <a:gd name="connsiteX6" fmla="*/ 117695 w 1961586"/>
              <a:gd name="connsiteY6" fmla="*/ 1176951 h 1176951"/>
              <a:gd name="connsiteX7" fmla="*/ 0 w 1961586"/>
              <a:gd name="connsiteY7" fmla="*/ 1059256 h 1176951"/>
              <a:gd name="connsiteX8" fmla="*/ 0 w 1961586"/>
              <a:gd name="connsiteY8" fmla="*/ 117695 h 117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1586" h="1176951">
                <a:moveTo>
                  <a:pt x="0" y="117695"/>
                </a:moveTo>
                <a:cubicBezTo>
                  <a:pt x="0" y="52694"/>
                  <a:pt x="52694" y="0"/>
                  <a:pt x="117695" y="0"/>
                </a:cubicBezTo>
                <a:lnTo>
                  <a:pt x="1843891" y="0"/>
                </a:lnTo>
                <a:cubicBezTo>
                  <a:pt x="1908892" y="0"/>
                  <a:pt x="1961586" y="52694"/>
                  <a:pt x="1961586" y="117695"/>
                </a:cubicBezTo>
                <a:lnTo>
                  <a:pt x="1961586" y="1059256"/>
                </a:lnTo>
                <a:cubicBezTo>
                  <a:pt x="1961586" y="1124257"/>
                  <a:pt x="1908892" y="1176951"/>
                  <a:pt x="1843891" y="1176951"/>
                </a:cubicBezTo>
                <a:lnTo>
                  <a:pt x="117695" y="1176951"/>
                </a:lnTo>
                <a:cubicBezTo>
                  <a:pt x="52694" y="1176951"/>
                  <a:pt x="0" y="1124257"/>
                  <a:pt x="0" y="1059256"/>
                </a:cubicBezTo>
                <a:lnTo>
                  <a:pt x="0" y="117695"/>
                </a:lnTo>
                <a:close/>
              </a:path>
            </a:pathLst>
          </a:custGeom>
          <a:solidFill>
            <a:srgbClr val="ECCEC4"/>
          </a:solidFill>
          <a:ln w="28575">
            <a:noFill/>
            <a:prstDash val="sysDash"/>
          </a:ln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1A14E535-ED78-47DD-8AFA-03CDF09DF369}"/>
              </a:ext>
            </a:extLst>
          </p:cNvPr>
          <p:cNvSpPr/>
          <p:nvPr/>
        </p:nvSpPr>
        <p:spPr>
          <a:xfrm>
            <a:off x="7495369" y="4289300"/>
            <a:ext cx="351790" cy="374015"/>
          </a:xfrm>
          <a:custGeom>
            <a:avLst/>
            <a:gdLst>
              <a:gd name="connsiteX0" fmla="*/ 0 w 415856"/>
              <a:gd name="connsiteY0" fmla="*/ 97295 h 486473"/>
              <a:gd name="connsiteX1" fmla="*/ 207928 w 415856"/>
              <a:gd name="connsiteY1" fmla="*/ 97295 h 486473"/>
              <a:gd name="connsiteX2" fmla="*/ 207928 w 415856"/>
              <a:gd name="connsiteY2" fmla="*/ 0 h 486473"/>
              <a:gd name="connsiteX3" fmla="*/ 415856 w 415856"/>
              <a:gd name="connsiteY3" fmla="*/ 243237 h 486473"/>
              <a:gd name="connsiteX4" fmla="*/ 207928 w 415856"/>
              <a:gd name="connsiteY4" fmla="*/ 486473 h 486473"/>
              <a:gd name="connsiteX5" fmla="*/ 207928 w 415856"/>
              <a:gd name="connsiteY5" fmla="*/ 389178 h 486473"/>
              <a:gd name="connsiteX6" fmla="*/ 0 w 415856"/>
              <a:gd name="connsiteY6" fmla="*/ 389178 h 486473"/>
              <a:gd name="connsiteX7" fmla="*/ 0 w 415856"/>
              <a:gd name="connsiteY7" fmla="*/ 97295 h 48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856" h="486473">
                <a:moveTo>
                  <a:pt x="0" y="97295"/>
                </a:moveTo>
                <a:lnTo>
                  <a:pt x="207928" y="97295"/>
                </a:lnTo>
                <a:lnTo>
                  <a:pt x="207928" y="0"/>
                </a:lnTo>
                <a:lnTo>
                  <a:pt x="415856" y="243237"/>
                </a:lnTo>
                <a:lnTo>
                  <a:pt x="207928" y="486473"/>
                </a:lnTo>
                <a:lnTo>
                  <a:pt x="207928" y="389178"/>
                </a:lnTo>
                <a:lnTo>
                  <a:pt x="0" y="389178"/>
                </a:lnTo>
                <a:lnTo>
                  <a:pt x="0" y="97295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D4A6BF8-B4D9-4DDA-A845-EEA7E729DB70}"/>
              </a:ext>
            </a:extLst>
          </p:cNvPr>
          <p:cNvSpPr/>
          <p:nvPr/>
        </p:nvSpPr>
        <p:spPr>
          <a:xfrm>
            <a:off x="8141799" y="3747645"/>
            <a:ext cx="2428240" cy="1456690"/>
          </a:xfrm>
          <a:custGeom>
            <a:avLst/>
            <a:gdLst>
              <a:gd name="connsiteX0" fmla="*/ 0 w 1961586"/>
              <a:gd name="connsiteY0" fmla="*/ 117695 h 1176951"/>
              <a:gd name="connsiteX1" fmla="*/ 117695 w 1961586"/>
              <a:gd name="connsiteY1" fmla="*/ 0 h 1176951"/>
              <a:gd name="connsiteX2" fmla="*/ 1843891 w 1961586"/>
              <a:gd name="connsiteY2" fmla="*/ 0 h 1176951"/>
              <a:gd name="connsiteX3" fmla="*/ 1961586 w 1961586"/>
              <a:gd name="connsiteY3" fmla="*/ 117695 h 1176951"/>
              <a:gd name="connsiteX4" fmla="*/ 1961586 w 1961586"/>
              <a:gd name="connsiteY4" fmla="*/ 1059256 h 1176951"/>
              <a:gd name="connsiteX5" fmla="*/ 1843891 w 1961586"/>
              <a:gd name="connsiteY5" fmla="*/ 1176951 h 1176951"/>
              <a:gd name="connsiteX6" fmla="*/ 117695 w 1961586"/>
              <a:gd name="connsiteY6" fmla="*/ 1176951 h 1176951"/>
              <a:gd name="connsiteX7" fmla="*/ 0 w 1961586"/>
              <a:gd name="connsiteY7" fmla="*/ 1059256 h 1176951"/>
              <a:gd name="connsiteX8" fmla="*/ 0 w 1961586"/>
              <a:gd name="connsiteY8" fmla="*/ 117695 h 117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1586" h="1176951">
                <a:moveTo>
                  <a:pt x="0" y="117695"/>
                </a:moveTo>
                <a:cubicBezTo>
                  <a:pt x="0" y="52694"/>
                  <a:pt x="52694" y="0"/>
                  <a:pt x="117695" y="0"/>
                </a:cubicBezTo>
                <a:lnTo>
                  <a:pt x="1843891" y="0"/>
                </a:lnTo>
                <a:cubicBezTo>
                  <a:pt x="1908892" y="0"/>
                  <a:pt x="1961586" y="52694"/>
                  <a:pt x="1961586" y="117695"/>
                </a:cubicBezTo>
                <a:lnTo>
                  <a:pt x="1961586" y="1059256"/>
                </a:lnTo>
                <a:cubicBezTo>
                  <a:pt x="1961586" y="1124257"/>
                  <a:pt x="1908892" y="1176951"/>
                  <a:pt x="1843891" y="1176951"/>
                </a:cubicBezTo>
                <a:lnTo>
                  <a:pt x="117695" y="1176951"/>
                </a:lnTo>
                <a:cubicBezTo>
                  <a:pt x="52694" y="1176951"/>
                  <a:pt x="0" y="1124257"/>
                  <a:pt x="0" y="1059256"/>
                </a:cubicBezTo>
                <a:lnTo>
                  <a:pt x="0" y="117695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2" name="Group 472">
            <a:extLst>
              <a:ext uri="{FF2B5EF4-FFF2-40B4-BE49-F238E27FC236}">
                <a16:creationId xmlns:a16="http://schemas.microsoft.com/office/drawing/2014/main" id="{6C9C83D4-0A89-488A-BC97-8380722F3219}"/>
              </a:ext>
            </a:extLst>
          </p:cNvPr>
          <p:cNvGrpSpPr/>
          <p:nvPr/>
        </p:nvGrpSpPr>
        <p:grpSpPr>
          <a:xfrm>
            <a:off x="8962219" y="3986405"/>
            <a:ext cx="859155" cy="859155"/>
            <a:chOff x="8085931" y="1818084"/>
            <a:chExt cx="457200" cy="457200"/>
          </a:xfrm>
          <a:solidFill>
            <a:schemeClr val="bg1"/>
          </a:solidFill>
        </p:grpSpPr>
        <p:sp>
          <p:nvSpPr>
            <p:cNvPr id="13" name="Freeform 82">
              <a:extLst>
                <a:ext uri="{FF2B5EF4-FFF2-40B4-BE49-F238E27FC236}">
                  <a16:creationId xmlns:a16="http://schemas.microsoft.com/office/drawing/2014/main" id="{B129B7C0-7FD5-4DC7-B051-390F469DAB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931" y="1818084"/>
              <a:ext cx="457200" cy="457200"/>
            </a:xfrm>
            <a:custGeom>
              <a:avLst/>
              <a:gdLst>
                <a:gd name="T0" fmla="*/ 1058 w 1152"/>
                <a:gd name="T1" fmla="*/ 563 h 1152"/>
                <a:gd name="T2" fmla="*/ 929 w 1152"/>
                <a:gd name="T3" fmla="*/ 577 h 1152"/>
                <a:gd name="T4" fmla="*/ 921 w 1152"/>
                <a:gd name="T5" fmla="*/ 603 h 1152"/>
                <a:gd name="T6" fmla="*/ 1032 w 1152"/>
                <a:gd name="T7" fmla="*/ 616 h 1152"/>
                <a:gd name="T8" fmla="*/ 1063 w 1152"/>
                <a:gd name="T9" fmla="*/ 658 h 1152"/>
                <a:gd name="T10" fmla="*/ 1030 w 1152"/>
                <a:gd name="T11" fmla="*/ 744 h 1152"/>
                <a:gd name="T12" fmla="*/ 890 w 1152"/>
                <a:gd name="T13" fmla="*/ 759 h 1152"/>
                <a:gd name="T14" fmla="*/ 887 w 1152"/>
                <a:gd name="T15" fmla="*/ 787 h 1152"/>
                <a:gd name="T16" fmla="*/ 1005 w 1152"/>
                <a:gd name="T17" fmla="*/ 800 h 1152"/>
                <a:gd name="T18" fmla="*/ 1020 w 1152"/>
                <a:gd name="T19" fmla="*/ 855 h 1152"/>
                <a:gd name="T20" fmla="*/ 983 w 1152"/>
                <a:gd name="T21" fmla="*/ 923 h 1152"/>
                <a:gd name="T22" fmla="*/ 857 w 1152"/>
                <a:gd name="T23" fmla="*/ 937 h 1152"/>
                <a:gd name="T24" fmla="*/ 849 w 1152"/>
                <a:gd name="T25" fmla="*/ 964 h 1152"/>
                <a:gd name="T26" fmla="*/ 939 w 1152"/>
                <a:gd name="T27" fmla="*/ 975 h 1152"/>
                <a:gd name="T28" fmla="*/ 957 w 1152"/>
                <a:gd name="T29" fmla="*/ 1022 h 1152"/>
                <a:gd name="T30" fmla="*/ 895 w 1152"/>
                <a:gd name="T31" fmla="*/ 1080 h 1152"/>
                <a:gd name="T32" fmla="*/ 491 w 1152"/>
                <a:gd name="T33" fmla="*/ 1058 h 1152"/>
                <a:gd name="T34" fmla="*/ 319 w 1152"/>
                <a:gd name="T35" fmla="*/ 1017 h 1152"/>
                <a:gd name="T36" fmla="*/ 288 w 1152"/>
                <a:gd name="T37" fmla="*/ 488 h 1152"/>
                <a:gd name="T38" fmla="*/ 320 w 1152"/>
                <a:gd name="T39" fmla="*/ 449 h 1152"/>
                <a:gd name="T40" fmla="*/ 427 w 1152"/>
                <a:gd name="T41" fmla="*/ 383 h 1152"/>
                <a:gd name="T42" fmla="*/ 522 w 1152"/>
                <a:gd name="T43" fmla="*/ 228 h 1152"/>
                <a:gd name="T44" fmla="*/ 549 w 1152"/>
                <a:gd name="T45" fmla="*/ 84 h 1152"/>
                <a:gd name="T46" fmla="*/ 617 w 1152"/>
                <a:gd name="T47" fmla="*/ 93 h 1152"/>
                <a:gd name="T48" fmla="*/ 679 w 1152"/>
                <a:gd name="T49" fmla="*/ 208 h 1152"/>
                <a:gd name="T50" fmla="*/ 658 w 1152"/>
                <a:gd name="T51" fmla="*/ 401 h 1152"/>
                <a:gd name="T52" fmla="*/ 1037 w 1152"/>
                <a:gd name="T53" fmla="*/ 446 h 1152"/>
                <a:gd name="T54" fmla="*/ 1079 w 1152"/>
                <a:gd name="T55" fmla="*/ 495 h 1152"/>
                <a:gd name="T56" fmla="*/ 236 w 1152"/>
                <a:gd name="T57" fmla="*/ 1073 h 1152"/>
                <a:gd name="T58" fmla="*/ 78 w 1152"/>
                <a:gd name="T59" fmla="*/ 1063 h 1152"/>
                <a:gd name="T60" fmla="*/ 88 w 1152"/>
                <a:gd name="T61" fmla="*/ 438 h 1152"/>
                <a:gd name="T62" fmla="*/ 246 w 1152"/>
                <a:gd name="T63" fmla="*/ 448 h 1152"/>
                <a:gd name="T64" fmla="*/ 938 w 1152"/>
                <a:gd name="T65" fmla="*/ 366 h 1152"/>
                <a:gd name="T66" fmla="*/ 752 w 1152"/>
                <a:gd name="T67" fmla="*/ 219 h 1152"/>
                <a:gd name="T68" fmla="*/ 669 w 1152"/>
                <a:gd name="T69" fmla="*/ 43 h 1152"/>
                <a:gd name="T70" fmla="*/ 565 w 1152"/>
                <a:gd name="T71" fmla="*/ 1 h 1152"/>
                <a:gd name="T72" fmla="*/ 487 w 1152"/>
                <a:gd name="T73" fmla="*/ 47 h 1152"/>
                <a:gd name="T74" fmla="*/ 465 w 1152"/>
                <a:gd name="T75" fmla="*/ 153 h 1152"/>
                <a:gd name="T76" fmla="*/ 397 w 1152"/>
                <a:gd name="T77" fmla="*/ 311 h 1152"/>
                <a:gd name="T78" fmla="*/ 292 w 1152"/>
                <a:gd name="T79" fmla="*/ 384 h 1152"/>
                <a:gd name="T80" fmla="*/ 226 w 1152"/>
                <a:gd name="T81" fmla="*/ 360 h 1152"/>
                <a:gd name="T82" fmla="*/ 39 w 1152"/>
                <a:gd name="T83" fmla="*/ 384 h 1152"/>
                <a:gd name="T84" fmla="*/ 0 w 1152"/>
                <a:gd name="T85" fmla="*/ 468 h 1152"/>
                <a:gd name="T86" fmla="*/ 32 w 1152"/>
                <a:gd name="T87" fmla="*/ 1121 h 1152"/>
                <a:gd name="T88" fmla="*/ 216 w 1152"/>
                <a:gd name="T89" fmla="*/ 1152 h 1152"/>
                <a:gd name="T90" fmla="*/ 286 w 1152"/>
                <a:gd name="T91" fmla="*/ 1125 h 1152"/>
                <a:gd name="T92" fmla="*/ 325 w 1152"/>
                <a:gd name="T93" fmla="*/ 1093 h 1152"/>
                <a:gd name="T94" fmla="*/ 578 w 1152"/>
                <a:gd name="T95" fmla="*/ 1146 h 1152"/>
                <a:gd name="T96" fmla="*/ 934 w 1152"/>
                <a:gd name="T97" fmla="*/ 1146 h 1152"/>
                <a:gd name="T98" fmla="*/ 1001 w 1152"/>
                <a:gd name="T99" fmla="*/ 1099 h 1152"/>
                <a:gd name="T100" fmla="*/ 1031 w 1152"/>
                <a:gd name="T101" fmla="*/ 1006 h 1152"/>
                <a:gd name="T102" fmla="*/ 1068 w 1152"/>
                <a:gd name="T103" fmla="*/ 934 h 1152"/>
                <a:gd name="T104" fmla="*/ 1093 w 1152"/>
                <a:gd name="T105" fmla="*/ 819 h 1152"/>
                <a:gd name="T106" fmla="*/ 1127 w 1152"/>
                <a:gd name="T107" fmla="*/ 722 h 1152"/>
                <a:gd name="T108" fmla="*/ 1125 w 1152"/>
                <a:gd name="T109" fmla="*/ 614 h 1152"/>
                <a:gd name="T110" fmla="*/ 1151 w 1152"/>
                <a:gd name="T111" fmla="*/ 526 h 1152"/>
                <a:gd name="T112" fmla="*/ 1139 w 1152"/>
                <a:gd name="T113" fmla="*/ 447 h 1152"/>
                <a:gd name="T114" fmla="*/ 1063 w 1152"/>
                <a:gd name="T115" fmla="*/ 381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52" h="1152">
                  <a:moveTo>
                    <a:pt x="1079" y="523"/>
                  </a:moveTo>
                  <a:lnTo>
                    <a:pt x="1078" y="531"/>
                  </a:lnTo>
                  <a:lnTo>
                    <a:pt x="1076" y="539"/>
                  </a:lnTo>
                  <a:lnTo>
                    <a:pt x="1075" y="543"/>
                  </a:lnTo>
                  <a:lnTo>
                    <a:pt x="1073" y="547"/>
                  </a:lnTo>
                  <a:lnTo>
                    <a:pt x="1071" y="552"/>
                  </a:lnTo>
                  <a:lnTo>
                    <a:pt x="1066" y="556"/>
                  </a:lnTo>
                  <a:lnTo>
                    <a:pt x="1063" y="560"/>
                  </a:lnTo>
                  <a:lnTo>
                    <a:pt x="1058" y="563"/>
                  </a:lnTo>
                  <a:lnTo>
                    <a:pt x="1052" y="567"/>
                  </a:lnTo>
                  <a:lnTo>
                    <a:pt x="1046" y="570"/>
                  </a:lnTo>
                  <a:lnTo>
                    <a:pt x="1038" y="572"/>
                  </a:lnTo>
                  <a:lnTo>
                    <a:pt x="1029" y="574"/>
                  </a:lnTo>
                  <a:lnTo>
                    <a:pt x="1019" y="575"/>
                  </a:lnTo>
                  <a:lnTo>
                    <a:pt x="1008" y="576"/>
                  </a:lnTo>
                  <a:lnTo>
                    <a:pt x="936" y="576"/>
                  </a:lnTo>
                  <a:lnTo>
                    <a:pt x="933" y="576"/>
                  </a:lnTo>
                  <a:lnTo>
                    <a:pt x="929" y="577"/>
                  </a:lnTo>
                  <a:lnTo>
                    <a:pt x="926" y="579"/>
                  </a:lnTo>
                  <a:lnTo>
                    <a:pt x="923" y="581"/>
                  </a:lnTo>
                  <a:lnTo>
                    <a:pt x="921" y="584"/>
                  </a:lnTo>
                  <a:lnTo>
                    <a:pt x="920" y="587"/>
                  </a:lnTo>
                  <a:lnTo>
                    <a:pt x="919" y="590"/>
                  </a:lnTo>
                  <a:lnTo>
                    <a:pt x="919" y="594"/>
                  </a:lnTo>
                  <a:lnTo>
                    <a:pt x="919" y="598"/>
                  </a:lnTo>
                  <a:lnTo>
                    <a:pt x="920" y="601"/>
                  </a:lnTo>
                  <a:lnTo>
                    <a:pt x="921" y="603"/>
                  </a:lnTo>
                  <a:lnTo>
                    <a:pt x="923" y="607"/>
                  </a:lnTo>
                  <a:lnTo>
                    <a:pt x="926" y="609"/>
                  </a:lnTo>
                  <a:lnTo>
                    <a:pt x="929" y="611"/>
                  </a:lnTo>
                  <a:lnTo>
                    <a:pt x="933" y="612"/>
                  </a:lnTo>
                  <a:lnTo>
                    <a:pt x="936" y="612"/>
                  </a:lnTo>
                  <a:lnTo>
                    <a:pt x="1006" y="612"/>
                  </a:lnTo>
                  <a:lnTo>
                    <a:pt x="1016" y="612"/>
                  </a:lnTo>
                  <a:lnTo>
                    <a:pt x="1024" y="614"/>
                  </a:lnTo>
                  <a:lnTo>
                    <a:pt x="1032" y="616"/>
                  </a:lnTo>
                  <a:lnTo>
                    <a:pt x="1038" y="620"/>
                  </a:lnTo>
                  <a:lnTo>
                    <a:pt x="1044" y="623"/>
                  </a:lnTo>
                  <a:lnTo>
                    <a:pt x="1048" y="627"/>
                  </a:lnTo>
                  <a:lnTo>
                    <a:pt x="1052" y="631"/>
                  </a:lnTo>
                  <a:lnTo>
                    <a:pt x="1056" y="637"/>
                  </a:lnTo>
                  <a:lnTo>
                    <a:pt x="1059" y="642"/>
                  </a:lnTo>
                  <a:lnTo>
                    <a:pt x="1061" y="648"/>
                  </a:lnTo>
                  <a:lnTo>
                    <a:pt x="1062" y="653"/>
                  </a:lnTo>
                  <a:lnTo>
                    <a:pt x="1063" y="658"/>
                  </a:lnTo>
                  <a:lnTo>
                    <a:pt x="1064" y="669"/>
                  </a:lnTo>
                  <a:lnTo>
                    <a:pt x="1063" y="678"/>
                  </a:lnTo>
                  <a:lnTo>
                    <a:pt x="1061" y="690"/>
                  </a:lnTo>
                  <a:lnTo>
                    <a:pt x="1058" y="702"/>
                  </a:lnTo>
                  <a:lnTo>
                    <a:pt x="1052" y="715"/>
                  </a:lnTo>
                  <a:lnTo>
                    <a:pt x="1046" y="728"/>
                  </a:lnTo>
                  <a:lnTo>
                    <a:pt x="1041" y="733"/>
                  </a:lnTo>
                  <a:lnTo>
                    <a:pt x="1035" y="738"/>
                  </a:lnTo>
                  <a:lnTo>
                    <a:pt x="1030" y="744"/>
                  </a:lnTo>
                  <a:lnTo>
                    <a:pt x="1022" y="747"/>
                  </a:lnTo>
                  <a:lnTo>
                    <a:pt x="1015" y="751"/>
                  </a:lnTo>
                  <a:lnTo>
                    <a:pt x="1006" y="753"/>
                  </a:lnTo>
                  <a:lnTo>
                    <a:pt x="996" y="756"/>
                  </a:lnTo>
                  <a:lnTo>
                    <a:pt x="985" y="756"/>
                  </a:lnTo>
                  <a:lnTo>
                    <a:pt x="900" y="756"/>
                  </a:lnTo>
                  <a:lnTo>
                    <a:pt x="896" y="757"/>
                  </a:lnTo>
                  <a:lnTo>
                    <a:pt x="893" y="757"/>
                  </a:lnTo>
                  <a:lnTo>
                    <a:pt x="890" y="759"/>
                  </a:lnTo>
                  <a:lnTo>
                    <a:pt x="887" y="761"/>
                  </a:lnTo>
                  <a:lnTo>
                    <a:pt x="885" y="764"/>
                  </a:lnTo>
                  <a:lnTo>
                    <a:pt x="883" y="766"/>
                  </a:lnTo>
                  <a:lnTo>
                    <a:pt x="883" y="770"/>
                  </a:lnTo>
                  <a:lnTo>
                    <a:pt x="882" y="774"/>
                  </a:lnTo>
                  <a:lnTo>
                    <a:pt x="883" y="777"/>
                  </a:lnTo>
                  <a:lnTo>
                    <a:pt x="883" y="780"/>
                  </a:lnTo>
                  <a:lnTo>
                    <a:pt x="885" y="784"/>
                  </a:lnTo>
                  <a:lnTo>
                    <a:pt x="887" y="787"/>
                  </a:lnTo>
                  <a:lnTo>
                    <a:pt x="890" y="789"/>
                  </a:lnTo>
                  <a:lnTo>
                    <a:pt x="893" y="790"/>
                  </a:lnTo>
                  <a:lnTo>
                    <a:pt x="896" y="791"/>
                  </a:lnTo>
                  <a:lnTo>
                    <a:pt x="900" y="792"/>
                  </a:lnTo>
                  <a:lnTo>
                    <a:pt x="970" y="791"/>
                  </a:lnTo>
                  <a:lnTo>
                    <a:pt x="981" y="792"/>
                  </a:lnTo>
                  <a:lnTo>
                    <a:pt x="991" y="793"/>
                  </a:lnTo>
                  <a:lnTo>
                    <a:pt x="998" y="797"/>
                  </a:lnTo>
                  <a:lnTo>
                    <a:pt x="1005" y="800"/>
                  </a:lnTo>
                  <a:lnTo>
                    <a:pt x="1010" y="803"/>
                  </a:lnTo>
                  <a:lnTo>
                    <a:pt x="1015" y="807"/>
                  </a:lnTo>
                  <a:lnTo>
                    <a:pt x="1018" y="813"/>
                  </a:lnTo>
                  <a:lnTo>
                    <a:pt x="1020" y="818"/>
                  </a:lnTo>
                  <a:lnTo>
                    <a:pt x="1022" y="825"/>
                  </a:lnTo>
                  <a:lnTo>
                    <a:pt x="1022" y="830"/>
                  </a:lnTo>
                  <a:lnTo>
                    <a:pt x="1023" y="837"/>
                  </a:lnTo>
                  <a:lnTo>
                    <a:pt x="1022" y="843"/>
                  </a:lnTo>
                  <a:lnTo>
                    <a:pt x="1020" y="855"/>
                  </a:lnTo>
                  <a:lnTo>
                    <a:pt x="1018" y="866"/>
                  </a:lnTo>
                  <a:lnTo>
                    <a:pt x="1014" y="879"/>
                  </a:lnTo>
                  <a:lnTo>
                    <a:pt x="1008" y="892"/>
                  </a:lnTo>
                  <a:lnTo>
                    <a:pt x="1006" y="898"/>
                  </a:lnTo>
                  <a:lnTo>
                    <a:pt x="1003" y="904"/>
                  </a:lnTo>
                  <a:lnTo>
                    <a:pt x="998" y="909"/>
                  </a:lnTo>
                  <a:lnTo>
                    <a:pt x="994" y="914"/>
                  </a:lnTo>
                  <a:lnTo>
                    <a:pt x="989" y="919"/>
                  </a:lnTo>
                  <a:lnTo>
                    <a:pt x="983" y="923"/>
                  </a:lnTo>
                  <a:lnTo>
                    <a:pt x="976" y="927"/>
                  </a:lnTo>
                  <a:lnTo>
                    <a:pt x="968" y="930"/>
                  </a:lnTo>
                  <a:lnTo>
                    <a:pt x="958" y="933"/>
                  </a:lnTo>
                  <a:lnTo>
                    <a:pt x="948" y="934"/>
                  </a:lnTo>
                  <a:lnTo>
                    <a:pt x="936" y="935"/>
                  </a:lnTo>
                  <a:lnTo>
                    <a:pt x="923" y="936"/>
                  </a:lnTo>
                  <a:lnTo>
                    <a:pt x="863" y="936"/>
                  </a:lnTo>
                  <a:lnTo>
                    <a:pt x="860" y="936"/>
                  </a:lnTo>
                  <a:lnTo>
                    <a:pt x="857" y="937"/>
                  </a:lnTo>
                  <a:lnTo>
                    <a:pt x="854" y="939"/>
                  </a:lnTo>
                  <a:lnTo>
                    <a:pt x="852" y="941"/>
                  </a:lnTo>
                  <a:lnTo>
                    <a:pt x="849" y="944"/>
                  </a:lnTo>
                  <a:lnTo>
                    <a:pt x="847" y="947"/>
                  </a:lnTo>
                  <a:lnTo>
                    <a:pt x="846" y="950"/>
                  </a:lnTo>
                  <a:lnTo>
                    <a:pt x="846" y="954"/>
                  </a:lnTo>
                  <a:lnTo>
                    <a:pt x="846" y="958"/>
                  </a:lnTo>
                  <a:lnTo>
                    <a:pt x="847" y="961"/>
                  </a:lnTo>
                  <a:lnTo>
                    <a:pt x="849" y="964"/>
                  </a:lnTo>
                  <a:lnTo>
                    <a:pt x="852" y="966"/>
                  </a:lnTo>
                  <a:lnTo>
                    <a:pt x="854" y="968"/>
                  </a:lnTo>
                  <a:lnTo>
                    <a:pt x="857" y="971"/>
                  </a:lnTo>
                  <a:lnTo>
                    <a:pt x="860" y="972"/>
                  </a:lnTo>
                  <a:lnTo>
                    <a:pt x="863" y="972"/>
                  </a:lnTo>
                  <a:lnTo>
                    <a:pt x="921" y="972"/>
                  </a:lnTo>
                  <a:lnTo>
                    <a:pt x="927" y="973"/>
                  </a:lnTo>
                  <a:lnTo>
                    <a:pt x="934" y="974"/>
                  </a:lnTo>
                  <a:lnTo>
                    <a:pt x="939" y="975"/>
                  </a:lnTo>
                  <a:lnTo>
                    <a:pt x="943" y="978"/>
                  </a:lnTo>
                  <a:lnTo>
                    <a:pt x="947" y="981"/>
                  </a:lnTo>
                  <a:lnTo>
                    <a:pt x="950" y="985"/>
                  </a:lnTo>
                  <a:lnTo>
                    <a:pt x="953" y="988"/>
                  </a:lnTo>
                  <a:lnTo>
                    <a:pt x="955" y="992"/>
                  </a:lnTo>
                  <a:lnTo>
                    <a:pt x="957" y="1001"/>
                  </a:lnTo>
                  <a:lnTo>
                    <a:pt x="958" y="1008"/>
                  </a:lnTo>
                  <a:lnTo>
                    <a:pt x="958" y="1016"/>
                  </a:lnTo>
                  <a:lnTo>
                    <a:pt x="957" y="1022"/>
                  </a:lnTo>
                  <a:lnTo>
                    <a:pt x="951" y="1041"/>
                  </a:lnTo>
                  <a:lnTo>
                    <a:pt x="948" y="1048"/>
                  </a:lnTo>
                  <a:lnTo>
                    <a:pt x="943" y="1056"/>
                  </a:lnTo>
                  <a:lnTo>
                    <a:pt x="938" y="1061"/>
                  </a:lnTo>
                  <a:lnTo>
                    <a:pt x="931" y="1067"/>
                  </a:lnTo>
                  <a:lnTo>
                    <a:pt x="924" y="1071"/>
                  </a:lnTo>
                  <a:lnTo>
                    <a:pt x="916" y="1075"/>
                  </a:lnTo>
                  <a:lnTo>
                    <a:pt x="907" y="1077"/>
                  </a:lnTo>
                  <a:lnTo>
                    <a:pt x="895" y="1080"/>
                  </a:lnTo>
                  <a:lnTo>
                    <a:pt x="882" y="1080"/>
                  </a:lnTo>
                  <a:lnTo>
                    <a:pt x="685" y="1080"/>
                  </a:lnTo>
                  <a:lnTo>
                    <a:pt x="649" y="1079"/>
                  </a:lnTo>
                  <a:lnTo>
                    <a:pt x="613" y="1076"/>
                  </a:lnTo>
                  <a:lnTo>
                    <a:pt x="579" y="1073"/>
                  </a:lnTo>
                  <a:lnTo>
                    <a:pt x="549" y="1069"/>
                  </a:lnTo>
                  <a:lnTo>
                    <a:pt x="523" y="1065"/>
                  </a:lnTo>
                  <a:lnTo>
                    <a:pt x="504" y="1060"/>
                  </a:lnTo>
                  <a:lnTo>
                    <a:pt x="491" y="1058"/>
                  </a:lnTo>
                  <a:lnTo>
                    <a:pt x="485" y="1057"/>
                  </a:lnTo>
                  <a:lnTo>
                    <a:pt x="436" y="1045"/>
                  </a:lnTo>
                  <a:lnTo>
                    <a:pt x="398" y="1036"/>
                  </a:lnTo>
                  <a:lnTo>
                    <a:pt x="370" y="1030"/>
                  </a:lnTo>
                  <a:lnTo>
                    <a:pt x="349" y="1025"/>
                  </a:lnTo>
                  <a:lnTo>
                    <a:pt x="336" y="1021"/>
                  </a:lnTo>
                  <a:lnTo>
                    <a:pt x="328" y="1019"/>
                  </a:lnTo>
                  <a:lnTo>
                    <a:pt x="322" y="1018"/>
                  </a:lnTo>
                  <a:lnTo>
                    <a:pt x="319" y="1017"/>
                  </a:lnTo>
                  <a:lnTo>
                    <a:pt x="314" y="1016"/>
                  </a:lnTo>
                  <a:lnTo>
                    <a:pt x="304" y="1012"/>
                  </a:lnTo>
                  <a:lnTo>
                    <a:pt x="297" y="1007"/>
                  </a:lnTo>
                  <a:lnTo>
                    <a:pt x="293" y="1002"/>
                  </a:lnTo>
                  <a:lnTo>
                    <a:pt x="291" y="999"/>
                  </a:lnTo>
                  <a:lnTo>
                    <a:pt x="290" y="994"/>
                  </a:lnTo>
                  <a:lnTo>
                    <a:pt x="289" y="990"/>
                  </a:lnTo>
                  <a:lnTo>
                    <a:pt x="288" y="986"/>
                  </a:lnTo>
                  <a:lnTo>
                    <a:pt x="288" y="488"/>
                  </a:lnTo>
                  <a:lnTo>
                    <a:pt x="289" y="482"/>
                  </a:lnTo>
                  <a:lnTo>
                    <a:pt x="290" y="476"/>
                  </a:lnTo>
                  <a:lnTo>
                    <a:pt x="292" y="471"/>
                  </a:lnTo>
                  <a:lnTo>
                    <a:pt x="295" y="465"/>
                  </a:lnTo>
                  <a:lnTo>
                    <a:pt x="300" y="461"/>
                  </a:lnTo>
                  <a:lnTo>
                    <a:pt x="305" y="456"/>
                  </a:lnTo>
                  <a:lnTo>
                    <a:pt x="310" y="453"/>
                  </a:lnTo>
                  <a:lnTo>
                    <a:pt x="317" y="451"/>
                  </a:lnTo>
                  <a:lnTo>
                    <a:pt x="320" y="449"/>
                  </a:lnTo>
                  <a:lnTo>
                    <a:pt x="325" y="448"/>
                  </a:lnTo>
                  <a:lnTo>
                    <a:pt x="339" y="441"/>
                  </a:lnTo>
                  <a:lnTo>
                    <a:pt x="354" y="434"/>
                  </a:lnTo>
                  <a:lnTo>
                    <a:pt x="368" y="426"/>
                  </a:lnTo>
                  <a:lnTo>
                    <a:pt x="381" y="419"/>
                  </a:lnTo>
                  <a:lnTo>
                    <a:pt x="393" y="410"/>
                  </a:lnTo>
                  <a:lnTo>
                    <a:pt x="404" y="401"/>
                  </a:lnTo>
                  <a:lnTo>
                    <a:pt x="416" y="393"/>
                  </a:lnTo>
                  <a:lnTo>
                    <a:pt x="427" y="383"/>
                  </a:lnTo>
                  <a:lnTo>
                    <a:pt x="437" y="373"/>
                  </a:lnTo>
                  <a:lnTo>
                    <a:pt x="447" y="364"/>
                  </a:lnTo>
                  <a:lnTo>
                    <a:pt x="455" y="353"/>
                  </a:lnTo>
                  <a:lnTo>
                    <a:pt x="464" y="343"/>
                  </a:lnTo>
                  <a:lnTo>
                    <a:pt x="480" y="320"/>
                  </a:lnTo>
                  <a:lnTo>
                    <a:pt x="493" y="299"/>
                  </a:lnTo>
                  <a:lnTo>
                    <a:pt x="505" y="275"/>
                  </a:lnTo>
                  <a:lnTo>
                    <a:pt x="515" y="251"/>
                  </a:lnTo>
                  <a:lnTo>
                    <a:pt x="522" y="228"/>
                  </a:lnTo>
                  <a:lnTo>
                    <a:pt x="529" y="203"/>
                  </a:lnTo>
                  <a:lnTo>
                    <a:pt x="534" y="179"/>
                  </a:lnTo>
                  <a:lnTo>
                    <a:pt x="537" y="155"/>
                  </a:lnTo>
                  <a:lnTo>
                    <a:pt x="539" y="131"/>
                  </a:lnTo>
                  <a:lnTo>
                    <a:pt x="541" y="108"/>
                  </a:lnTo>
                  <a:lnTo>
                    <a:pt x="541" y="101"/>
                  </a:lnTo>
                  <a:lnTo>
                    <a:pt x="543" y="95"/>
                  </a:lnTo>
                  <a:lnTo>
                    <a:pt x="546" y="89"/>
                  </a:lnTo>
                  <a:lnTo>
                    <a:pt x="549" y="84"/>
                  </a:lnTo>
                  <a:lnTo>
                    <a:pt x="555" y="78"/>
                  </a:lnTo>
                  <a:lnTo>
                    <a:pt x="561" y="75"/>
                  </a:lnTo>
                  <a:lnTo>
                    <a:pt x="568" y="73"/>
                  </a:lnTo>
                  <a:lnTo>
                    <a:pt x="576" y="72"/>
                  </a:lnTo>
                  <a:lnTo>
                    <a:pt x="584" y="73"/>
                  </a:lnTo>
                  <a:lnTo>
                    <a:pt x="591" y="75"/>
                  </a:lnTo>
                  <a:lnTo>
                    <a:pt x="600" y="80"/>
                  </a:lnTo>
                  <a:lnTo>
                    <a:pt x="609" y="85"/>
                  </a:lnTo>
                  <a:lnTo>
                    <a:pt x="617" y="93"/>
                  </a:lnTo>
                  <a:lnTo>
                    <a:pt x="626" y="101"/>
                  </a:lnTo>
                  <a:lnTo>
                    <a:pt x="634" y="111"/>
                  </a:lnTo>
                  <a:lnTo>
                    <a:pt x="643" y="122"/>
                  </a:lnTo>
                  <a:lnTo>
                    <a:pt x="651" y="134"/>
                  </a:lnTo>
                  <a:lnTo>
                    <a:pt x="658" y="148"/>
                  </a:lnTo>
                  <a:lnTo>
                    <a:pt x="665" y="162"/>
                  </a:lnTo>
                  <a:lnTo>
                    <a:pt x="670" y="176"/>
                  </a:lnTo>
                  <a:lnTo>
                    <a:pt x="674" y="192"/>
                  </a:lnTo>
                  <a:lnTo>
                    <a:pt x="679" y="208"/>
                  </a:lnTo>
                  <a:lnTo>
                    <a:pt x="681" y="225"/>
                  </a:lnTo>
                  <a:lnTo>
                    <a:pt x="681" y="243"/>
                  </a:lnTo>
                  <a:lnTo>
                    <a:pt x="681" y="272"/>
                  </a:lnTo>
                  <a:lnTo>
                    <a:pt x="680" y="296"/>
                  </a:lnTo>
                  <a:lnTo>
                    <a:pt x="679" y="317"/>
                  </a:lnTo>
                  <a:lnTo>
                    <a:pt x="676" y="336"/>
                  </a:lnTo>
                  <a:lnTo>
                    <a:pt x="671" y="355"/>
                  </a:lnTo>
                  <a:lnTo>
                    <a:pt x="666" y="377"/>
                  </a:lnTo>
                  <a:lnTo>
                    <a:pt x="658" y="401"/>
                  </a:lnTo>
                  <a:lnTo>
                    <a:pt x="649" y="432"/>
                  </a:lnTo>
                  <a:lnTo>
                    <a:pt x="766" y="432"/>
                  </a:lnTo>
                  <a:lnTo>
                    <a:pt x="856" y="433"/>
                  </a:lnTo>
                  <a:lnTo>
                    <a:pt x="921" y="434"/>
                  </a:lnTo>
                  <a:lnTo>
                    <a:pt x="966" y="436"/>
                  </a:lnTo>
                  <a:lnTo>
                    <a:pt x="995" y="437"/>
                  </a:lnTo>
                  <a:lnTo>
                    <a:pt x="1014" y="439"/>
                  </a:lnTo>
                  <a:lnTo>
                    <a:pt x="1027" y="442"/>
                  </a:lnTo>
                  <a:lnTo>
                    <a:pt x="1037" y="446"/>
                  </a:lnTo>
                  <a:lnTo>
                    <a:pt x="1044" y="448"/>
                  </a:lnTo>
                  <a:lnTo>
                    <a:pt x="1050" y="450"/>
                  </a:lnTo>
                  <a:lnTo>
                    <a:pt x="1056" y="453"/>
                  </a:lnTo>
                  <a:lnTo>
                    <a:pt x="1060" y="458"/>
                  </a:lnTo>
                  <a:lnTo>
                    <a:pt x="1068" y="465"/>
                  </a:lnTo>
                  <a:lnTo>
                    <a:pt x="1073" y="473"/>
                  </a:lnTo>
                  <a:lnTo>
                    <a:pt x="1077" y="481"/>
                  </a:lnTo>
                  <a:lnTo>
                    <a:pt x="1078" y="489"/>
                  </a:lnTo>
                  <a:lnTo>
                    <a:pt x="1079" y="495"/>
                  </a:lnTo>
                  <a:lnTo>
                    <a:pt x="1081" y="501"/>
                  </a:lnTo>
                  <a:lnTo>
                    <a:pt x="1079" y="512"/>
                  </a:lnTo>
                  <a:lnTo>
                    <a:pt x="1079" y="523"/>
                  </a:lnTo>
                  <a:close/>
                  <a:moveTo>
                    <a:pt x="252" y="1044"/>
                  </a:moveTo>
                  <a:lnTo>
                    <a:pt x="251" y="1052"/>
                  </a:lnTo>
                  <a:lnTo>
                    <a:pt x="249" y="1058"/>
                  </a:lnTo>
                  <a:lnTo>
                    <a:pt x="246" y="1063"/>
                  </a:lnTo>
                  <a:lnTo>
                    <a:pt x="241" y="1069"/>
                  </a:lnTo>
                  <a:lnTo>
                    <a:pt x="236" y="1073"/>
                  </a:lnTo>
                  <a:lnTo>
                    <a:pt x="231" y="1077"/>
                  </a:lnTo>
                  <a:lnTo>
                    <a:pt x="223" y="1079"/>
                  </a:lnTo>
                  <a:lnTo>
                    <a:pt x="216" y="1080"/>
                  </a:lnTo>
                  <a:lnTo>
                    <a:pt x="108" y="1080"/>
                  </a:lnTo>
                  <a:lnTo>
                    <a:pt x="101" y="1079"/>
                  </a:lnTo>
                  <a:lnTo>
                    <a:pt x="94" y="1077"/>
                  </a:lnTo>
                  <a:lnTo>
                    <a:pt x="88" y="1073"/>
                  </a:lnTo>
                  <a:lnTo>
                    <a:pt x="83" y="1069"/>
                  </a:lnTo>
                  <a:lnTo>
                    <a:pt x="78" y="1063"/>
                  </a:lnTo>
                  <a:lnTo>
                    <a:pt x="75" y="1058"/>
                  </a:lnTo>
                  <a:lnTo>
                    <a:pt x="73" y="1052"/>
                  </a:lnTo>
                  <a:lnTo>
                    <a:pt x="72" y="1044"/>
                  </a:lnTo>
                  <a:lnTo>
                    <a:pt x="72" y="468"/>
                  </a:lnTo>
                  <a:lnTo>
                    <a:pt x="73" y="461"/>
                  </a:lnTo>
                  <a:lnTo>
                    <a:pt x="75" y="454"/>
                  </a:lnTo>
                  <a:lnTo>
                    <a:pt x="78" y="448"/>
                  </a:lnTo>
                  <a:lnTo>
                    <a:pt x="83" y="442"/>
                  </a:lnTo>
                  <a:lnTo>
                    <a:pt x="88" y="438"/>
                  </a:lnTo>
                  <a:lnTo>
                    <a:pt x="94" y="435"/>
                  </a:lnTo>
                  <a:lnTo>
                    <a:pt x="101" y="433"/>
                  </a:lnTo>
                  <a:lnTo>
                    <a:pt x="108" y="432"/>
                  </a:lnTo>
                  <a:lnTo>
                    <a:pt x="216" y="432"/>
                  </a:lnTo>
                  <a:lnTo>
                    <a:pt x="223" y="433"/>
                  </a:lnTo>
                  <a:lnTo>
                    <a:pt x="231" y="435"/>
                  </a:lnTo>
                  <a:lnTo>
                    <a:pt x="236" y="438"/>
                  </a:lnTo>
                  <a:lnTo>
                    <a:pt x="241" y="442"/>
                  </a:lnTo>
                  <a:lnTo>
                    <a:pt x="246" y="448"/>
                  </a:lnTo>
                  <a:lnTo>
                    <a:pt x="249" y="454"/>
                  </a:lnTo>
                  <a:lnTo>
                    <a:pt x="251" y="461"/>
                  </a:lnTo>
                  <a:lnTo>
                    <a:pt x="252" y="468"/>
                  </a:lnTo>
                  <a:lnTo>
                    <a:pt x="252" y="1044"/>
                  </a:lnTo>
                  <a:close/>
                  <a:moveTo>
                    <a:pt x="1050" y="377"/>
                  </a:moveTo>
                  <a:lnTo>
                    <a:pt x="1030" y="373"/>
                  </a:lnTo>
                  <a:lnTo>
                    <a:pt x="1005" y="370"/>
                  </a:lnTo>
                  <a:lnTo>
                    <a:pt x="975" y="368"/>
                  </a:lnTo>
                  <a:lnTo>
                    <a:pt x="938" y="366"/>
                  </a:lnTo>
                  <a:lnTo>
                    <a:pt x="897" y="365"/>
                  </a:lnTo>
                  <a:lnTo>
                    <a:pt x="852" y="364"/>
                  </a:lnTo>
                  <a:lnTo>
                    <a:pt x="800" y="363"/>
                  </a:lnTo>
                  <a:lnTo>
                    <a:pt x="745" y="361"/>
                  </a:lnTo>
                  <a:lnTo>
                    <a:pt x="749" y="336"/>
                  </a:lnTo>
                  <a:lnTo>
                    <a:pt x="751" y="310"/>
                  </a:lnTo>
                  <a:lnTo>
                    <a:pt x="753" y="279"/>
                  </a:lnTo>
                  <a:lnTo>
                    <a:pt x="753" y="243"/>
                  </a:lnTo>
                  <a:lnTo>
                    <a:pt x="752" y="219"/>
                  </a:lnTo>
                  <a:lnTo>
                    <a:pt x="749" y="195"/>
                  </a:lnTo>
                  <a:lnTo>
                    <a:pt x="744" y="172"/>
                  </a:lnTo>
                  <a:lnTo>
                    <a:pt x="737" y="151"/>
                  </a:lnTo>
                  <a:lnTo>
                    <a:pt x="728" y="129"/>
                  </a:lnTo>
                  <a:lnTo>
                    <a:pt x="719" y="109"/>
                  </a:lnTo>
                  <a:lnTo>
                    <a:pt x="708" y="90"/>
                  </a:lnTo>
                  <a:lnTo>
                    <a:pt x="696" y="73"/>
                  </a:lnTo>
                  <a:lnTo>
                    <a:pt x="683" y="57"/>
                  </a:lnTo>
                  <a:lnTo>
                    <a:pt x="669" y="43"/>
                  </a:lnTo>
                  <a:lnTo>
                    <a:pt x="654" y="30"/>
                  </a:lnTo>
                  <a:lnTo>
                    <a:pt x="639" y="20"/>
                  </a:lnTo>
                  <a:lnTo>
                    <a:pt x="624" y="12"/>
                  </a:lnTo>
                  <a:lnTo>
                    <a:pt x="607" y="5"/>
                  </a:lnTo>
                  <a:lnTo>
                    <a:pt x="600" y="3"/>
                  </a:lnTo>
                  <a:lnTo>
                    <a:pt x="591" y="1"/>
                  </a:lnTo>
                  <a:lnTo>
                    <a:pt x="584" y="0"/>
                  </a:lnTo>
                  <a:lnTo>
                    <a:pt x="576" y="0"/>
                  </a:lnTo>
                  <a:lnTo>
                    <a:pt x="565" y="1"/>
                  </a:lnTo>
                  <a:lnTo>
                    <a:pt x="555" y="2"/>
                  </a:lnTo>
                  <a:lnTo>
                    <a:pt x="544" y="5"/>
                  </a:lnTo>
                  <a:lnTo>
                    <a:pt x="534" y="8"/>
                  </a:lnTo>
                  <a:lnTo>
                    <a:pt x="525" y="13"/>
                  </a:lnTo>
                  <a:lnTo>
                    <a:pt x="516" y="18"/>
                  </a:lnTo>
                  <a:lnTo>
                    <a:pt x="508" y="24"/>
                  </a:lnTo>
                  <a:lnTo>
                    <a:pt x="501" y="31"/>
                  </a:lnTo>
                  <a:lnTo>
                    <a:pt x="493" y="39"/>
                  </a:lnTo>
                  <a:lnTo>
                    <a:pt x="487" y="47"/>
                  </a:lnTo>
                  <a:lnTo>
                    <a:pt x="481" y="56"/>
                  </a:lnTo>
                  <a:lnTo>
                    <a:pt x="477" y="66"/>
                  </a:lnTo>
                  <a:lnTo>
                    <a:pt x="474" y="75"/>
                  </a:lnTo>
                  <a:lnTo>
                    <a:pt x="470" y="85"/>
                  </a:lnTo>
                  <a:lnTo>
                    <a:pt x="469" y="96"/>
                  </a:lnTo>
                  <a:lnTo>
                    <a:pt x="468" y="107"/>
                  </a:lnTo>
                  <a:lnTo>
                    <a:pt x="467" y="122"/>
                  </a:lnTo>
                  <a:lnTo>
                    <a:pt x="467" y="137"/>
                  </a:lnTo>
                  <a:lnTo>
                    <a:pt x="465" y="153"/>
                  </a:lnTo>
                  <a:lnTo>
                    <a:pt x="462" y="169"/>
                  </a:lnTo>
                  <a:lnTo>
                    <a:pt x="458" y="186"/>
                  </a:lnTo>
                  <a:lnTo>
                    <a:pt x="454" y="205"/>
                  </a:lnTo>
                  <a:lnTo>
                    <a:pt x="448" y="223"/>
                  </a:lnTo>
                  <a:lnTo>
                    <a:pt x="441" y="240"/>
                  </a:lnTo>
                  <a:lnTo>
                    <a:pt x="433" y="259"/>
                  </a:lnTo>
                  <a:lnTo>
                    <a:pt x="423" y="277"/>
                  </a:lnTo>
                  <a:lnTo>
                    <a:pt x="411" y="294"/>
                  </a:lnTo>
                  <a:lnTo>
                    <a:pt x="397" y="311"/>
                  </a:lnTo>
                  <a:lnTo>
                    <a:pt x="382" y="327"/>
                  </a:lnTo>
                  <a:lnTo>
                    <a:pt x="364" y="342"/>
                  </a:lnTo>
                  <a:lnTo>
                    <a:pt x="356" y="348"/>
                  </a:lnTo>
                  <a:lnTo>
                    <a:pt x="345" y="356"/>
                  </a:lnTo>
                  <a:lnTo>
                    <a:pt x="335" y="363"/>
                  </a:lnTo>
                  <a:lnTo>
                    <a:pt x="325" y="368"/>
                  </a:lnTo>
                  <a:lnTo>
                    <a:pt x="315" y="373"/>
                  </a:lnTo>
                  <a:lnTo>
                    <a:pt x="303" y="379"/>
                  </a:lnTo>
                  <a:lnTo>
                    <a:pt x="292" y="384"/>
                  </a:lnTo>
                  <a:lnTo>
                    <a:pt x="286" y="387"/>
                  </a:lnTo>
                  <a:lnTo>
                    <a:pt x="288" y="388"/>
                  </a:lnTo>
                  <a:lnTo>
                    <a:pt x="280" y="383"/>
                  </a:lnTo>
                  <a:lnTo>
                    <a:pt x="273" y="378"/>
                  </a:lnTo>
                  <a:lnTo>
                    <a:pt x="264" y="372"/>
                  </a:lnTo>
                  <a:lnTo>
                    <a:pt x="255" y="368"/>
                  </a:lnTo>
                  <a:lnTo>
                    <a:pt x="246" y="365"/>
                  </a:lnTo>
                  <a:lnTo>
                    <a:pt x="236" y="363"/>
                  </a:lnTo>
                  <a:lnTo>
                    <a:pt x="226" y="360"/>
                  </a:lnTo>
                  <a:lnTo>
                    <a:pt x="216" y="360"/>
                  </a:lnTo>
                  <a:lnTo>
                    <a:pt x="108" y="360"/>
                  </a:lnTo>
                  <a:lnTo>
                    <a:pt x="97" y="360"/>
                  </a:lnTo>
                  <a:lnTo>
                    <a:pt x="86" y="363"/>
                  </a:lnTo>
                  <a:lnTo>
                    <a:pt x="76" y="365"/>
                  </a:lnTo>
                  <a:lnTo>
                    <a:pt x="66" y="368"/>
                  </a:lnTo>
                  <a:lnTo>
                    <a:pt x="57" y="373"/>
                  </a:lnTo>
                  <a:lnTo>
                    <a:pt x="48" y="379"/>
                  </a:lnTo>
                  <a:lnTo>
                    <a:pt x="39" y="384"/>
                  </a:lnTo>
                  <a:lnTo>
                    <a:pt x="32" y="392"/>
                  </a:lnTo>
                  <a:lnTo>
                    <a:pt x="24" y="399"/>
                  </a:lnTo>
                  <a:lnTo>
                    <a:pt x="19" y="408"/>
                  </a:lnTo>
                  <a:lnTo>
                    <a:pt x="13" y="417"/>
                  </a:lnTo>
                  <a:lnTo>
                    <a:pt x="8" y="426"/>
                  </a:lnTo>
                  <a:lnTo>
                    <a:pt x="5" y="436"/>
                  </a:lnTo>
                  <a:lnTo>
                    <a:pt x="3" y="446"/>
                  </a:lnTo>
                  <a:lnTo>
                    <a:pt x="0" y="456"/>
                  </a:lnTo>
                  <a:lnTo>
                    <a:pt x="0" y="468"/>
                  </a:lnTo>
                  <a:lnTo>
                    <a:pt x="0" y="1044"/>
                  </a:lnTo>
                  <a:lnTo>
                    <a:pt x="0" y="1055"/>
                  </a:lnTo>
                  <a:lnTo>
                    <a:pt x="3" y="1066"/>
                  </a:lnTo>
                  <a:lnTo>
                    <a:pt x="5" y="1076"/>
                  </a:lnTo>
                  <a:lnTo>
                    <a:pt x="8" y="1086"/>
                  </a:lnTo>
                  <a:lnTo>
                    <a:pt x="13" y="1095"/>
                  </a:lnTo>
                  <a:lnTo>
                    <a:pt x="19" y="1104"/>
                  </a:lnTo>
                  <a:lnTo>
                    <a:pt x="24" y="1112"/>
                  </a:lnTo>
                  <a:lnTo>
                    <a:pt x="32" y="1121"/>
                  </a:lnTo>
                  <a:lnTo>
                    <a:pt x="39" y="1127"/>
                  </a:lnTo>
                  <a:lnTo>
                    <a:pt x="48" y="1134"/>
                  </a:lnTo>
                  <a:lnTo>
                    <a:pt x="57" y="1139"/>
                  </a:lnTo>
                  <a:lnTo>
                    <a:pt x="66" y="1143"/>
                  </a:lnTo>
                  <a:lnTo>
                    <a:pt x="76" y="1147"/>
                  </a:lnTo>
                  <a:lnTo>
                    <a:pt x="86" y="1150"/>
                  </a:lnTo>
                  <a:lnTo>
                    <a:pt x="97" y="1151"/>
                  </a:lnTo>
                  <a:lnTo>
                    <a:pt x="108" y="1152"/>
                  </a:lnTo>
                  <a:lnTo>
                    <a:pt x="216" y="1152"/>
                  </a:lnTo>
                  <a:lnTo>
                    <a:pt x="224" y="1152"/>
                  </a:lnTo>
                  <a:lnTo>
                    <a:pt x="232" y="1151"/>
                  </a:lnTo>
                  <a:lnTo>
                    <a:pt x="239" y="1149"/>
                  </a:lnTo>
                  <a:lnTo>
                    <a:pt x="247" y="1148"/>
                  </a:lnTo>
                  <a:lnTo>
                    <a:pt x="254" y="1144"/>
                  </a:lnTo>
                  <a:lnTo>
                    <a:pt x="261" y="1141"/>
                  </a:lnTo>
                  <a:lnTo>
                    <a:pt x="267" y="1138"/>
                  </a:lnTo>
                  <a:lnTo>
                    <a:pt x="274" y="1135"/>
                  </a:lnTo>
                  <a:lnTo>
                    <a:pt x="286" y="1125"/>
                  </a:lnTo>
                  <a:lnTo>
                    <a:pt x="295" y="1114"/>
                  </a:lnTo>
                  <a:lnTo>
                    <a:pt x="305" y="1102"/>
                  </a:lnTo>
                  <a:lnTo>
                    <a:pt x="312" y="1089"/>
                  </a:lnTo>
                  <a:lnTo>
                    <a:pt x="313" y="1089"/>
                  </a:lnTo>
                  <a:lnTo>
                    <a:pt x="314" y="1090"/>
                  </a:lnTo>
                  <a:lnTo>
                    <a:pt x="318" y="1092"/>
                  </a:lnTo>
                  <a:lnTo>
                    <a:pt x="322" y="1093"/>
                  </a:lnTo>
                  <a:lnTo>
                    <a:pt x="323" y="1093"/>
                  </a:lnTo>
                  <a:lnTo>
                    <a:pt x="325" y="1093"/>
                  </a:lnTo>
                  <a:lnTo>
                    <a:pt x="344" y="1098"/>
                  </a:lnTo>
                  <a:lnTo>
                    <a:pt x="373" y="1104"/>
                  </a:lnTo>
                  <a:lnTo>
                    <a:pt x="414" y="1114"/>
                  </a:lnTo>
                  <a:lnTo>
                    <a:pt x="470" y="1127"/>
                  </a:lnTo>
                  <a:lnTo>
                    <a:pt x="480" y="1129"/>
                  </a:lnTo>
                  <a:lnTo>
                    <a:pt x="497" y="1133"/>
                  </a:lnTo>
                  <a:lnTo>
                    <a:pt x="520" y="1137"/>
                  </a:lnTo>
                  <a:lnTo>
                    <a:pt x="547" y="1141"/>
                  </a:lnTo>
                  <a:lnTo>
                    <a:pt x="578" y="1146"/>
                  </a:lnTo>
                  <a:lnTo>
                    <a:pt x="612" y="1149"/>
                  </a:lnTo>
                  <a:lnTo>
                    <a:pt x="647" y="1151"/>
                  </a:lnTo>
                  <a:lnTo>
                    <a:pt x="685" y="1152"/>
                  </a:lnTo>
                  <a:lnTo>
                    <a:pt x="882" y="1152"/>
                  </a:lnTo>
                  <a:lnTo>
                    <a:pt x="893" y="1152"/>
                  </a:lnTo>
                  <a:lnTo>
                    <a:pt x="903" y="1151"/>
                  </a:lnTo>
                  <a:lnTo>
                    <a:pt x="914" y="1150"/>
                  </a:lnTo>
                  <a:lnTo>
                    <a:pt x="924" y="1148"/>
                  </a:lnTo>
                  <a:lnTo>
                    <a:pt x="934" y="1146"/>
                  </a:lnTo>
                  <a:lnTo>
                    <a:pt x="942" y="1142"/>
                  </a:lnTo>
                  <a:lnTo>
                    <a:pt x="951" y="1139"/>
                  </a:lnTo>
                  <a:lnTo>
                    <a:pt x="960" y="1135"/>
                  </a:lnTo>
                  <a:lnTo>
                    <a:pt x="967" y="1130"/>
                  </a:lnTo>
                  <a:lnTo>
                    <a:pt x="975" y="1125"/>
                  </a:lnTo>
                  <a:lnTo>
                    <a:pt x="981" y="1119"/>
                  </a:lnTo>
                  <a:lnTo>
                    <a:pt x="989" y="1113"/>
                  </a:lnTo>
                  <a:lnTo>
                    <a:pt x="994" y="1106"/>
                  </a:lnTo>
                  <a:lnTo>
                    <a:pt x="1001" y="1099"/>
                  </a:lnTo>
                  <a:lnTo>
                    <a:pt x="1006" y="1090"/>
                  </a:lnTo>
                  <a:lnTo>
                    <a:pt x="1010" y="1083"/>
                  </a:lnTo>
                  <a:lnTo>
                    <a:pt x="1012" y="1080"/>
                  </a:lnTo>
                  <a:lnTo>
                    <a:pt x="1016" y="1071"/>
                  </a:lnTo>
                  <a:lnTo>
                    <a:pt x="1021" y="1059"/>
                  </a:lnTo>
                  <a:lnTo>
                    <a:pt x="1027" y="1044"/>
                  </a:lnTo>
                  <a:lnTo>
                    <a:pt x="1030" y="1030"/>
                  </a:lnTo>
                  <a:lnTo>
                    <a:pt x="1031" y="1015"/>
                  </a:lnTo>
                  <a:lnTo>
                    <a:pt x="1031" y="1006"/>
                  </a:lnTo>
                  <a:lnTo>
                    <a:pt x="1030" y="998"/>
                  </a:lnTo>
                  <a:lnTo>
                    <a:pt x="1029" y="989"/>
                  </a:lnTo>
                  <a:lnTo>
                    <a:pt x="1027" y="980"/>
                  </a:lnTo>
                  <a:lnTo>
                    <a:pt x="1034" y="975"/>
                  </a:lnTo>
                  <a:lnTo>
                    <a:pt x="1041" y="969"/>
                  </a:lnTo>
                  <a:lnTo>
                    <a:pt x="1046" y="964"/>
                  </a:lnTo>
                  <a:lnTo>
                    <a:pt x="1051" y="959"/>
                  </a:lnTo>
                  <a:lnTo>
                    <a:pt x="1061" y="946"/>
                  </a:lnTo>
                  <a:lnTo>
                    <a:pt x="1068" y="934"/>
                  </a:lnTo>
                  <a:lnTo>
                    <a:pt x="1074" y="921"/>
                  </a:lnTo>
                  <a:lnTo>
                    <a:pt x="1079" y="909"/>
                  </a:lnTo>
                  <a:lnTo>
                    <a:pt x="1083" y="898"/>
                  </a:lnTo>
                  <a:lnTo>
                    <a:pt x="1086" y="887"/>
                  </a:lnTo>
                  <a:lnTo>
                    <a:pt x="1090" y="872"/>
                  </a:lnTo>
                  <a:lnTo>
                    <a:pt x="1093" y="857"/>
                  </a:lnTo>
                  <a:lnTo>
                    <a:pt x="1095" y="843"/>
                  </a:lnTo>
                  <a:lnTo>
                    <a:pt x="1095" y="831"/>
                  </a:lnTo>
                  <a:lnTo>
                    <a:pt x="1093" y="819"/>
                  </a:lnTo>
                  <a:lnTo>
                    <a:pt x="1092" y="809"/>
                  </a:lnTo>
                  <a:lnTo>
                    <a:pt x="1089" y="799"/>
                  </a:lnTo>
                  <a:lnTo>
                    <a:pt x="1086" y="789"/>
                  </a:lnTo>
                  <a:lnTo>
                    <a:pt x="1095" y="782"/>
                  </a:lnTo>
                  <a:lnTo>
                    <a:pt x="1102" y="772"/>
                  </a:lnTo>
                  <a:lnTo>
                    <a:pt x="1109" y="761"/>
                  </a:lnTo>
                  <a:lnTo>
                    <a:pt x="1115" y="750"/>
                  </a:lnTo>
                  <a:lnTo>
                    <a:pt x="1122" y="737"/>
                  </a:lnTo>
                  <a:lnTo>
                    <a:pt x="1127" y="722"/>
                  </a:lnTo>
                  <a:lnTo>
                    <a:pt x="1131" y="707"/>
                  </a:lnTo>
                  <a:lnTo>
                    <a:pt x="1135" y="690"/>
                  </a:lnTo>
                  <a:lnTo>
                    <a:pt x="1136" y="679"/>
                  </a:lnTo>
                  <a:lnTo>
                    <a:pt x="1137" y="667"/>
                  </a:lnTo>
                  <a:lnTo>
                    <a:pt x="1136" y="656"/>
                  </a:lnTo>
                  <a:lnTo>
                    <a:pt x="1135" y="645"/>
                  </a:lnTo>
                  <a:lnTo>
                    <a:pt x="1132" y="635"/>
                  </a:lnTo>
                  <a:lnTo>
                    <a:pt x="1129" y="624"/>
                  </a:lnTo>
                  <a:lnTo>
                    <a:pt x="1125" y="614"/>
                  </a:lnTo>
                  <a:lnTo>
                    <a:pt x="1120" y="604"/>
                  </a:lnTo>
                  <a:lnTo>
                    <a:pt x="1128" y="596"/>
                  </a:lnTo>
                  <a:lnTo>
                    <a:pt x="1133" y="586"/>
                  </a:lnTo>
                  <a:lnTo>
                    <a:pt x="1139" y="576"/>
                  </a:lnTo>
                  <a:lnTo>
                    <a:pt x="1143" y="567"/>
                  </a:lnTo>
                  <a:lnTo>
                    <a:pt x="1146" y="557"/>
                  </a:lnTo>
                  <a:lnTo>
                    <a:pt x="1149" y="546"/>
                  </a:lnTo>
                  <a:lnTo>
                    <a:pt x="1151" y="536"/>
                  </a:lnTo>
                  <a:lnTo>
                    <a:pt x="1151" y="526"/>
                  </a:lnTo>
                  <a:lnTo>
                    <a:pt x="1152" y="518"/>
                  </a:lnTo>
                  <a:lnTo>
                    <a:pt x="1152" y="512"/>
                  </a:lnTo>
                  <a:lnTo>
                    <a:pt x="1152" y="501"/>
                  </a:lnTo>
                  <a:lnTo>
                    <a:pt x="1152" y="492"/>
                  </a:lnTo>
                  <a:lnTo>
                    <a:pt x="1151" y="482"/>
                  </a:lnTo>
                  <a:lnTo>
                    <a:pt x="1149" y="474"/>
                  </a:lnTo>
                  <a:lnTo>
                    <a:pt x="1146" y="465"/>
                  </a:lnTo>
                  <a:lnTo>
                    <a:pt x="1142" y="455"/>
                  </a:lnTo>
                  <a:lnTo>
                    <a:pt x="1139" y="447"/>
                  </a:lnTo>
                  <a:lnTo>
                    <a:pt x="1133" y="438"/>
                  </a:lnTo>
                  <a:lnTo>
                    <a:pt x="1127" y="429"/>
                  </a:lnTo>
                  <a:lnTo>
                    <a:pt x="1120" y="421"/>
                  </a:lnTo>
                  <a:lnTo>
                    <a:pt x="1113" y="413"/>
                  </a:lnTo>
                  <a:lnTo>
                    <a:pt x="1105" y="406"/>
                  </a:lnTo>
                  <a:lnTo>
                    <a:pt x="1096" y="398"/>
                  </a:lnTo>
                  <a:lnTo>
                    <a:pt x="1086" y="392"/>
                  </a:lnTo>
                  <a:lnTo>
                    <a:pt x="1074" y="386"/>
                  </a:lnTo>
                  <a:lnTo>
                    <a:pt x="1063" y="381"/>
                  </a:lnTo>
                  <a:lnTo>
                    <a:pt x="1050" y="3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4" name="Freeform 83">
              <a:extLst>
                <a:ext uri="{FF2B5EF4-FFF2-40B4-BE49-F238E27FC236}">
                  <a16:creationId xmlns:a16="http://schemas.microsoft.com/office/drawing/2014/main" id="{648EE1B9-D5CD-4896-884A-8E987D93CF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8794" y="2189559"/>
              <a:ext cx="42863" cy="42863"/>
            </a:xfrm>
            <a:custGeom>
              <a:avLst/>
              <a:gdLst>
                <a:gd name="T0" fmla="*/ 50 w 108"/>
                <a:gd name="T1" fmla="*/ 71 h 108"/>
                <a:gd name="T2" fmla="*/ 44 w 108"/>
                <a:gd name="T3" fmla="*/ 69 h 108"/>
                <a:gd name="T4" fmla="*/ 39 w 108"/>
                <a:gd name="T5" fmla="*/ 64 h 108"/>
                <a:gd name="T6" fmla="*/ 36 w 108"/>
                <a:gd name="T7" fmla="*/ 57 h 108"/>
                <a:gd name="T8" fmla="*/ 36 w 108"/>
                <a:gd name="T9" fmla="*/ 50 h 108"/>
                <a:gd name="T10" fmla="*/ 39 w 108"/>
                <a:gd name="T11" fmla="*/ 44 h 108"/>
                <a:gd name="T12" fmla="*/ 44 w 108"/>
                <a:gd name="T13" fmla="*/ 39 h 108"/>
                <a:gd name="T14" fmla="*/ 50 w 108"/>
                <a:gd name="T15" fmla="*/ 37 h 108"/>
                <a:gd name="T16" fmla="*/ 58 w 108"/>
                <a:gd name="T17" fmla="*/ 37 h 108"/>
                <a:gd name="T18" fmla="*/ 64 w 108"/>
                <a:gd name="T19" fmla="*/ 39 h 108"/>
                <a:gd name="T20" fmla="*/ 69 w 108"/>
                <a:gd name="T21" fmla="*/ 44 h 108"/>
                <a:gd name="T22" fmla="*/ 72 w 108"/>
                <a:gd name="T23" fmla="*/ 50 h 108"/>
                <a:gd name="T24" fmla="*/ 72 w 108"/>
                <a:gd name="T25" fmla="*/ 57 h 108"/>
                <a:gd name="T26" fmla="*/ 69 w 108"/>
                <a:gd name="T27" fmla="*/ 64 h 108"/>
                <a:gd name="T28" fmla="*/ 64 w 108"/>
                <a:gd name="T29" fmla="*/ 69 h 108"/>
                <a:gd name="T30" fmla="*/ 58 w 108"/>
                <a:gd name="T31" fmla="*/ 71 h 108"/>
                <a:gd name="T32" fmla="*/ 54 w 108"/>
                <a:gd name="T33" fmla="*/ 71 h 108"/>
                <a:gd name="T34" fmla="*/ 48 w 108"/>
                <a:gd name="T35" fmla="*/ 0 h 108"/>
                <a:gd name="T36" fmla="*/ 38 w 108"/>
                <a:gd name="T37" fmla="*/ 2 h 108"/>
                <a:gd name="T38" fmla="*/ 24 w 108"/>
                <a:gd name="T39" fmla="*/ 9 h 108"/>
                <a:gd name="T40" fmla="*/ 9 w 108"/>
                <a:gd name="T41" fmla="*/ 24 h 108"/>
                <a:gd name="T42" fmla="*/ 3 w 108"/>
                <a:gd name="T43" fmla="*/ 38 h 108"/>
                <a:gd name="T44" fmla="*/ 0 w 108"/>
                <a:gd name="T45" fmla="*/ 49 h 108"/>
                <a:gd name="T46" fmla="*/ 0 w 108"/>
                <a:gd name="T47" fmla="*/ 59 h 108"/>
                <a:gd name="T48" fmla="*/ 3 w 108"/>
                <a:gd name="T49" fmla="*/ 70 h 108"/>
                <a:gd name="T50" fmla="*/ 9 w 108"/>
                <a:gd name="T51" fmla="*/ 84 h 108"/>
                <a:gd name="T52" fmla="*/ 24 w 108"/>
                <a:gd name="T53" fmla="*/ 98 h 108"/>
                <a:gd name="T54" fmla="*/ 38 w 108"/>
                <a:gd name="T55" fmla="*/ 106 h 108"/>
                <a:gd name="T56" fmla="*/ 48 w 108"/>
                <a:gd name="T57" fmla="*/ 108 h 108"/>
                <a:gd name="T58" fmla="*/ 60 w 108"/>
                <a:gd name="T59" fmla="*/ 108 h 108"/>
                <a:gd name="T60" fmla="*/ 70 w 108"/>
                <a:gd name="T61" fmla="*/ 106 h 108"/>
                <a:gd name="T62" fmla="*/ 84 w 108"/>
                <a:gd name="T63" fmla="*/ 98 h 108"/>
                <a:gd name="T64" fmla="*/ 99 w 108"/>
                <a:gd name="T65" fmla="*/ 84 h 108"/>
                <a:gd name="T66" fmla="*/ 105 w 108"/>
                <a:gd name="T67" fmla="*/ 70 h 108"/>
                <a:gd name="T68" fmla="*/ 107 w 108"/>
                <a:gd name="T69" fmla="*/ 59 h 108"/>
                <a:gd name="T70" fmla="*/ 107 w 108"/>
                <a:gd name="T71" fmla="*/ 49 h 108"/>
                <a:gd name="T72" fmla="*/ 105 w 108"/>
                <a:gd name="T73" fmla="*/ 38 h 108"/>
                <a:gd name="T74" fmla="*/ 99 w 108"/>
                <a:gd name="T75" fmla="*/ 24 h 108"/>
                <a:gd name="T76" fmla="*/ 84 w 108"/>
                <a:gd name="T77" fmla="*/ 9 h 108"/>
                <a:gd name="T78" fmla="*/ 70 w 108"/>
                <a:gd name="T79" fmla="*/ 2 h 108"/>
                <a:gd name="T80" fmla="*/ 60 w 108"/>
                <a:gd name="T8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108">
                  <a:moveTo>
                    <a:pt x="54" y="71"/>
                  </a:moveTo>
                  <a:lnTo>
                    <a:pt x="50" y="71"/>
                  </a:lnTo>
                  <a:lnTo>
                    <a:pt x="47" y="70"/>
                  </a:lnTo>
                  <a:lnTo>
                    <a:pt x="44" y="69"/>
                  </a:lnTo>
                  <a:lnTo>
                    <a:pt x="42" y="67"/>
                  </a:lnTo>
                  <a:lnTo>
                    <a:pt x="39" y="64"/>
                  </a:lnTo>
                  <a:lnTo>
                    <a:pt x="37" y="60"/>
                  </a:lnTo>
                  <a:lnTo>
                    <a:pt x="36" y="57"/>
                  </a:lnTo>
                  <a:lnTo>
                    <a:pt x="36" y="54"/>
                  </a:lnTo>
                  <a:lnTo>
                    <a:pt x="36" y="50"/>
                  </a:lnTo>
                  <a:lnTo>
                    <a:pt x="37" y="46"/>
                  </a:lnTo>
                  <a:lnTo>
                    <a:pt x="39" y="44"/>
                  </a:lnTo>
                  <a:lnTo>
                    <a:pt x="42" y="41"/>
                  </a:lnTo>
                  <a:lnTo>
                    <a:pt x="44" y="39"/>
                  </a:lnTo>
                  <a:lnTo>
                    <a:pt x="47" y="37"/>
                  </a:lnTo>
                  <a:lnTo>
                    <a:pt x="50" y="37"/>
                  </a:lnTo>
                  <a:lnTo>
                    <a:pt x="54" y="36"/>
                  </a:lnTo>
                  <a:lnTo>
                    <a:pt x="58" y="37"/>
                  </a:lnTo>
                  <a:lnTo>
                    <a:pt x="61" y="37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9" y="44"/>
                  </a:lnTo>
                  <a:lnTo>
                    <a:pt x="71" y="46"/>
                  </a:lnTo>
                  <a:lnTo>
                    <a:pt x="72" y="50"/>
                  </a:lnTo>
                  <a:lnTo>
                    <a:pt x="72" y="54"/>
                  </a:lnTo>
                  <a:lnTo>
                    <a:pt x="72" y="57"/>
                  </a:lnTo>
                  <a:lnTo>
                    <a:pt x="71" y="60"/>
                  </a:lnTo>
                  <a:lnTo>
                    <a:pt x="69" y="64"/>
                  </a:lnTo>
                  <a:lnTo>
                    <a:pt x="66" y="67"/>
                  </a:lnTo>
                  <a:lnTo>
                    <a:pt x="64" y="69"/>
                  </a:lnTo>
                  <a:lnTo>
                    <a:pt x="61" y="70"/>
                  </a:lnTo>
                  <a:lnTo>
                    <a:pt x="58" y="71"/>
                  </a:lnTo>
                  <a:lnTo>
                    <a:pt x="54" y="71"/>
                  </a:lnTo>
                  <a:lnTo>
                    <a:pt x="54" y="71"/>
                  </a:lnTo>
                  <a:close/>
                  <a:moveTo>
                    <a:pt x="54" y="0"/>
                  </a:moveTo>
                  <a:lnTo>
                    <a:pt x="48" y="0"/>
                  </a:lnTo>
                  <a:lnTo>
                    <a:pt x="43" y="1"/>
                  </a:lnTo>
                  <a:lnTo>
                    <a:pt x="38" y="2"/>
                  </a:lnTo>
                  <a:lnTo>
                    <a:pt x="33" y="4"/>
                  </a:lnTo>
                  <a:lnTo>
                    <a:pt x="24" y="9"/>
                  </a:lnTo>
                  <a:lnTo>
                    <a:pt x="16" y="15"/>
                  </a:lnTo>
                  <a:lnTo>
                    <a:pt x="9" y="24"/>
                  </a:lnTo>
                  <a:lnTo>
                    <a:pt x="4" y="32"/>
                  </a:lnTo>
                  <a:lnTo>
                    <a:pt x="3" y="38"/>
                  </a:lnTo>
                  <a:lnTo>
                    <a:pt x="2" y="43"/>
                  </a:lnTo>
                  <a:lnTo>
                    <a:pt x="0" y="49"/>
                  </a:lnTo>
                  <a:lnTo>
                    <a:pt x="0" y="54"/>
                  </a:lnTo>
                  <a:lnTo>
                    <a:pt x="0" y="59"/>
                  </a:lnTo>
                  <a:lnTo>
                    <a:pt x="2" y="65"/>
                  </a:lnTo>
                  <a:lnTo>
                    <a:pt x="3" y="70"/>
                  </a:lnTo>
                  <a:lnTo>
                    <a:pt x="4" y="75"/>
                  </a:lnTo>
                  <a:lnTo>
                    <a:pt x="9" y="84"/>
                  </a:lnTo>
                  <a:lnTo>
                    <a:pt x="16" y="92"/>
                  </a:lnTo>
                  <a:lnTo>
                    <a:pt x="24" y="98"/>
                  </a:lnTo>
                  <a:lnTo>
                    <a:pt x="33" y="104"/>
                  </a:lnTo>
                  <a:lnTo>
                    <a:pt x="38" y="106"/>
                  </a:lnTo>
                  <a:lnTo>
                    <a:pt x="43" y="107"/>
                  </a:lnTo>
                  <a:lnTo>
                    <a:pt x="48" y="108"/>
                  </a:lnTo>
                  <a:lnTo>
                    <a:pt x="54" y="108"/>
                  </a:lnTo>
                  <a:lnTo>
                    <a:pt x="60" y="108"/>
                  </a:lnTo>
                  <a:lnTo>
                    <a:pt x="65" y="107"/>
                  </a:lnTo>
                  <a:lnTo>
                    <a:pt x="70" y="106"/>
                  </a:lnTo>
                  <a:lnTo>
                    <a:pt x="75" y="104"/>
                  </a:lnTo>
                  <a:lnTo>
                    <a:pt x="84" y="98"/>
                  </a:lnTo>
                  <a:lnTo>
                    <a:pt x="92" y="92"/>
                  </a:lnTo>
                  <a:lnTo>
                    <a:pt x="99" y="84"/>
                  </a:lnTo>
                  <a:lnTo>
                    <a:pt x="104" y="75"/>
                  </a:lnTo>
                  <a:lnTo>
                    <a:pt x="105" y="70"/>
                  </a:lnTo>
                  <a:lnTo>
                    <a:pt x="107" y="65"/>
                  </a:lnTo>
                  <a:lnTo>
                    <a:pt x="107" y="59"/>
                  </a:lnTo>
                  <a:lnTo>
                    <a:pt x="108" y="54"/>
                  </a:lnTo>
                  <a:lnTo>
                    <a:pt x="107" y="49"/>
                  </a:lnTo>
                  <a:lnTo>
                    <a:pt x="107" y="43"/>
                  </a:lnTo>
                  <a:lnTo>
                    <a:pt x="105" y="38"/>
                  </a:lnTo>
                  <a:lnTo>
                    <a:pt x="104" y="32"/>
                  </a:lnTo>
                  <a:lnTo>
                    <a:pt x="99" y="24"/>
                  </a:lnTo>
                  <a:lnTo>
                    <a:pt x="92" y="15"/>
                  </a:lnTo>
                  <a:lnTo>
                    <a:pt x="84" y="9"/>
                  </a:lnTo>
                  <a:lnTo>
                    <a:pt x="75" y="4"/>
                  </a:lnTo>
                  <a:lnTo>
                    <a:pt x="70" y="2"/>
                  </a:lnTo>
                  <a:lnTo>
                    <a:pt x="65" y="1"/>
                  </a:lnTo>
                  <a:lnTo>
                    <a:pt x="60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5" name="Group 475">
            <a:extLst>
              <a:ext uri="{FF2B5EF4-FFF2-40B4-BE49-F238E27FC236}">
                <a16:creationId xmlns:a16="http://schemas.microsoft.com/office/drawing/2014/main" id="{ECB27C47-0900-4596-872D-2B6B71C90A47}"/>
              </a:ext>
            </a:extLst>
          </p:cNvPr>
          <p:cNvGrpSpPr/>
          <p:nvPr/>
        </p:nvGrpSpPr>
        <p:grpSpPr>
          <a:xfrm>
            <a:off x="2225504" y="3994025"/>
            <a:ext cx="662940" cy="964565"/>
            <a:chOff x="3720306" y="3668315"/>
            <a:chExt cx="314325" cy="457200"/>
          </a:xfrm>
          <a:solidFill>
            <a:schemeClr val="bg1"/>
          </a:solidFill>
        </p:grpSpPr>
        <p:sp>
          <p:nvSpPr>
            <p:cNvPr id="16" name="Freeform 114">
              <a:extLst>
                <a:ext uri="{FF2B5EF4-FFF2-40B4-BE49-F238E27FC236}">
                  <a16:creationId xmlns:a16="http://schemas.microsoft.com/office/drawing/2014/main" id="{07CFA620-C5D6-4409-8895-4D0BB23EC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0306" y="3668315"/>
              <a:ext cx="314325" cy="457200"/>
            </a:xfrm>
            <a:custGeom>
              <a:avLst/>
              <a:gdLst>
                <a:gd name="T0" fmla="*/ 184 w 793"/>
                <a:gd name="T1" fmla="*/ 669 h 1152"/>
                <a:gd name="T2" fmla="*/ 103 w 793"/>
                <a:gd name="T3" fmla="*/ 514 h 1152"/>
                <a:gd name="T4" fmla="*/ 78 w 793"/>
                <a:gd name="T5" fmla="*/ 439 h 1152"/>
                <a:gd name="T6" fmla="*/ 75 w 793"/>
                <a:gd name="T7" fmla="*/ 363 h 1152"/>
                <a:gd name="T8" fmla="*/ 92 w 793"/>
                <a:gd name="T9" fmla="*/ 284 h 1152"/>
                <a:gd name="T10" fmla="*/ 128 w 793"/>
                <a:gd name="T11" fmla="*/ 215 h 1152"/>
                <a:gd name="T12" fmla="*/ 180 w 793"/>
                <a:gd name="T13" fmla="*/ 156 h 1152"/>
                <a:gd name="T14" fmla="*/ 242 w 793"/>
                <a:gd name="T15" fmla="*/ 112 h 1152"/>
                <a:gd name="T16" fmla="*/ 316 w 793"/>
                <a:gd name="T17" fmla="*/ 82 h 1152"/>
                <a:gd name="T18" fmla="*/ 397 w 793"/>
                <a:gd name="T19" fmla="*/ 72 h 1152"/>
                <a:gd name="T20" fmla="*/ 478 w 793"/>
                <a:gd name="T21" fmla="*/ 82 h 1152"/>
                <a:gd name="T22" fmla="*/ 551 w 793"/>
                <a:gd name="T23" fmla="*/ 112 h 1152"/>
                <a:gd name="T24" fmla="*/ 615 w 793"/>
                <a:gd name="T25" fmla="*/ 156 h 1152"/>
                <a:gd name="T26" fmla="*/ 666 w 793"/>
                <a:gd name="T27" fmla="*/ 215 h 1152"/>
                <a:gd name="T28" fmla="*/ 701 w 793"/>
                <a:gd name="T29" fmla="*/ 284 h 1152"/>
                <a:gd name="T30" fmla="*/ 720 w 793"/>
                <a:gd name="T31" fmla="*/ 363 h 1152"/>
                <a:gd name="T32" fmla="*/ 717 w 793"/>
                <a:gd name="T33" fmla="*/ 438 h 1152"/>
                <a:gd name="T34" fmla="*/ 691 w 793"/>
                <a:gd name="T35" fmla="*/ 513 h 1152"/>
                <a:gd name="T36" fmla="*/ 610 w 793"/>
                <a:gd name="T37" fmla="*/ 669 h 1152"/>
                <a:gd name="T38" fmla="*/ 397 w 793"/>
                <a:gd name="T39" fmla="*/ 1080 h 1152"/>
                <a:gd name="T40" fmla="*/ 346 w 793"/>
                <a:gd name="T41" fmla="*/ 1067 h 1152"/>
                <a:gd name="T42" fmla="*/ 469 w 793"/>
                <a:gd name="T43" fmla="*/ 1036 h 1152"/>
                <a:gd name="T44" fmla="*/ 445 w 793"/>
                <a:gd name="T45" fmla="*/ 1071 h 1152"/>
                <a:gd name="T46" fmla="*/ 412 w 793"/>
                <a:gd name="T47" fmla="*/ 1079 h 1152"/>
                <a:gd name="T48" fmla="*/ 263 w 793"/>
                <a:gd name="T49" fmla="*/ 846 h 1152"/>
                <a:gd name="T50" fmla="*/ 528 w 793"/>
                <a:gd name="T51" fmla="*/ 857 h 1152"/>
                <a:gd name="T52" fmla="*/ 307 w 793"/>
                <a:gd name="T53" fmla="*/ 986 h 1152"/>
                <a:gd name="T54" fmla="*/ 290 w 793"/>
                <a:gd name="T55" fmla="*/ 931 h 1152"/>
                <a:gd name="T56" fmla="*/ 496 w 793"/>
                <a:gd name="T57" fmla="*/ 958 h 1152"/>
                <a:gd name="T58" fmla="*/ 376 w 793"/>
                <a:gd name="T59" fmla="*/ 0 h 1152"/>
                <a:gd name="T60" fmla="*/ 279 w 793"/>
                <a:gd name="T61" fmla="*/ 18 h 1152"/>
                <a:gd name="T62" fmla="*/ 192 w 793"/>
                <a:gd name="T63" fmla="*/ 58 h 1152"/>
                <a:gd name="T64" fmla="*/ 117 w 793"/>
                <a:gd name="T65" fmla="*/ 116 h 1152"/>
                <a:gd name="T66" fmla="*/ 59 w 793"/>
                <a:gd name="T67" fmla="*/ 190 h 1152"/>
                <a:gd name="T68" fmla="*/ 19 w 793"/>
                <a:gd name="T69" fmla="*/ 278 h 1152"/>
                <a:gd name="T70" fmla="*/ 2 w 793"/>
                <a:gd name="T71" fmla="*/ 375 h 1152"/>
                <a:gd name="T72" fmla="*/ 7 w 793"/>
                <a:gd name="T73" fmla="*/ 451 h 1152"/>
                <a:gd name="T74" fmla="*/ 59 w 793"/>
                <a:gd name="T75" fmla="*/ 589 h 1152"/>
                <a:gd name="T76" fmla="*/ 160 w 793"/>
                <a:gd name="T77" fmla="*/ 778 h 1152"/>
                <a:gd name="T78" fmla="*/ 234 w 793"/>
                <a:gd name="T79" fmla="*/ 994 h 1152"/>
                <a:gd name="T80" fmla="*/ 270 w 793"/>
                <a:gd name="T81" fmla="*/ 1086 h 1152"/>
                <a:gd name="T82" fmla="*/ 302 w 793"/>
                <a:gd name="T83" fmla="*/ 1125 h 1152"/>
                <a:gd name="T84" fmla="*/ 347 w 793"/>
                <a:gd name="T85" fmla="*/ 1146 h 1152"/>
                <a:gd name="T86" fmla="*/ 411 w 793"/>
                <a:gd name="T87" fmla="*/ 1152 h 1152"/>
                <a:gd name="T88" fmla="*/ 467 w 793"/>
                <a:gd name="T89" fmla="*/ 1140 h 1152"/>
                <a:gd name="T90" fmla="*/ 507 w 793"/>
                <a:gd name="T91" fmla="*/ 1111 h 1152"/>
                <a:gd name="T92" fmla="*/ 535 w 793"/>
                <a:gd name="T93" fmla="*/ 1066 h 1152"/>
                <a:gd name="T94" fmla="*/ 578 w 793"/>
                <a:gd name="T95" fmla="*/ 935 h 1152"/>
                <a:gd name="T96" fmla="*/ 633 w 793"/>
                <a:gd name="T97" fmla="*/ 779 h 1152"/>
                <a:gd name="T98" fmla="*/ 735 w 793"/>
                <a:gd name="T99" fmla="*/ 589 h 1152"/>
                <a:gd name="T100" fmla="*/ 787 w 793"/>
                <a:gd name="T101" fmla="*/ 451 h 1152"/>
                <a:gd name="T102" fmla="*/ 792 w 793"/>
                <a:gd name="T103" fmla="*/ 375 h 1152"/>
                <a:gd name="T104" fmla="*/ 775 w 793"/>
                <a:gd name="T105" fmla="*/ 278 h 1152"/>
                <a:gd name="T106" fmla="*/ 736 w 793"/>
                <a:gd name="T107" fmla="*/ 190 h 1152"/>
                <a:gd name="T108" fmla="*/ 677 w 793"/>
                <a:gd name="T109" fmla="*/ 116 h 1152"/>
                <a:gd name="T110" fmla="*/ 602 w 793"/>
                <a:gd name="T111" fmla="*/ 58 h 1152"/>
                <a:gd name="T112" fmla="*/ 515 w 793"/>
                <a:gd name="T113" fmla="*/ 18 h 1152"/>
                <a:gd name="T114" fmla="*/ 417 w 793"/>
                <a:gd name="T115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93" h="1152">
                  <a:moveTo>
                    <a:pt x="565" y="756"/>
                  </a:moveTo>
                  <a:lnTo>
                    <a:pt x="229" y="756"/>
                  </a:lnTo>
                  <a:lnTo>
                    <a:pt x="215" y="727"/>
                  </a:lnTo>
                  <a:lnTo>
                    <a:pt x="200" y="698"/>
                  </a:lnTo>
                  <a:lnTo>
                    <a:pt x="184" y="669"/>
                  </a:lnTo>
                  <a:lnTo>
                    <a:pt x="169" y="640"/>
                  </a:lnTo>
                  <a:lnTo>
                    <a:pt x="151" y="608"/>
                  </a:lnTo>
                  <a:lnTo>
                    <a:pt x="133" y="577"/>
                  </a:lnTo>
                  <a:lnTo>
                    <a:pt x="117" y="545"/>
                  </a:lnTo>
                  <a:lnTo>
                    <a:pt x="103" y="514"/>
                  </a:lnTo>
                  <a:lnTo>
                    <a:pt x="97" y="498"/>
                  </a:lnTo>
                  <a:lnTo>
                    <a:pt x="91" y="483"/>
                  </a:lnTo>
                  <a:lnTo>
                    <a:pt x="86" y="468"/>
                  </a:lnTo>
                  <a:lnTo>
                    <a:pt x="81" y="453"/>
                  </a:lnTo>
                  <a:lnTo>
                    <a:pt x="78" y="439"/>
                  </a:lnTo>
                  <a:lnTo>
                    <a:pt x="75" y="424"/>
                  </a:lnTo>
                  <a:lnTo>
                    <a:pt x="74" y="410"/>
                  </a:lnTo>
                  <a:lnTo>
                    <a:pt x="73" y="396"/>
                  </a:lnTo>
                  <a:lnTo>
                    <a:pt x="74" y="379"/>
                  </a:lnTo>
                  <a:lnTo>
                    <a:pt x="75" y="363"/>
                  </a:lnTo>
                  <a:lnTo>
                    <a:pt x="77" y="347"/>
                  </a:lnTo>
                  <a:lnTo>
                    <a:pt x="79" y="331"/>
                  </a:lnTo>
                  <a:lnTo>
                    <a:pt x="84" y="315"/>
                  </a:lnTo>
                  <a:lnTo>
                    <a:pt x="88" y="300"/>
                  </a:lnTo>
                  <a:lnTo>
                    <a:pt x="92" y="284"/>
                  </a:lnTo>
                  <a:lnTo>
                    <a:pt x="99" y="270"/>
                  </a:lnTo>
                  <a:lnTo>
                    <a:pt x="105" y="255"/>
                  </a:lnTo>
                  <a:lnTo>
                    <a:pt x="112" y="241"/>
                  </a:lnTo>
                  <a:lnTo>
                    <a:pt x="120" y="228"/>
                  </a:lnTo>
                  <a:lnTo>
                    <a:pt x="128" y="215"/>
                  </a:lnTo>
                  <a:lnTo>
                    <a:pt x="138" y="202"/>
                  </a:lnTo>
                  <a:lnTo>
                    <a:pt x="147" y="190"/>
                  </a:lnTo>
                  <a:lnTo>
                    <a:pt x="157" y="179"/>
                  </a:lnTo>
                  <a:lnTo>
                    <a:pt x="168" y="167"/>
                  </a:lnTo>
                  <a:lnTo>
                    <a:pt x="180" y="156"/>
                  </a:lnTo>
                  <a:lnTo>
                    <a:pt x="191" y="146"/>
                  </a:lnTo>
                  <a:lnTo>
                    <a:pt x="204" y="136"/>
                  </a:lnTo>
                  <a:lnTo>
                    <a:pt x="216" y="128"/>
                  </a:lnTo>
                  <a:lnTo>
                    <a:pt x="229" y="119"/>
                  </a:lnTo>
                  <a:lnTo>
                    <a:pt x="242" y="112"/>
                  </a:lnTo>
                  <a:lnTo>
                    <a:pt x="256" y="104"/>
                  </a:lnTo>
                  <a:lnTo>
                    <a:pt x="270" y="98"/>
                  </a:lnTo>
                  <a:lnTo>
                    <a:pt x="286" y="91"/>
                  </a:lnTo>
                  <a:lnTo>
                    <a:pt x="301" y="87"/>
                  </a:lnTo>
                  <a:lnTo>
                    <a:pt x="316" y="82"/>
                  </a:lnTo>
                  <a:lnTo>
                    <a:pt x="332" y="78"/>
                  </a:lnTo>
                  <a:lnTo>
                    <a:pt x="348" y="76"/>
                  </a:lnTo>
                  <a:lnTo>
                    <a:pt x="364" y="74"/>
                  </a:lnTo>
                  <a:lnTo>
                    <a:pt x="381" y="73"/>
                  </a:lnTo>
                  <a:lnTo>
                    <a:pt x="397" y="72"/>
                  </a:lnTo>
                  <a:lnTo>
                    <a:pt x="414" y="73"/>
                  </a:lnTo>
                  <a:lnTo>
                    <a:pt x="430" y="74"/>
                  </a:lnTo>
                  <a:lnTo>
                    <a:pt x="447" y="76"/>
                  </a:lnTo>
                  <a:lnTo>
                    <a:pt x="463" y="78"/>
                  </a:lnTo>
                  <a:lnTo>
                    <a:pt x="478" y="82"/>
                  </a:lnTo>
                  <a:lnTo>
                    <a:pt x="493" y="87"/>
                  </a:lnTo>
                  <a:lnTo>
                    <a:pt x="508" y="91"/>
                  </a:lnTo>
                  <a:lnTo>
                    <a:pt x="523" y="98"/>
                  </a:lnTo>
                  <a:lnTo>
                    <a:pt x="537" y="104"/>
                  </a:lnTo>
                  <a:lnTo>
                    <a:pt x="551" y="112"/>
                  </a:lnTo>
                  <a:lnTo>
                    <a:pt x="565" y="119"/>
                  </a:lnTo>
                  <a:lnTo>
                    <a:pt x="578" y="128"/>
                  </a:lnTo>
                  <a:lnTo>
                    <a:pt x="591" y="136"/>
                  </a:lnTo>
                  <a:lnTo>
                    <a:pt x="603" y="146"/>
                  </a:lnTo>
                  <a:lnTo>
                    <a:pt x="615" y="156"/>
                  </a:lnTo>
                  <a:lnTo>
                    <a:pt x="626" y="167"/>
                  </a:lnTo>
                  <a:lnTo>
                    <a:pt x="637" y="179"/>
                  </a:lnTo>
                  <a:lnTo>
                    <a:pt x="647" y="190"/>
                  </a:lnTo>
                  <a:lnTo>
                    <a:pt x="656" y="202"/>
                  </a:lnTo>
                  <a:lnTo>
                    <a:pt x="666" y="215"/>
                  </a:lnTo>
                  <a:lnTo>
                    <a:pt x="674" y="228"/>
                  </a:lnTo>
                  <a:lnTo>
                    <a:pt x="682" y="241"/>
                  </a:lnTo>
                  <a:lnTo>
                    <a:pt x="688" y="255"/>
                  </a:lnTo>
                  <a:lnTo>
                    <a:pt x="696" y="270"/>
                  </a:lnTo>
                  <a:lnTo>
                    <a:pt x="701" y="284"/>
                  </a:lnTo>
                  <a:lnTo>
                    <a:pt x="707" y="300"/>
                  </a:lnTo>
                  <a:lnTo>
                    <a:pt x="711" y="315"/>
                  </a:lnTo>
                  <a:lnTo>
                    <a:pt x="714" y="331"/>
                  </a:lnTo>
                  <a:lnTo>
                    <a:pt x="718" y="347"/>
                  </a:lnTo>
                  <a:lnTo>
                    <a:pt x="720" y="363"/>
                  </a:lnTo>
                  <a:lnTo>
                    <a:pt x="721" y="379"/>
                  </a:lnTo>
                  <a:lnTo>
                    <a:pt x="721" y="396"/>
                  </a:lnTo>
                  <a:lnTo>
                    <a:pt x="721" y="410"/>
                  </a:lnTo>
                  <a:lnTo>
                    <a:pt x="719" y="424"/>
                  </a:lnTo>
                  <a:lnTo>
                    <a:pt x="717" y="438"/>
                  </a:lnTo>
                  <a:lnTo>
                    <a:pt x="712" y="453"/>
                  </a:lnTo>
                  <a:lnTo>
                    <a:pt x="708" y="468"/>
                  </a:lnTo>
                  <a:lnTo>
                    <a:pt x="704" y="483"/>
                  </a:lnTo>
                  <a:lnTo>
                    <a:pt x="697" y="498"/>
                  </a:lnTo>
                  <a:lnTo>
                    <a:pt x="691" y="513"/>
                  </a:lnTo>
                  <a:lnTo>
                    <a:pt x="677" y="545"/>
                  </a:lnTo>
                  <a:lnTo>
                    <a:pt x="660" y="577"/>
                  </a:lnTo>
                  <a:lnTo>
                    <a:pt x="643" y="608"/>
                  </a:lnTo>
                  <a:lnTo>
                    <a:pt x="626" y="641"/>
                  </a:lnTo>
                  <a:lnTo>
                    <a:pt x="610" y="669"/>
                  </a:lnTo>
                  <a:lnTo>
                    <a:pt x="594" y="698"/>
                  </a:lnTo>
                  <a:lnTo>
                    <a:pt x="579" y="727"/>
                  </a:lnTo>
                  <a:lnTo>
                    <a:pt x="565" y="756"/>
                  </a:lnTo>
                  <a:lnTo>
                    <a:pt x="565" y="756"/>
                  </a:lnTo>
                  <a:close/>
                  <a:moveTo>
                    <a:pt x="397" y="1080"/>
                  </a:moveTo>
                  <a:lnTo>
                    <a:pt x="384" y="1079"/>
                  </a:lnTo>
                  <a:lnTo>
                    <a:pt x="373" y="1078"/>
                  </a:lnTo>
                  <a:lnTo>
                    <a:pt x="363" y="1076"/>
                  </a:lnTo>
                  <a:lnTo>
                    <a:pt x="355" y="1073"/>
                  </a:lnTo>
                  <a:lnTo>
                    <a:pt x="346" y="1067"/>
                  </a:lnTo>
                  <a:lnTo>
                    <a:pt x="339" y="1059"/>
                  </a:lnTo>
                  <a:lnTo>
                    <a:pt x="332" y="1049"/>
                  </a:lnTo>
                  <a:lnTo>
                    <a:pt x="326" y="1035"/>
                  </a:lnTo>
                  <a:lnTo>
                    <a:pt x="478" y="1016"/>
                  </a:lnTo>
                  <a:lnTo>
                    <a:pt x="469" y="1036"/>
                  </a:lnTo>
                  <a:lnTo>
                    <a:pt x="462" y="1051"/>
                  </a:lnTo>
                  <a:lnTo>
                    <a:pt x="457" y="1057"/>
                  </a:lnTo>
                  <a:lnTo>
                    <a:pt x="454" y="1062"/>
                  </a:lnTo>
                  <a:lnTo>
                    <a:pt x="450" y="1066"/>
                  </a:lnTo>
                  <a:lnTo>
                    <a:pt x="445" y="1071"/>
                  </a:lnTo>
                  <a:lnTo>
                    <a:pt x="440" y="1073"/>
                  </a:lnTo>
                  <a:lnTo>
                    <a:pt x="436" y="1075"/>
                  </a:lnTo>
                  <a:lnTo>
                    <a:pt x="430" y="1077"/>
                  </a:lnTo>
                  <a:lnTo>
                    <a:pt x="425" y="1078"/>
                  </a:lnTo>
                  <a:lnTo>
                    <a:pt x="412" y="1079"/>
                  </a:lnTo>
                  <a:lnTo>
                    <a:pt x="397" y="1080"/>
                  </a:lnTo>
                  <a:close/>
                  <a:moveTo>
                    <a:pt x="279" y="897"/>
                  </a:moveTo>
                  <a:lnTo>
                    <a:pt x="275" y="881"/>
                  </a:lnTo>
                  <a:lnTo>
                    <a:pt x="269" y="863"/>
                  </a:lnTo>
                  <a:lnTo>
                    <a:pt x="263" y="846"/>
                  </a:lnTo>
                  <a:lnTo>
                    <a:pt x="258" y="828"/>
                  </a:lnTo>
                  <a:lnTo>
                    <a:pt x="537" y="828"/>
                  </a:lnTo>
                  <a:lnTo>
                    <a:pt x="534" y="837"/>
                  </a:lnTo>
                  <a:lnTo>
                    <a:pt x="531" y="847"/>
                  </a:lnTo>
                  <a:lnTo>
                    <a:pt x="528" y="857"/>
                  </a:lnTo>
                  <a:lnTo>
                    <a:pt x="524" y="867"/>
                  </a:lnTo>
                  <a:lnTo>
                    <a:pt x="279" y="897"/>
                  </a:lnTo>
                  <a:close/>
                  <a:moveTo>
                    <a:pt x="491" y="978"/>
                  </a:moveTo>
                  <a:lnTo>
                    <a:pt x="312" y="1000"/>
                  </a:lnTo>
                  <a:lnTo>
                    <a:pt x="307" y="986"/>
                  </a:lnTo>
                  <a:lnTo>
                    <a:pt x="302" y="970"/>
                  </a:lnTo>
                  <a:lnTo>
                    <a:pt x="296" y="952"/>
                  </a:lnTo>
                  <a:lnTo>
                    <a:pt x="290" y="932"/>
                  </a:lnTo>
                  <a:lnTo>
                    <a:pt x="290" y="931"/>
                  </a:lnTo>
                  <a:lnTo>
                    <a:pt x="290" y="931"/>
                  </a:lnTo>
                  <a:lnTo>
                    <a:pt x="512" y="903"/>
                  </a:lnTo>
                  <a:lnTo>
                    <a:pt x="508" y="919"/>
                  </a:lnTo>
                  <a:lnTo>
                    <a:pt x="504" y="936"/>
                  </a:lnTo>
                  <a:lnTo>
                    <a:pt x="499" y="946"/>
                  </a:lnTo>
                  <a:lnTo>
                    <a:pt x="496" y="958"/>
                  </a:lnTo>
                  <a:lnTo>
                    <a:pt x="493" y="968"/>
                  </a:lnTo>
                  <a:lnTo>
                    <a:pt x="491" y="978"/>
                  </a:lnTo>
                  <a:lnTo>
                    <a:pt x="491" y="978"/>
                  </a:lnTo>
                  <a:close/>
                  <a:moveTo>
                    <a:pt x="397" y="0"/>
                  </a:moveTo>
                  <a:lnTo>
                    <a:pt x="376" y="0"/>
                  </a:lnTo>
                  <a:lnTo>
                    <a:pt x="357" y="1"/>
                  </a:lnTo>
                  <a:lnTo>
                    <a:pt x="336" y="5"/>
                  </a:lnTo>
                  <a:lnTo>
                    <a:pt x="317" y="8"/>
                  </a:lnTo>
                  <a:lnTo>
                    <a:pt x="299" y="12"/>
                  </a:lnTo>
                  <a:lnTo>
                    <a:pt x="279" y="18"/>
                  </a:lnTo>
                  <a:lnTo>
                    <a:pt x="261" y="24"/>
                  </a:lnTo>
                  <a:lnTo>
                    <a:pt x="242" y="31"/>
                  </a:lnTo>
                  <a:lnTo>
                    <a:pt x="225" y="39"/>
                  </a:lnTo>
                  <a:lnTo>
                    <a:pt x="208" y="48"/>
                  </a:lnTo>
                  <a:lnTo>
                    <a:pt x="192" y="58"/>
                  </a:lnTo>
                  <a:lnTo>
                    <a:pt x="175" y="67"/>
                  </a:lnTo>
                  <a:lnTo>
                    <a:pt x="160" y="78"/>
                  </a:lnTo>
                  <a:lnTo>
                    <a:pt x="145" y="90"/>
                  </a:lnTo>
                  <a:lnTo>
                    <a:pt x="131" y="103"/>
                  </a:lnTo>
                  <a:lnTo>
                    <a:pt x="117" y="116"/>
                  </a:lnTo>
                  <a:lnTo>
                    <a:pt x="104" y="130"/>
                  </a:lnTo>
                  <a:lnTo>
                    <a:pt x="91" y="144"/>
                  </a:lnTo>
                  <a:lnTo>
                    <a:pt x="79" y="159"/>
                  </a:lnTo>
                  <a:lnTo>
                    <a:pt x="69" y="174"/>
                  </a:lnTo>
                  <a:lnTo>
                    <a:pt x="59" y="190"/>
                  </a:lnTo>
                  <a:lnTo>
                    <a:pt x="49" y="207"/>
                  </a:lnTo>
                  <a:lnTo>
                    <a:pt x="40" y="224"/>
                  </a:lnTo>
                  <a:lnTo>
                    <a:pt x="32" y="242"/>
                  </a:lnTo>
                  <a:lnTo>
                    <a:pt x="25" y="260"/>
                  </a:lnTo>
                  <a:lnTo>
                    <a:pt x="19" y="278"/>
                  </a:lnTo>
                  <a:lnTo>
                    <a:pt x="13" y="297"/>
                  </a:lnTo>
                  <a:lnTo>
                    <a:pt x="9" y="316"/>
                  </a:lnTo>
                  <a:lnTo>
                    <a:pt x="6" y="335"/>
                  </a:lnTo>
                  <a:lnTo>
                    <a:pt x="3" y="356"/>
                  </a:lnTo>
                  <a:lnTo>
                    <a:pt x="2" y="375"/>
                  </a:lnTo>
                  <a:lnTo>
                    <a:pt x="0" y="396"/>
                  </a:lnTo>
                  <a:lnTo>
                    <a:pt x="2" y="410"/>
                  </a:lnTo>
                  <a:lnTo>
                    <a:pt x="3" y="424"/>
                  </a:lnTo>
                  <a:lnTo>
                    <a:pt x="5" y="437"/>
                  </a:lnTo>
                  <a:lnTo>
                    <a:pt x="7" y="451"/>
                  </a:lnTo>
                  <a:lnTo>
                    <a:pt x="13" y="479"/>
                  </a:lnTo>
                  <a:lnTo>
                    <a:pt x="22" y="506"/>
                  </a:lnTo>
                  <a:lnTo>
                    <a:pt x="33" y="534"/>
                  </a:lnTo>
                  <a:lnTo>
                    <a:pt x="46" y="561"/>
                  </a:lnTo>
                  <a:lnTo>
                    <a:pt x="59" y="589"/>
                  </a:lnTo>
                  <a:lnTo>
                    <a:pt x="74" y="617"/>
                  </a:lnTo>
                  <a:lnTo>
                    <a:pt x="103" y="671"/>
                  </a:lnTo>
                  <a:lnTo>
                    <a:pt x="133" y="725"/>
                  </a:lnTo>
                  <a:lnTo>
                    <a:pt x="147" y="752"/>
                  </a:lnTo>
                  <a:lnTo>
                    <a:pt x="160" y="778"/>
                  </a:lnTo>
                  <a:lnTo>
                    <a:pt x="172" y="804"/>
                  </a:lnTo>
                  <a:lnTo>
                    <a:pt x="182" y="830"/>
                  </a:lnTo>
                  <a:lnTo>
                    <a:pt x="206" y="901"/>
                  </a:lnTo>
                  <a:lnTo>
                    <a:pt x="225" y="965"/>
                  </a:lnTo>
                  <a:lnTo>
                    <a:pt x="234" y="994"/>
                  </a:lnTo>
                  <a:lnTo>
                    <a:pt x="242" y="1020"/>
                  </a:lnTo>
                  <a:lnTo>
                    <a:pt x="251" y="1045"/>
                  </a:lnTo>
                  <a:lnTo>
                    <a:pt x="260" y="1066"/>
                  </a:lnTo>
                  <a:lnTo>
                    <a:pt x="265" y="1076"/>
                  </a:lnTo>
                  <a:lnTo>
                    <a:pt x="270" y="1086"/>
                  </a:lnTo>
                  <a:lnTo>
                    <a:pt x="276" y="1094"/>
                  </a:lnTo>
                  <a:lnTo>
                    <a:pt x="281" y="1103"/>
                  </a:lnTo>
                  <a:lnTo>
                    <a:pt x="288" y="1111"/>
                  </a:lnTo>
                  <a:lnTo>
                    <a:pt x="295" y="1118"/>
                  </a:lnTo>
                  <a:lnTo>
                    <a:pt x="302" y="1125"/>
                  </a:lnTo>
                  <a:lnTo>
                    <a:pt x="310" y="1130"/>
                  </a:lnTo>
                  <a:lnTo>
                    <a:pt x="318" y="1135"/>
                  </a:lnTo>
                  <a:lnTo>
                    <a:pt x="328" y="1140"/>
                  </a:lnTo>
                  <a:lnTo>
                    <a:pt x="337" y="1143"/>
                  </a:lnTo>
                  <a:lnTo>
                    <a:pt x="347" y="1146"/>
                  </a:lnTo>
                  <a:lnTo>
                    <a:pt x="359" y="1148"/>
                  </a:lnTo>
                  <a:lnTo>
                    <a:pt x="371" y="1151"/>
                  </a:lnTo>
                  <a:lnTo>
                    <a:pt x="383" y="1152"/>
                  </a:lnTo>
                  <a:lnTo>
                    <a:pt x="397" y="1152"/>
                  </a:lnTo>
                  <a:lnTo>
                    <a:pt x="411" y="1152"/>
                  </a:lnTo>
                  <a:lnTo>
                    <a:pt x="424" y="1151"/>
                  </a:lnTo>
                  <a:lnTo>
                    <a:pt x="436" y="1148"/>
                  </a:lnTo>
                  <a:lnTo>
                    <a:pt x="448" y="1146"/>
                  </a:lnTo>
                  <a:lnTo>
                    <a:pt x="457" y="1143"/>
                  </a:lnTo>
                  <a:lnTo>
                    <a:pt x="467" y="1140"/>
                  </a:lnTo>
                  <a:lnTo>
                    <a:pt x="477" y="1135"/>
                  </a:lnTo>
                  <a:lnTo>
                    <a:pt x="485" y="1130"/>
                  </a:lnTo>
                  <a:lnTo>
                    <a:pt x="493" y="1125"/>
                  </a:lnTo>
                  <a:lnTo>
                    <a:pt x="501" y="1118"/>
                  </a:lnTo>
                  <a:lnTo>
                    <a:pt x="507" y="1111"/>
                  </a:lnTo>
                  <a:lnTo>
                    <a:pt x="513" y="1103"/>
                  </a:lnTo>
                  <a:lnTo>
                    <a:pt x="519" y="1095"/>
                  </a:lnTo>
                  <a:lnTo>
                    <a:pt x="524" y="1086"/>
                  </a:lnTo>
                  <a:lnTo>
                    <a:pt x="530" y="1077"/>
                  </a:lnTo>
                  <a:lnTo>
                    <a:pt x="535" y="1066"/>
                  </a:lnTo>
                  <a:lnTo>
                    <a:pt x="544" y="1045"/>
                  </a:lnTo>
                  <a:lnTo>
                    <a:pt x="552" y="1021"/>
                  </a:lnTo>
                  <a:lnTo>
                    <a:pt x="561" y="994"/>
                  </a:lnTo>
                  <a:lnTo>
                    <a:pt x="570" y="966"/>
                  </a:lnTo>
                  <a:lnTo>
                    <a:pt x="578" y="935"/>
                  </a:lnTo>
                  <a:lnTo>
                    <a:pt x="588" y="902"/>
                  </a:lnTo>
                  <a:lnTo>
                    <a:pt x="599" y="868"/>
                  </a:lnTo>
                  <a:lnTo>
                    <a:pt x="612" y="831"/>
                  </a:lnTo>
                  <a:lnTo>
                    <a:pt x="621" y="805"/>
                  </a:lnTo>
                  <a:lnTo>
                    <a:pt x="633" y="779"/>
                  </a:lnTo>
                  <a:lnTo>
                    <a:pt x="646" y="753"/>
                  </a:lnTo>
                  <a:lnTo>
                    <a:pt x="660" y="726"/>
                  </a:lnTo>
                  <a:lnTo>
                    <a:pt x="691" y="672"/>
                  </a:lnTo>
                  <a:lnTo>
                    <a:pt x="721" y="617"/>
                  </a:lnTo>
                  <a:lnTo>
                    <a:pt x="735" y="589"/>
                  </a:lnTo>
                  <a:lnTo>
                    <a:pt x="749" y="561"/>
                  </a:lnTo>
                  <a:lnTo>
                    <a:pt x="761" y="533"/>
                  </a:lnTo>
                  <a:lnTo>
                    <a:pt x="772" y="506"/>
                  </a:lnTo>
                  <a:lnTo>
                    <a:pt x="780" y="478"/>
                  </a:lnTo>
                  <a:lnTo>
                    <a:pt x="787" y="451"/>
                  </a:lnTo>
                  <a:lnTo>
                    <a:pt x="790" y="437"/>
                  </a:lnTo>
                  <a:lnTo>
                    <a:pt x="791" y="423"/>
                  </a:lnTo>
                  <a:lnTo>
                    <a:pt x="792" y="410"/>
                  </a:lnTo>
                  <a:lnTo>
                    <a:pt x="793" y="396"/>
                  </a:lnTo>
                  <a:lnTo>
                    <a:pt x="792" y="375"/>
                  </a:lnTo>
                  <a:lnTo>
                    <a:pt x="791" y="356"/>
                  </a:lnTo>
                  <a:lnTo>
                    <a:pt x="789" y="335"/>
                  </a:lnTo>
                  <a:lnTo>
                    <a:pt x="785" y="316"/>
                  </a:lnTo>
                  <a:lnTo>
                    <a:pt x="780" y="297"/>
                  </a:lnTo>
                  <a:lnTo>
                    <a:pt x="775" y="278"/>
                  </a:lnTo>
                  <a:lnTo>
                    <a:pt x="769" y="260"/>
                  </a:lnTo>
                  <a:lnTo>
                    <a:pt x="762" y="242"/>
                  </a:lnTo>
                  <a:lnTo>
                    <a:pt x="754" y="224"/>
                  </a:lnTo>
                  <a:lnTo>
                    <a:pt x="746" y="207"/>
                  </a:lnTo>
                  <a:lnTo>
                    <a:pt x="736" y="190"/>
                  </a:lnTo>
                  <a:lnTo>
                    <a:pt x="725" y="174"/>
                  </a:lnTo>
                  <a:lnTo>
                    <a:pt x="714" y="159"/>
                  </a:lnTo>
                  <a:lnTo>
                    <a:pt x="703" y="144"/>
                  </a:lnTo>
                  <a:lnTo>
                    <a:pt x="691" y="130"/>
                  </a:lnTo>
                  <a:lnTo>
                    <a:pt x="677" y="116"/>
                  </a:lnTo>
                  <a:lnTo>
                    <a:pt x="664" y="103"/>
                  </a:lnTo>
                  <a:lnTo>
                    <a:pt x="648" y="90"/>
                  </a:lnTo>
                  <a:lnTo>
                    <a:pt x="633" y="78"/>
                  </a:lnTo>
                  <a:lnTo>
                    <a:pt x="618" y="67"/>
                  </a:lnTo>
                  <a:lnTo>
                    <a:pt x="602" y="58"/>
                  </a:lnTo>
                  <a:lnTo>
                    <a:pt x="586" y="48"/>
                  </a:lnTo>
                  <a:lnTo>
                    <a:pt x="569" y="39"/>
                  </a:lnTo>
                  <a:lnTo>
                    <a:pt x="551" y="31"/>
                  </a:lnTo>
                  <a:lnTo>
                    <a:pt x="533" y="24"/>
                  </a:lnTo>
                  <a:lnTo>
                    <a:pt x="515" y="18"/>
                  </a:lnTo>
                  <a:lnTo>
                    <a:pt x="496" y="12"/>
                  </a:lnTo>
                  <a:lnTo>
                    <a:pt x="477" y="8"/>
                  </a:lnTo>
                  <a:lnTo>
                    <a:pt x="457" y="5"/>
                  </a:lnTo>
                  <a:lnTo>
                    <a:pt x="438" y="1"/>
                  </a:lnTo>
                  <a:lnTo>
                    <a:pt x="417" y="0"/>
                  </a:lnTo>
                  <a:lnTo>
                    <a:pt x="3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17" name="Freeform 115">
              <a:extLst>
                <a:ext uri="{FF2B5EF4-FFF2-40B4-BE49-F238E27FC236}">
                  <a16:creationId xmlns:a16="http://schemas.microsoft.com/office/drawing/2014/main" id="{04FB28E6-90D3-4C7A-BC56-803C1EBF6A78}"/>
                </a:ext>
              </a:extLst>
            </p:cNvPr>
            <p:cNvSpPr/>
            <p:nvPr/>
          </p:nvSpPr>
          <p:spPr bwMode="auto">
            <a:xfrm>
              <a:off x="3791743" y="3739753"/>
              <a:ext cx="93663" cy="93663"/>
            </a:xfrm>
            <a:custGeom>
              <a:avLst/>
              <a:gdLst>
                <a:gd name="T0" fmla="*/ 205 w 234"/>
                <a:gd name="T1" fmla="*/ 1 h 234"/>
                <a:gd name="T2" fmla="*/ 183 w 234"/>
                <a:gd name="T3" fmla="*/ 3 h 234"/>
                <a:gd name="T4" fmla="*/ 152 w 234"/>
                <a:gd name="T5" fmla="*/ 9 h 234"/>
                <a:gd name="T6" fmla="*/ 113 w 234"/>
                <a:gd name="T7" fmla="*/ 26 h 234"/>
                <a:gd name="T8" fmla="*/ 79 w 234"/>
                <a:gd name="T9" fmla="*/ 49 h 234"/>
                <a:gd name="T10" fmla="*/ 50 w 234"/>
                <a:gd name="T11" fmla="*/ 78 h 234"/>
                <a:gd name="T12" fmla="*/ 26 w 234"/>
                <a:gd name="T13" fmla="*/ 113 h 234"/>
                <a:gd name="T14" fmla="*/ 10 w 234"/>
                <a:gd name="T15" fmla="*/ 152 h 234"/>
                <a:gd name="T16" fmla="*/ 2 w 234"/>
                <a:gd name="T17" fmla="*/ 183 h 234"/>
                <a:gd name="T18" fmla="*/ 0 w 234"/>
                <a:gd name="T19" fmla="*/ 205 h 234"/>
                <a:gd name="T20" fmla="*/ 0 w 234"/>
                <a:gd name="T21" fmla="*/ 220 h 234"/>
                <a:gd name="T22" fmla="*/ 3 w 234"/>
                <a:gd name="T23" fmla="*/ 226 h 234"/>
                <a:gd name="T24" fmla="*/ 7 w 234"/>
                <a:gd name="T25" fmla="*/ 231 h 234"/>
                <a:gd name="T26" fmla="*/ 14 w 234"/>
                <a:gd name="T27" fmla="*/ 234 h 234"/>
                <a:gd name="T28" fmla="*/ 21 w 234"/>
                <a:gd name="T29" fmla="*/ 234 h 234"/>
                <a:gd name="T30" fmla="*/ 28 w 234"/>
                <a:gd name="T31" fmla="*/ 231 h 234"/>
                <a:gd name="T32" fmla="*/ 33 w 234"/>
                <a:gd name="T33" fmla="*/ 226 h 234"/>
                <a:gd name="T34" fmla="*/ 35 w 234"/>
                <a:gd name="T35" fmla="*/ 220 h 234"/>
                <a:gd name="T36" fmla="*/ 37 w 234"/>
                <a:gd name="T37" fmla="*/ 197 h 234"/>
                <a:gd name="T38" fmla="*/ 44 w 234"/>
                <a:gd name="T39" fmla="*/ 163 h 234"/>
                <a:gd name="T40" fmla="*/ 58 w 234"/>
                <a:gd name="T41" fmla="*/ 130 h 234"/>
                <a:gd name="T42" fmla="*/ 78 w 234"/>
                <a:gd name="T43" fmla="*/ 101 h 234"/>
                <a:gd name="T44" fmla="*/ 101 w 234"/>
                <a:gd name="T45" fmla="*/ 77 h 234"/>
                <a:gd name="T46" fmla="*/ 131 w 234"/>
                <a:gd name="T47" fmla="*/ 58 h 234"/>
                <a:gd name="T48" fmla="*/ 163 w 234"/>
                <a:gd name="T49" fmla="*/ 44 h 234"/>
                <a:gd name="T50" fmla="*/ 197 w 234"/>
                <a:gd name="T51" fmla="*/ 36 h 234"/>
                <a:gd name="T52" fmla="*/ 219 w 234"/>
                <a:gd name="T53" fmla="*/ 35 h 234"/>
                <a:gd name="T54" fmla="*/ 226 w 234"/>
                <a:gd name="T55" fmla="*/ 33 h 234"/>
                <a:gd name="T56" fmla="*/ 231 w 234"/>
                <a:gd name="T57" fmla="*/ 28 h 234"/>
                <a:gd name="T58" fmla="*/ 233 w 234"/>
                <a:gd name="T59" fmla="*/ 21 h 234"/>
                <a:gd name="T60" fmla="*/ 233 w 234"/>
                <a:gd name="T61" fmla="*/ 15 h 234"/>
                <a:gd name="T62" fmla="*/ 231 w 234"/>
                <a:gd name="T63" fmla="*/ 8 h 234"/>
                <a:gd name="T64" fmla="*/ 226 w 234"/>
                <a:gd name="T65" fmla="*/ 3 h 234"/>
                <a:gd name="T66" fmla="*/ 219 w 234"/>
                <a:gd name="T67" fmla="*/ 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4" h="234">
                  <a:moveTo>
                    <a:pt x="216" y="0"/>
                  </a:moveTo>
                  <a:lnTo>
                    <a:pt x="205" y="1"/>
                  </a:lnTo>
                  <a:lnTo>
                    <a:pt x="194" y="1"/>
                  </a:lnTo>
                  <a:lnTo>
                    <a:pt x="183" y="3"/>
                  </a:lnTo>
                  <a:lnTo>
                    <a:pt x="173" y="4"/>
                  </a:lnTo>
                  <a:lnTo>
                    <a:pt x="152" y="9"/>
                  </a:lnTo>
                  <a:lnTo>
                    <a:pt x="132" y="17"/>
                  </a:lnTo>
                  <a:lnTo>
                    <a:pt x="113" y="26"/>
                  </a:lnTo>
                  <a:lnTo>
                    <a:pt x="95" y="36"/>
                  </a:lnTo>
                  <a:lnTo>
                    <a:pt x="79" y="49"/>
                  </a:lnTo>
                  <a:lnTo>
                    <a:pt x="64" y="63"/>
                  </a:lnTo>
                  <a:lnTo>
                    <a:pt x="50" y="78"/>
                  </a:lnTo>
                  <a:lnTo>
                    <a:pt x="37" y="95"/>
                  </a:lnTo>
                  <a:lnTo>
                    <a:pt x="26" y="113"/>
                  </a:lnTo>
                  <a:lnTo>
                    <a:pt x="17" y="131"/>
                  </a:lnTo>
                  <a:lnTo>
                    <a:pt x="10" y="152"/>
                  </a:lnTo>
                  <a:lnTo>
                    <a:pt x="4" y="172"/>
                  </a:lnTo>
                  <a:lnTo>
                    <a:pt x="2" y="183"/>
                  </a:lnTo>
                  <a:lnTo>
                    <a:pt x="1" y="194"/>
                  </a:lnTo>
                  <a:lnTo>
                    <a:pt x="0" y="205"/>
                  </a:lnTo>
                  <a:lnTo>
                    <a:pt x="0" y="216"/>
                  </a:lnTo>
                  <a:lnTo>
                    <a:pt x="0" y="220"/>
                  </a:lnTo>
                  <a:lnTo>
                    <a:pt x="1" y="223"/>
                  </a:lnTo>
                  <a:lnTo>
                    <a:pt x="3" y="226"/>
                  </a:lnTo>
                  <a:lnTo>
                    <a:pt x="5" y="229"/>
                  </a:lnTo>
                  <a:lnTo>
                    <a:pt x="7" y="231"/>
                  </a:lnTo>
                  <a:lnTo>
                    <a:pt x="11" y="233"/>
                  </a:lnTo>
                  <a:lnTo>
                    <a:pt x="14" y="234"/>
                  </a:lnTo>
                  <a:lnTo>
                    <a:pt x="18" y="234"/>
                  </a:lnTo>
                  <a:lnTo>
                    <a:pt x="21" y="234"/>
                  </a:lnTo>
                  <a:lnTo>
                    <a:pt x="25" y="233"/>
                  </a:lnTo>
                  <a:lnTo>
                    <a:pt x="28" y="231"/>
                  </a:lnTo>
                  <a:lnTo>
                    <a:pt x="31" y="229"/>
                  </a:lnTo>
                  <a:lnTo>
                    <a:pt x="33" y="226"/>
                  </a:lnTo>
                  <a:lnTo>
                    <a:pt x="34" y="223"/>
                  </a:lnTo>
                  <a:lnTo>
                    <a:pt x="35" y="220"/>
                  </a:lnTo>
                  <a:lnTo>
                    <a:pt x="35" y="216"/>
                  </a:lnTo>
                  <a:lnTo>
                    <a:pt x="37" y="197"/>
                  </a:lnTo>
                  <a:lnTo>
                    <a:pt x="40" y="180"/>
                  </a:lnTo>
                  <a:lnTo>
                    <a:pt x="44" y="163"/>
                  </a:lnTo>
                  <a:lnTo>
                    <a:pt x="51" y="145"/>
                  </a:lnTo>
                  <a:lnTo>
                    <a:pt x="58" y="130"/>
                  </a:lnTo>
                  <a:lnTo>
                    <a:pt x="67" y="115"/>
                  </a:lnTo>
                  <a:lnTo>
                    <a:pt x="78" y="101"/>
                  </a:lnTo>
                  <a:lnTo>
                    <a:pt x="88" y="88"/>
                  </a:lnTo>
                  <a:lnTo>
                    <a:pt x="101" y="77"/>
                  </a:lnTo>
                  <a:lnTo>
                    <a:pt x="115" y="67"/>
                  </a:lnTo>
                  <a:lnTo>
                    <a:pt x="131" y="58"/>
                  </a:lnTo>
                  <a:lnTo>
                    <a:pt x="146" y="50"/>
                  </a:lnTo>
                  <a:lnTo>
                    <a:pt x="163" y="44"/>
                  </a:lnTo>
                  <a:lnTo>
                    <a:pt x="180" y="40"/>
                  </a:lnTo>
                  <a:lnTo>
                    <a:pt x="197" y="36"/>
                  </a:lnTo>
                  <a:lnTo>
                    <a:pt x="216" y="36"/>
                  </a:lnTo>
                  <a:lnTo>
                    <a:pt x="219" y="35"/>
                  </a:lnTo>
                  <a:lnTo>
                    <a:pt x="223" y="34"/>
                  </a:lnTo>
                  <a:lnTo>
                    <a:pt x="226" y="33"/>
                  </a:lnTo>
                  <a:lnTo>
                    <a:pt x="229" y="31"/>
                  </a:lnTo>
                  <a:lnTo>
                    <a:pt x="231" y="28"/>
                  </a:lnTo>
                  <a:lnTo>
                    <a:pt x="232" y="24"/>
                  </a:lnTo>
                  <a:lnTo>
                    <a:pt x="233" y="21"/>
                  </a:lnTo>
                  <a:lnTo>
                    <a:pt x="234" y="18"/>
                  </a:lnTo>
                  <a:lnTo>
                    <a:pt x="233" y="15"/>
                  </a:lnTo>
                  <a:lnTo>
                    <a:pt x="232" y="10"/>
                  </a:lnTo>
                  <a:lnTo>
                    <a:pt x="231" y="8"/>
                  </a:lnTo>
                  <a:lnTo>
                    <a:pt x="229" y="5"/>
                  </a:lnTo>
                  <a:lnTo>
                    <a:pt x="226" y="3"/>
                  </a:lnTo>
                  <a:lnTo>
                    <a:pt x="223" y="2"/>
                  </a:lnTo>
                  <a:lnTo>
                    <a:pt x="219" y="1"/>
                  </a:lnTo>
                  <a:lnTo>
                    <a:pt x="2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8" name="Group 478">
            <a:extLst>
              <a:ext uri="{FF2B5EF4-FFF2-40B4-BE49-F238E27FC236}">
                <a16:creationId xmlns:a16="http://schemas.microsoft.com/office/drawing/2014/main" id="{861A714D-C03F-4E20-B33F-5783DB22F8B0}"/>
              </a:ext>
            </a:extLst>
          </p:cNvPr>
          <p:cNvGrpSpPr/>
          <p:nvPr/>
        </p:nvGrpSpPr>
        <p:grpSpPr>
          <a:xfrm>
            <a:off x="5521154" y="4040380"/>
            <a:ext cx="871855" cy="871855"/>
            <a:chOff x="4563268" y="2753915"/>
            <a:chExt cx="457200" cy="457200"/>
          </a:xfrm>
          <a:solidFill>
            <a:schemeClr val="bg1"/>
          </a:solidFill>
        </p:grpSpPr>
        <p:sp>
          <p:nvSpPr>
            <p:cNvPr id="19" name="Freeform 124">
              <a:extLst>
                <a:ext uri="{FF2B5EF4-FFF2-40B4-BE49-F238E27FC236}">
                  <a16:creationId xmlns:a16="http://schemas.microsoft.com/office/drawing/2014/main" id="{0217C917-9514-4A10-944D-E7802037C1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3268" y="2753915"/>
              <a:ext cx="457200" cy="457200"/>
            </a:xfrm>
            <a:custGeom>
              <a:avLst/>
              <a:gdLst>
                <a:gd name="T0" fmla="*/ 924 w 1152"/>
                <a:gd name="T1" fmla="*/ 677 h 1152"/>
                <a:gd name="T2" fmla="*/ 896 w 1152"/>
                <a:gd name="T3" fmla="*/ 742 h 1152"/>
                <a:gd name="T4" fmla="*/ 905 w 1152"/>
                <a:gd name="T5" fmla="*/ 804 h 1152"/>
                <a:gd name="T6" fmla="*/ 765 w 1152"/>
                <a:gd name="T7" fmla="*/ 893 h 1152"/>
                <a:gd name="T8" fmla="*/ 704 w 1152"/>
                <a:gd name="T9" fmla="*/ 912 h 1152"/>
                <a:gd name="T10" fmla="*/ 653 w 1152"/>
                <a:gd name="T11" fmla="*/ 952 h 1152"/>
                <a:gd name="T12" fmla="*/ 499 w 1152"/>
                <a:gd name="T13" fmla="*/ 952 h 1152"/>
                <a:gd name="T14" fmla="*/ 448 w 1152"/>
                <a:gd name="T15" fmla="*/ 912 h 1152"/>
                <a:gd name="T16" fmla="*/ 388 w 1152"/>
                <a:gd name="T17" fmla="*/ 893 h 1152"/>
                <a:gd name="T18" fmla="*/ 247 w 1152"/>
                <a:gd name="T19" fmla="*/ 804 h 1152"/>
                <a:gd name="T20" fmla="*/ 256 w 1152"/>
                <a:gd name="T21" fmla="*/ 742 h 1152"/>
                <a:gd name="T22" fmla="*/ 228 w 1152"/>
                <a:gd name="T23" fmla="*/ 677 h 1152"/>
                <a:gd name="T24" fmla="*/ 72 w 1152"/>
                <a:gd name="T25" fmla="*/ 625 h 1152"/>
                <a:gd name="T26" fmla="*/ 222 w 1152"/>
                <a:gd name="T27" fmla="*/ 482 h 1152"/>
                <a:gd name="T28" fmla="*/ 253 w 1152"/>
                <a:gd name="T29" fmla="*/ 420 h 1152"/>
                <a:gd name="T30" fmla="*/ 253 w 1152"/>
                <a:gd name="T31" fmla="*/ 356 h 1152"/>
                <a:gd name="T32" fmla="*/ 378 w 1152"/>
                <a:gd name="T33" fmla="*/ 259 h 1152"/>
                <a:gd name="T34" fmla="*/ 438 w 1152"/>
                <a:gd name="T35" fmla="*/ 244 h 1152"/>
                <a:gd name="T36" fmla="*/ 495 w 1152"/>
                <a:gd name="T37" fmla="*/ 208 h 1152"/>
                <a:gd name="T38" fmla="*/ 649 w 1152"/>
                <a:gd name="T39" fmla="*/ 192 h 1152"/>
                <a:gd name="T40" fmla="*/ 694 w 1152"/>
                <a:gd name="T41" fmla="*/ 236 h 1152"/>
                <a:gd name="T42" fmla="*/ 756 w 1152"/>
                <a:gd name="T43" fmla="*/ 259 h 1152"/>
                <a:gd name="T44" fmla="*/ 967 w 1152"/>
                <a:gd name="T45" fmla="*/ 255 h 1152"/>
                <a:gd name="T46" fmla="*/ 894 w 1152"/>
                <a:gd name="T47" fmla="*/ 401 h 1152"/>
                <a:gd name="T48" fmla="*/ 919 w 1152"/>
                <a:gd name="T49" fmla="*/ 466 h 1152"/>
                <a:gd name="T50" fmla="*/ 970 w 1152"/>
                <a:gd name="T51" fmla="*/ 505 h 1152"/>
                <a:gd name="T52" fmla="*/ 975 w 1152"/>
                <a:gd name="T53" fmla="*/ 411 h 1152"/>
                <a:gd name="T54" fmla="*/ 1037 w 1152"/>
                <a:gd name="T55" fmla="*/ 272 h 1152"/>
                <a:gd name="T56" fmla="*/ 1023 w 1152"/>
                <a:gd name="T57" fmla="*/ 208 h 1152"/>
                <a:gd name="T58" fmla="*/ 918 w 1152"/>
                <a:gd name="T59" fmla="*/ 116 h 1152"/>
                <a:gd name="T60" fmla="*/ 857 w 1152"/>
                <a:gd name="T61" fmla="*/ 125 h 1152"/>
                <a:gd name="T62" fmla="*/ 694 w 1152"/>
                <a:gd name="T63" fmla="*/ 51 h 1152"/>
                <a:gd name="T64" fmla="*/ 649 w 1152"/>
                <a:gd name="T65" fmla="*/ 4 h 1152"/>
                <a:gd name="T66" fmla="*/ 514 w 1152"/>
                <a:gd name="T67" fmla="*/ 1 h 1152"/>
                <a:gd name="T68" fmla="*/ 462 w 1152"/>
                <a:gd name="T69" fmla="*/ 40 h 1152"/>
                <a:gd name="T70" fmla="*/ 400 w 1152"/>
                <a:gd name="T71" fmla="*/ 182 h 1152"/>
                <a:gd name="T72" fmla="*/ 247 w 1152"/>
                <a:gd name="T73" fmla="*/ 113 h 1152"/>
                <a:gd name="T74" fmla="*/ 203 w 1152"/>
                <a:gd name="T75" fmla="*/ 134 h 1152"/>
                <a:gd name="T76" fmla="*/ 113 w 1152"/>
                <a:gd name="T77" fmla="*/ 247 h 1152"/>
                <a:gd name="T78" fmla="*/ 188 w 1152"/>
                <a:gd name="T79" fmla="*/ 387 h 1152"/>
                <a:gd name="T80" fmla="*/ 45 w 1152"/>
                <a:gd name="T81" fmla="*/ 460 h 1152"/>
                <a:gd name="T82" fmla="*/ 2 w 1152"/>
                <a:gd name="T83" fmla="*/ 508 h 1152"/>
                <a:gd name="T84" fmla="*/ 2 w 1152"/>
                <a:gd name="T85" fmla="*/ 643 h 1152"/>
                <a:gd name="T86" fmla="*/ 45 w 1152"/>
                <a:gd name="T87" fmla="*/ 692 h 1152"/>
                <a:gd name="T88" fmla="*/ 188 w 1152"/>
                <a:gd name="T89" fmla="*/ 764 h 1152"/>
                <a:gd name="T90" fmla="*/ 113 w 1152"/>
                <a:gd name="T91" fmla="*/ 905 h 1152"/>
                <a:gd name="T92" fmla="*/ 203 w 1152"/>
                <a:gd name="T93" fmla="*/ 1018 h 1152"/>
                <a:gd name="T94" fmla="*/ 247 w 1152"/>
                <a:gd name="T95" fmla="*/ 1039 h 1152"/>
                <a:gd name="T96" fmla="*/ 400 w 1152"/>
                <a:gd name="T97" fmla="*/ 969 h 1152"/>
                <a:gd name="T98" fmla="*/ 462 w 1152"/>
                <a:gd name="T99" fmla="*/ 1112 h 1152"/>
                <a:gd name="T100" fmla="*/ 514 w 1152"/>
                <a:gd name="T101" fmla="*/ 1151 h 1152"/>
                <a:gd name="T102" fmla="*/ 649 w 1152"/>
                <a:gd name="T103" fmla="*/ 1148 h 1152"/>
                <a:gd name="T104" fmla="*/ 694 w 1152"/>
                <a:gd name="T105" fmla="*/ 1100 h 1152"/>
                <a:gd name="T106" fmla="*/ 857 w 1152"/>
                <a:gd name="T107" fmla="*/ 1027 h 1152"/>
                <a:gd name="T108" fmla="*/ 918 w 1152"/>
                <a:gd name="T109" fmla="*/ 1036 h 1152"/>
                <a:gd name="T110" fmla="*/ 1023 w 1152"/>
                <a:gd name="T111" fmla="*/ 944 h 1152"/>
                <a:gd name="T112" fmla="*/ 1037 w 1152"/>
                <a:gd name="T113" fmla="*/ 881 h 1152"/>
                <a:gd name="T114" fmla="*/ 975 w 1152"/>
                <a:gd name="T115" fmla="*/ 742 h 1152"/>
                <a:gd name="T116" fmla="*/ 1118 w 1152"/>
                <a:gd name="T117" fmla="*/ 687 h 1152"/>
                <a:gd name="T118" fmla="*/ 1151 w 1152"/>
                <a:gd name="T119" fmla="*/ 631 h 1152"/>
                <a:gd name="T120" fmla="*/ 1143 w 1152"/>
                <a:gd name="T121" fmla="*/ 491 h 1152"/>
                <a:gd name="T122" fmla="*/ 1094 w 1152"/>
                <a:gd name="T123" fmla="*/ 456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52" h="1152">
                  <a:moveTo>
                    <a:pt x="970" y="647"/>
                  </a:moveTo>
                  <a:lnTo>
                    <a:pt x="960" y="650"/>
                  </a:lnTo>
                  <a:lnTo>
                    <a:pt x="951" y="653"/>
                  </a:lnTo>
                  <a:lnTo>
                    <a:pt x="944" y="657"/>
                  </a:lnTo>
                  <a:lnTo>
                    <a:pt x="936" y="664"/>
                  </a:lnTo>
                  <a:lnTo>
                    <a:pt x="930" y="670"/>
                  </a:lnTo>
                  <a:lnTo>
                    <a:pt x="924" y="677"/>
                  </a:lnTo>
                  <a:lnTo>
                    <a:pt x="919" y="685"/>
                  </a:lnTo>
                  <a:lnTo>
                    <a:pt x="916" y="694"/>
                  </a:lnTo>
                  <a:lnTo>
                    <a:pt x="913" y="704"/>
                  </a:lnTo>
                  <a:lnTo>
                    <a:pt x="908" y="714"/>
                  </a:lnTo>
                  <a:lnTo>
                    <a:pt x="904" y="723"/>
                  </a:lnTo>
                  <a:lnTo>
                    <a:pt x="900" y="733"/>
                  </a:lnTo>
                  <a:lnTo>
                    <a:pt x="896" y="742"/>
                  </a:lnTo>
                  <a:lnTo>
                    <a:pt x="894" y="750"/>
                  </a:lnTo>
                  <a:lnTo>
                    <a:pt x="893" y="760"/>
                  </a:lnTo>
                  <a:lnTo>
                    <a:pt x="893" y="769"/>
                  </a:lnTo>
                  <a:lnTo>
                    <a:pt x="894" y="778"/>
                  </a:lnTo>
                  <a:lnTo>
                    <a:pt x="896" y="787"/>
                  </a:lnTo>
                  <a:lnTo>
                    <a:pt x="900" y="796"/>
                  </a:lnTo>
                  <a:lnTo>
                    <a:pt x="905" y="804"/>
                  </a:lnTo>
                  <a:lnTo>
                    <a:pt x="967" y="898"/>
                  </a:lnTo>
                  <a:lnTo>
                    <a:pt x="897" y="967"/>
                  </a:lnTo>
                  <a:lnTo>
                    <a:pt x="805" y="905"/>
                  </a:lnTo>
                  <a:lnTo>
                    <a:pt x="795" y="899"/>
                  </a:lnTo>
                  <a:lnTo>
                    <a:pt x="785" y="895"/>
                  </a:lnTo>
                  <a:lnTo>
                    <a:pt x="774" y="893"/>
                  </a:lnTo>
                  <a:lnTo>
                    <a:pt x="765" y="893"/>
                  </a:lnTo>
                  <a:lnTo>
                    <a:pt x="756" y="893"/>
                  </a:lnTo>
                  <a:lnTo>
                    <a:pt x="748" y="894"/>
                  </a:lnTo>
                  <a:lnTo>
                    <a:pt x="741" y="896"/>
                  </a:lnTo>
                  <a:lnTo>
                    <a:pt x="733" y="899"/>
                  </a:lnTo>
                  <a:lnTo>
                    <a:pt x="724" y="904"/>
                  </a:lnTo>
                  <a:lnTo>
                    <a:pt x="714" y="908"/>
                  </a:lnTo>
                  <a:lnTo>
                    <a:pt x="704" y="912"/>
                  </a:lnTo>
                  <a:lnTo>
                    <a:pt x="694" y="915"/>
                  </a:lnTo>
                  <a:lnTo>
                    <a:pt x="686" y="920"/>
                  </a:lnTo>
                  <a:lnTo>
                    <a:pt x="677" y="924"/>
                  </a:lnTo>
                  <a:lnTo>
                    <a:pt x="670" y="930"/>
                  </a:lnTo>
                  <a:lnTo>
                    <a:pt x="663" y="936"/>
                  </a:lnTo>
                  <a:lnTo>
                    <a:pt x="658" y="944"/>
                  </a:lnTo>
                  <a:lnTo>
                    <a:pt x="653" y="952"/>
                  </a:lnTo>
                  <a:lnTo>
                    <a:pt x="650" y="961"/>
                  </a:lnTo>
                  <a:lnTo>
                    <a:pt x="647" y="969"/>
                  </a:lnTo>
                  <a:lnTo>
                    <a:pt x="625" y="1080"/>
                  </a:lnTo>
                  <a:lnTo>
                    <a:pt x="527" y="1080"/>
                  </a:lnTo>
                  <a:lnTo>
                    <a:pt x="505" y="969"/>
                  </a:lnTo>
                  <a:lnTo>
                    <a:pt x="502" y="961"/>
                  </a:lnTo>
                  <a:lnTo>
                    <a:pt x="499" y="952"/>
                  </a:lnTo>
                  <a:lnTo>
                    <a:pt x="495" y="944"/>
                  </a:lnTo>
                  <a:lnTo>
                    <a:pt x="489" y="936"/>
                  </a:lnTo>
                  <a:lnTo>
                    <a:pt x="483" y="930"/>
                  </a:lnTo>
                  <a:lnTo>
                    <a:pt x="475" y="924"/>
                  </a:lnTo>
                  <a:lnTo>
                    <a:pt x="466" y="920"/>
                  </a:lnTo>
                  <a:lnTo>
                    <a:pt x="458" y="915"/>
                  </a:lnTo>
                  <a:lnTo>
                    <a:pt x="448" y="912"/>
                  </a:lnTo>
                  <a:lnTo>
                    <a:pt x="438" y="908"/>
                  </a:lnTo>
                  <a:lnTo>
                    <a:pt x="429" y="904"/>
                  </a:lnTo>
                  <a:lnTo>
                    <a:pt x="419" y="899"/>
                  </a:lnTo>
                  <a:lnTo>
                    <a:pt x="411" y="896"/>
                  </a:lnTo>
                  <a:lnTo>
                    <a:pt x="404" y="894"/>
                  </a:lnTo>
                  <a:lnTo>
                    <a:pt x="396" y="893"/>
                  </a:lnTo>
                  <a:lnTo>
                    <a:pt x="388" y="893"/>
                  </a:lnTo>
                  <a:lnTo>
                    <a:pt x="378" y="893"/>
                  </a:lnTo>
                  <a:lnTo>
                    <a:pt x="367" y="895"/>
                  </a:lnTo>
                  <a:lnTo>
                    <a:pt x="357" y="899"/>
                  </a:lnTo>
                  <a:lnTo>
                    <a:pt x="348" y="905"/>
                  </a:lnTo>
                  <a:lnTo>
                    <a:pt x="255" y="967"/>
                  </a:lnTo>
                  <a:lnTo>
                    <a:pt x="185" y="898"/>
                  </a:lnTo>
                  <a:lnTo>
                    <a:pt x="247" y="804"/>
                  </a:lnTo>
                  <a:lnTo>
                    <a:pt x="253" y="796"/>
                  </a:lnTo>
                  <a:lnTo>
                    <a:pt x="256" y="787"/>
                  </a:lnTo>
                  <a:lnTo>
                    <a:pt x="258" y="778"/>
                  </a:lnTo>
                  <a:lnTo>
                    <a:pt x="259" y="769"/>
                  </a:lnTo>
                  <a:lnTo>
                    <a:pt x="259" y="760"/>
                  </a:lnTo>
                  <a:lnTo>
                    <a:pt x="258" y="750"/>
                  </a:lnTo>
                  <a:lnTo>
                    <a:pt x="256" y="742"/>
                  </a:lnTo>
                  <a:lnTo>
                    <a:pt x="253" y="733"/>
                  </a:lnTo>
                  <a:lnTo>
                    <a:pt x="248" y="723"/>
                  </a:lnTo>
                  <a:lnTo>
                    <a:pt x="244" y="714"/>
                  </a:lnTo>
                  <a:lnTo>
                    <a:pt x="240" y="704"/>
                  </a:lnTo>
                  <a:lnTo>
                    <a:pt x="236" y="694"/>
                  </a:lnTo>
                  <a:lnTo>
                    <a:pt x="232" y="685"/>
                  </a:lnTo>
                  <a:lnTo>
                    <a:pt x="228" y="677"/>
                  </a:lnTo>
                  <a:lnTo>
                    <a:pt x="222" y="670"/>
                  </a:lnTo>
                  <a:lnTo>
                    <a:pt x="216" y="664"/>
                  </a:lnTo>
                  <a:lnTo>
                    <a:pt x="208" y="657"/>
                  </a:lnTo>
                  <a:lnTo>
                    <a:pt x="200" y="653"/>
                  </a:lnTo>
                  <a:lnTo>
                    <a:pt x="191" y="650"/>
                  </a:lnTo>
                  <a:lnTo>
                    <a:pt x="182" y="647"/>
                  </a:lnTo>
                  <a:lnTo>
                    <a:pt x="72" y="625"/>
                  </a:lnTo>
                  <a:lnTo>
                    <a:pt x="72" y="527"/>
                  </a:lnTo>
                  <a:lnTo>
                    <a:pt x="182" y="505"/>
                  </a:lnTo>
                  <a:lnTo>
                    <a:pt x="191" y="503"/>
                  </a:lnTo>
                  <a:lnTo>
                    <a:pt x="200" y="499"/>
                  </a:lnTo>
                  <a:lnTo>
                    <a:pt x="208" y="494"/>
                  </a:lnTo>
                  <a:lnTo>
                    <a:pt x="216" y="489"/>
                  </a:lnTo>
                  <a:lnTo>
                    <a:pt x="222" y="482"/>
                  </a:lnTo>
                  <a:lnTo>
                    <a:pt x="228" y="475"/>
                  </a:lnTo>
                  <a:lnTo>
                    <a:pt x="232" y="466"/>
                  </a:lnTo>
                  <a:lnTo>
                    <a:pt x="236" y="458"/>
                  </a:lnTo>
                  <a:lnTo>
                    <a:pt x="240" y="448"/>
                  </a:lnTo>
                  <a:lnTo>
                    <a:pt x="244" y="438"/>
                  </a:lnTo>
                  <a:lnTo>
                    <a:pt x="248" y="428"/>
                  </a:lnTo>
                  <a:lnTo>
                    <a:pt x="253" y="420"/>
                  </a:lnTo>
                  <a:lnTo>
                    <a:pt x="256" y="410"/>
                  </a:lnTo>
                  <a:lnTo>
                    <a:pt x="258" y="401"/>
                  </a:lnTo>
                  <a:lnTo>
                    <a:pt x="259" y="392"/>
                  </a:lnTo>
                  <a:lnTo>
                    <a:pt x="259" y="383"/>
                  </a:lnTo>
                  <a:lnTo>
                    <a:pt x="258" y="373"/>
                  </a:lnTo>
                  <a:lnTo>
                    <a:pt x="256" y="365"/>
                  </a:lnTo>
                  <a:lnTo>
                    <a:pt x="253" y="356"/>
                  </a:lnTo>
                  <a:lnTo>
                    <a:pt x="247" y="347"/>
                  </a:lnTo>
                  <a:lnTo>
                    <a:pt x="185" y="255"/>
                  </a:lnTo>
                  <a:lnTo>
                    <a:pt x="255" y="185"/>
                  </a:lnTo>
                  <a:lnTo>
                    <a:pt x="348" y="247"/>
                  </a:lnTo>
                  <a:lnTo>
                    <a:pt x="357" y="252"/>
                  </a:lnTo>
                  <a:lnTo>
                    <a:pt x="367" y="257"/>
                  </a:lnTo>
                  <a:lnTo>
                    <a:pt x="378" y="259"/>
                  </a:lnTo>
                  <a:lnTo>
                    <a:pt x="388" y="260"/>
                  </a:lnTo>
                  <a:lnTo>
                    <a:pt x="396" y="259"/>
                  </a:lnTo>
                  <a:lnTo>
                    <a:pt x="404" y="258"/>
                  </a:lnTo>
                  <a:lnTo>
                    <a:pt x="411" y="256"/>
                  </a:lnTo>
                  <a:lnTo>
                    <a:pt x="419" y="252"/>
                  </a:lnTo>
                  <a:lnTo>
                    <a:pt x="429" y="248"/>
                  </a:lnTo>
                  <a:lnTo>
                    <a:pt x="438" y="244"/>
                  </a:lnTo>
                  <a:lnTo>
                    <a:pt x="448" y="239"/>
                  </a:lnTo>
                  <a:lnTo>
                    <a:pt x="458" y="236"/>
                  </a:lnTo>
                  <a:lnTo>
                    <a:pt x="466" y="233"/>
                  </a:lnTo>
                  <a:lnTo>
                    <a:pt x="475" y="228"/>
                  </a:lnTo>
                  <a:lnTo>
                    <a:pt x="482" y="222"/>
                  </a:lnTo>
                  <a:lnTo>
                    <a:pt x="489" y="216"/>
                  </a:lnTo>
                  <a:lnTo>
                    <a:pt x="495" y="208"/>
                  </a:lnTo>
                  <a:lnTo>
                    <a:pt x="499" y="201"/>
                  </a:lnTo>
                  <a:lnTo>
                    <a:pt x="502" y="192"/>
                  </a:lnTo>
                  <a:lnTo>
                    <a:pt x="505" y="182"/>
                  </a:lnTo>
                  <a:lnTo>
                    <a:pt x="527" y="72"/>
                  </a:lnTo>
                  <a:lnTo>
                    <a:pt x="625" y="72"/>
                  </a:lnTo>
                  <a:lnTo>
                    <a:pt x="647" y="182"/>
                  </a:lnTo>
                  <a:lnTo>
                    <a:pt x="649" y="192"/>
                  </a:lnTo>
                  <a:lnTo>
                    <a:pt x="653" y="201"/>
                  </a:lnTo>
                  <a:lnTo>
                    <a:pt x="658" y="208"/>
                  </a:lnTo>
                  <a:lnTo>
                    <a:pt x="663" y="216"/>
                  </a:lnTo>
                  <a:lnTo>
                    <a:pt x="670" y="222"/>
                  </a:lnTo>
                  <a:lnTo>
                    <a:pt x="677" y="228"/>
                  </a:lnTo>
                  <a:lnTo>
                    <a:pt x="686" y="233"/>
                  </a:lnTo>
                  <a:lnTo>
                    <a:pt x="694" y="236"/>
                  </a:lnTo>
                  <a:lnTo>
                    <a:pt x="704" y="239"/>
                  </a:lnTo>
                  <a:lnTo>
                    <a:pt x="714" y="244"/>
                  </a:lnTo>
                  <a:lnTo>
                    <a:pt x="724" y="248"/>
                  </a:lnTo>
                  <a:lnTo>
                    <a:pt x="732" y="252"/>
                  </a:lnTo>
                  <a:lnTo>
                    <a:pt x="741" y="256"/>
                  </a:lnTo>
                  <a:lnTo>
                    <a:pt x="748" y="258"/>
                  </a:lnTo>
                  <a:lnTo>
                    <a:pt x="756" y="259"/>
                  </a:lnTo>
                  <a:lnTo>
                    <a:pt x="765" y="260"/>
                  </a:lnTo>
                  <a:lnTo>
                    <a:pt x="774" y="259"/>
                  </a:lnTo>
                  <a:lnTo>
                    <a:pt x="785" y="257"/>
                  </a:lnTo>
                  <a:lnTo>
                    <a:pt x="795" y="252"/>
                  </a:lnTo>
                  <a:lnTo>
                    <a:pt x="805" y="247"/>
                  </a:lnTo>
                  <a:lnTo>
                    <a:pt x="897" y="185"/>
                  </a:lnTo>
                  <a:lnTo>
                    <a:pt x="967" y="255"/>
                  </a:lnTo>
                  <a:lnTo>
                    <a:pt x="905" y="347"/>
                  </a:lnTo>
                  <a:lnTo>
                    <a:pt x="900" y="356"/>
                  </a:lnTo>
                  <a:lnTo>
                    <a:pt x="896" y="365"/>
                  </a:lnTo>
                  <a:lnTo>
                    <a:pt x="894" y="373"/>
                  </a:lnTo>
                  <a:lnTo>
                    <a:pt x="893" y="383"/>
                  </a:lnTo>
                  <a:lnTo>
                    <a:pt x="893" y="392"/>
                  </a:lnTo>
                  <a:lnTo>
                    <a:pt x="894" y="401"/>
                  </a:lnTo>
                  <a:lnTo>
                    <a:pt x="896" y="410"/>
                  </a:lnTo>
                  <a:lnTo>
                    <a:pt x="900" y="419"/>
                  </a:lnTo>
                  <a:lnTo>
                    <a:pt x="904" y="428"/>
                  </a:lnTo>
                  <a:lnTo>
                    <a:pt x="908" y="438"/>
                  </a:lnTo>
                  <a:lnTo>
                    <a:pt x="913" y="448"/>
                  </a:lnTo>
                  <a:lnTo>
                    <a:pt x="916" y="458"/>
                  </a:lnTo>
                  <a:lnTo>
                    <a:pt x="919" y="466"/>
                  </a:lnTo>
                  <a:lnTo>
                    <a:pt x="924" y="475"/>
                  </a:lnTo>
                  <a:lnTo>
                    <a:pt x="930" y="482"/>
                  </a:lnTo>
                  <a:lnTo>
                    <a:pt x="936" y="489"/>
                  </a:lnTo>
                  <a:lnTo>
                    <a:pt x="944" y="494"/>
                  </a:lnTo>
                  <a:lnTo>
                    <a:pt x="951" y="499"/>
                  </a:lnTo>
                  <a:lnTo>
                    <a:pt x="960" y="503"/>
                  </a:lnTo>
                  <a:lnTo>
                    <a:pt x="970" y="505"/>
                  </a:lnTo>
                  <a:lnTo>
                    <a:pt x="1080" y="527"/>
                  </a:lnTo>
                  <a:lnTo>
                    <a:pt x="1080" y="625"/>
                  </a:lnTo>
                  <a:lnTo>
                    <a:pt x="970" y="647"/>
                  </a:lnTo>
                  <a:close/>
                  <a:moveTo>
                    <a:pt x="1094" y="456"/>
                  </a:moveTo>
                  <a:lnTo>
                    <a:pt x="984" y="434"/>
                  </a:lnTo>
                  <a:lnTo>
                    <a:pt x="979" y="422"/>
                  </a:lnTo>
                  <a:lnTo>
                    <a:pt x="975" y="411"/>
                  </a:lnTo>
                  <a:lnTo>
                    <a:pt x="970" y="399"/>
                  </a:lnTo>
                  <a:lnTo>
                    <a:pt x="964" y="387"/>
                  </a:lnTo>
                  <a:lnTo>
                    <a:pt x="1027" y="294"/>
                  </a:lnTo>
                  <a:lnTo>
                    <a:pt x="1030" y="289"/>
                  </a:lnTo>
                  <a:lnTo>
                    <a:pt x="1033" y="283"/>
                  </a:lnTo>
                  <a:lnTo>
                    <a:pt x="1036" y="277"/>
                  </a:lnTo>
                  <a:lnTo>
                    <a:pt x="1037" y="272"/>
                  </a:lnTo>
                  <a:lnTo>
                    <a:pt x="1039" y="259"/>
                  </a:lnTo>
                  <a:lnTo>
                    <a:pt x="1039" y="247"/>
                  </a:lnTo>
                  <a:lnTo>
                    <a:pt x="1037" y="235"/>
                  </a:lnTo>
                  <a:lnTo>
                    <a:pt x="1032" y="223"/>
                  </a:lnTo>
                  <a:lnTo>
                    <a:pt x="1029" y="218"/>
                  </a:lnTo>
                  <a:lnTo>
                    <a:pt x="1026" y="213"/>
                  </a:lnTo>
                  <a:lnTo>
                    <a:pt x="1023" y="208"/>
                  </a:lnTo>
                  <a:lnTo>
                    <a:pt x="1018" y="204"/>
                  </a:lnTo>
                  <a:lnTo>
                    <a:pt x="948" y="134"/>
                  </a:lnTo>
                  <a:lnTo>
                    <a:pt x="943" y="129"/>
                  </a:lnTo>
                  <a:lnTo>
                    <a:pt x="937" y="125"/>
                  </a:lnTo>
                  <a:lnTo>
                    <a:pt x="931" y="122"/>
                  </a:lnTo>
                  <a:lnTo>
                    <a:pt x="925" y="118"/>
                  </a:lnTo>
                  <a:lnTo>
                    <a:pt x="918" y="116"/>
                  </a:lnTo>
                  <a:lnTo>
                    <a:pt x="911" y="114"/>
                  </a:lnTo>
                  <a:lnTo>
                    <a:pt x="905" y="113"/>
                  </a:lnTo>
                  <a:lnTo>
                    <a:pt x="897" y="113"/>
                  </a:lnTo>
                  <a:lnTo>
                    <a:pt x="888" y="114"/>
                  </a:lnTo>
                  <a:lnTo>
                    <a:pt x="877" y="116"/>
                  </a:lnTo>
                  <a:lnTo>
                    <a:pt x="867" y="120"/>
                  </a:lnTo>
                  <a:lnTo>
                    <a:pt x="857" y="125"/>
                  </a:lnTo>
                  <a:lnTo>
                    <a:pt x="765" y="188"/>
                  </a:lnTo>
                  <a:lnTo>
                    <a:pt x="753" y="182"/>
                  </a:lnTo>
                  <a:lnTo>
                    <a:pt x="741" y="177"/>
                  </a:lnTo>
                  <a:lnTo>
                    <a:pt x="730" y="172"/>
                  </a:lnTo>
                  <a:lnTo>
                    <a:pt x="718" y="168"/>
                  </a:lnTo>
                  <a:lnTo>
                    <a:pt x="695" y="58"/>
                  </a:lnTo>
                  <a:lnTo>
                    <a:pt x="694" y="51"/>
                  </a:lnTo>
                  <a:lnTo>
                    <a:pt x="692" y="46"/>
                  </a:lnTo>
                  <a:lnTo>
                    <a:pt x="689" y="40"/>
                  </a:lnTo>
                  <a:lnTo>
                    <a:pt x="687" y="34"/>
                  </a:lnTo>
                  <a:lnTo>
                    <a:pt x="679" y="24"/>
                  </a:lnTo>
                  <a:lnTo>
                    <a:pt x="671" y="16"/>
                  </a:lnTo>
                  <a:lnTo>
                    <a:pt x="661" y="9"/>
                  </a:lnTo>
                  <a:lnTo>
                    <a:pt x="649" y="4"/>
                  </a:lnTo>
                  <a:lnTo>
                    <a:pt x="644" y="3"/>
                  </a:lnTo>
                  <a:lnTo>
                    <a:pt x="637" y="1"/>
                  </a:lnTo>
                  <a:lnTo>
                    <a:pt x="632" y="1"/>
                  </a:lnTo>
                  <a:lnTo>
                    <a:pt x="625" y="0"/>
                  </a:lnTo>
                  <a:lnTo>
                    <a:pt x="527" y="0"/>
                  </a:lnTo>
                  <a:lnTo>
                    <a:pt x="520" y="1"/>
                  </a:lnTo>
                  <a:lnTo>
                    <a:pt x="514" y="1"/>
                  </a:lnTo>
                  <a:lnTo>
                    <a:pt x="509" y="3"/>
                  </a:lnTo>
                  <a:lnTo>
                    <a:pt x="502" y="4"/>
                  </a:lnTo>
                  <a:lnTo>
                    <a:pt x="491" y="9"/>
                  </a:lnTo>
                  <a:lnTo>
                    <a:pt x="482" y="16"/>
                  </a:lnTo>
                  <a:lnTo>
                    <a:pt x="473" y="24"/>
                  </a:lnTo>
                  <a:lnTo>
                    <a:pt x="465" y="34"/>
                  </a:lnTo>
                  <a:lnTo>
                    <a:pt x="462" y="40"/>
                  </a:lnTo>
                  <a:lnTo>
                    <a:pt x="460" y="46"/>
                  </a:lnTo>
                  <a:lnTo>
                    <a:pt x="458" y="51"/>
                  </a:lnTo>
                  <a:lnTo>
                    <a:pt x="457" y="58"/>
                  </a:lnTo>
                  <a:lnTo>
                    <a:pt x="434" y="168"/>
                  </a:lnTo>
                  <a:lnTo>
                    <a:pt x="422" y="172"/>
                  </a:lnTo>
                  <a:lnTo>
                    <a:pt x="410" y="177"/>
                  </a:lnTo>
                  <a:lnTo>
                    <a:pt x="400" y="182"/>
                  </a:lnTo>
                  <a:lnTo>
                    <a:pt x="388" y="188"/>
                  </a:lnTo>
                  <a:lnTo>
                    <a:pt x="295" y="125"/>
                  </a:lnTo>
                  <a:lnTo>
                    <a:pt x="285" y="120"/>
                  </a:lnTo>
                  <a:lnTo>
                    <a:pt x="275" y="116"/>
                  </a:lnTo>
                  <a:lnTo>
                    <a:pt x="265" y="114"/>
                  </a:lnTo>
                  <a:lnTo>
                    <a:pt x="255" y="113"/>
                  </a:lnTo>
                  <a:lnTo>
                    <a:pt x="247" y="113"/>
                  </a:lnTo>
                  <a:lnTo>
                    <a:pt x="241" y="114"/>
                  </a:lnTo>
                  <a:lnTo>
                    <a:pt x="233" y="116"/>
                  </a:lnTo>
                  <a:lnTo>
                    <a:pt x="227" y="118"/>
                  </a:lnTo>
                  <a:lnTo>
                    <a:pt x="220" y="122"/>
                  </a:lnTo>
                  <a:lnTo>
                    <a:pt x="215" y="125"/>
                  </a:lnTo>
                  <a:lnTo>
                    <a:pt x="208" y="129"/>
                  </a:lnTo>
                  <a:lnTo>
                    <a:pt x="203" y="134"/>
                  </a:lnTo>
                  <a:lnTo>
                    <a:pt x="134" y="204"/>
                  </a:lnTo>
                  <a:lnTo>
                    <a:pt x="130" y="208"/>
                  </a:lnTo>
                  <a:lnTo>
                    <a:pt x="126" y="213"/>
                  </a:lnTo>
                  <a:lnTo>
                    <a:pt x="123" y="218"/>
                  </a:lnTo>
                  <a:lnTo>
                    <a:pt x="120" y="223"/>
                  </a:lnTo>
                  <a:lnTo>
                    <a:pt x="115" y="235"/>
                  </a:lnTo>
                  <a:lnTo>
                    <a:pt x="113" y="247"/>
                  </a:lnTo>
                  <a:lnTo>
                    <a:pt x="113" y="259"/>
                  </a:lnTo>
                  <a:lnTo>
                    <a:pt x="115" y="272"/>
                  </a:lnTo>
                  <a:lnTo>
                    <a:pt x="117" y="277"/>
                  </a:lnTo>
                  <a:lnTo>
                    <a:pt x="119" y="283"/>
                  </a:lnTo>
                  <a:lnTo>
                    <a:pt x="122" y="289"/>
                  </a:lnTo>
                  <a:lnTo>
                    <a:pt x="125" y="294"/>
                  </a:lnTo>
                  <a:lnTo>
                    <a:pt x="188" y="387"/>
                  </a:lnTo>
                  <a:lnTo>
                    <a:pt x="182" y="399"/>
                  </a:lnTo>
                  <a:lnTo>
                    <a:pt x="177" y="411"/>
                  </a:lnTo>
                  <a:lnTo>
                    <a:pt x="173" y="422"/>
                  </a:lnTo>
                  <a:lnTo>
                    <a:pt x="168" y="434"/>
                  </a:lnTo>
                  <a:lnTo>
                    <a:pt x="58" y="456"/>
                  </a:lnTo>
                  <a:lnTo>
                    <a:pt x="52" y="458"/>
                  </a:lnTo>
                  <a:lnTo>
                    <a:pt x="45" y="460"/>
                  </a:lnTo>
                  <a:lnTo>
                    <a:pt x="40" y="463"/>
                  </a:lnTo>
                  <a:lnTo>
                    <a:pt x="34" y="465"/>
                  </a:lnTo>
                  <a:lnTo>
                    <a:pt x="25" y="473"/>
                  </a:lnTo>
                  <a:lnTo>
                    <a:pt x="16" y="481"/>
                  </a:lnTo>
                  <a:lnTo>
                    <a:pt x="10" y="491"/>
                  </a:lnTo>
                  <a:lnTo>
                    <a:pt x="4" y="503"/>
                  </a:lnTo>
                  <a:lnTo>
                    <a:pt x="2" y="508"/>
                  </a:lnTo>
                  <a:lnTo>
                    <a:pt x="1" y="515"/>
                  </a:lnTo>
                  <a:lnTo>
                    <a:pt x="0" y="520"/>
                  </a:lnTo>
                  <a:lnTo>
                    <a:pt x="0" y="527"/>
                  </a:lnTo>
                  <a:lnTo>
                    <a:pt x="0" y="625"/>
                  </a:lnTo>
                  <a:lnTo>
                    <a:pt x="0" y="631"/>
                  </a:lnTo>
                  <a:lnTo>
                    <a:pt x="1" y="638"/>
                  </a:lnTo>
                  <a:lnTo>
                    <a:pt x="2" y="643"/>
                  </a:lnTo>
                  <a:lnTo>
                    <a:pt x="4" y="650"/>
                  </a:lnTo>
                  <a:lnTo>
                    <a:pt x="10" y="661"/>
                  </a:lnTo>
                  <a:lnTo>
                    <a:pt x="16" y="670"/>
                  </a:lnTo>
                  <a:lnTo>
                    <a:pt x="25" y="679"/>
                  </a:lnTo>
                  <a:lnTo>
                    <a:pt x="34" y="687"/>
                  </a:lnTo>
                  <a:lnTo>
                    <a:pt x="40" y="690"/>
                  </a:lnTo>
                  <a:lnTo>
                    <a:pt x="45" y="692"/>
                  </a:lnTo>
                  <a:lnTo>
                    <a:pt x="52" y="694"/>
                  </a:lnTo>
                  <a:lnTo>
                    <a:pt x="58" y="695"/>
                  </a:lnTo>
                  <a:lnTo>
                    <a:pt x="168" y="718"/>
                  </a:lnTo>
                  <a:lnTo>
                    <a:pt x="173" y="730"/>
                  </a:lnTo>
                  <a:lnTo>
                    <a:pt x="177" y="742"/>
                  </a:lnTo>
                  <a:lnTo>
                    <a:pt x="182" y="752"/>
                  </a:lnTo>
                  <a:lnTo>
                    <a:pt x="188" y="764"/>
                  </a:lnTo>
                  <a:lnTo>
                    <a:pt x="125" y="858"/>
                  </a:lnTo>
                  <a:lnTo>
                    <a:pt x="122" y="864"/>
                  </a:lnTo>
                  <a:lnTo>
                    <a:pt x="119" y="869"/>
                  </a:lnTo>
                  <a:lnTo>
                    <a:pt x="117" y="874"/>
                  </a:lnTo>
                  <a:lnTo>
                    <a:pt x="115" y="881"/>
                  </a:lnTo>
                  <a:lnTo>
                    <a:pt x="113" y="893"/>
                  </a:lnTo>
                  <a:lnTo>
                    <a:pt x="113" y="905"/>
                  </a:lnTo>
                  <a:lnTo>
                    <a:pt x="115" y="917"/>
                  </a:lnTo>
                  <a:lnTo>
                    <a:pt x="120" y="928"/>
                  </a:lnTo>
                  <a:lnTo>
                    <a:pt x="123" y="934"/>
                  </a:lnTo>
                  <a:lnTo>
                    <a:pt x="126" y="939"/>
                  </a:lnTo>
                  <a:lnTo>
                    <a:pt x="130" y="944"/>
                  </a:lnTo>
                  <a:lnTo>
                    <a:pt x="134" y="949"/>
                  </a:lnTo>
                  <a:lnTo>
                    <a:pt x="203" y="1018"/>
                  </a:lnTo>
                  <a:lnTo>
                    <a:pt x="208" y="1022"/>
                  </a:lnTo>
                  <a:lnTo>
                    <a:pt x="215" y="1027"/>
                  </a:lnTo>
                  <a:lnTo>
                    <a:pt x="220" y="1031"/>
                  </a:lnTo>
                  <a:lnTo>
                    <a:pt x="227" y="1033"/>
                  </a:lnTo>
                  <a:lnTo>
                    <a:pt x="233" y="1036"/>
                  </a:lnTo>
                  <a:lnTo>
                    <a:pt x="241" y="1038"/>
                  </a:lnTo>
                  <a:lnTo>
                    <a:pt x="247" y="1039"/>
                  </a:lnTo>
                  <a:lnTo>
                    <a:pt x="255" y="1039"/>
                  </a:lnTo>
                  <a:lnTo>
                    <a:pt x="265" y="1039"/>
                  </a:lnTo>
                  <a:lnTo>
                    <a:pt x="275" y="1036"/>
                  </a:lnTo>
                  <a:lnTo>
                    <a:pt x="285" y="1032"/>
                  </a:lnTo>
                  <a:lnTo>
                    <a:pt x="295" y="1027"/>
                  </a:lnTo>
                  <a:lnTo>
                    <a:pt x="388" y="964"/>
                  </a:lnTo>
                  <a:lnTo>
                    <a:pt x="400" y="969"/>
                  </a:lnTo>
                  <a:lnTo>
                    <a:pt x="410" y="975"/>
                  </a:lnTo>
                  <a:lnTo>
                    <a:pt x="422" y="979"/>
                  </a:lnTo>
                  <a:lnTo>
                    <a:pt x="434" y="984"/>
                  </a:lnTo>
                  <a:lnTo>
                    <a:pt x="457" y="1094"/>
                  </a:lnTo>
                  <a:lnTo>
                    <a:pt x="458" y="1100"/>
                  </a:lnTo>
                  <a:lnTo>
                    <a:pt x="460" y="1107"/>
                  </a:lnTo>
                  <a:lnTo>
                    <a:pt x="462" y="1112"/>
                  </a:lnTo>
                  <a:lnTo>
                    <a:pt x="465" y="1117"/>
                  </a:lnTo>
                  <a:lnTo>
                    <a:pt x="473" y="1127"/>
                  </a:lnTo>
                  <a:lnTo>
                    <a:pt x="482" y="1136"/>
                  </a:lnTo>
                  <a:lnTo>
                    <a:pt x="491" y="1142"/>
                  </a:lnTo>
                  <a:lnTo>
                    <a:pt x="502" y="1148"/>
                  </a:lnTo>
                  <a:lnTo>
                    <a:pt x="509" y="1150"/>
                  </a:lnTo>
                  <a:lnTo>
                    <a:pt x="514" y="1151"/>
                  </a:lnTo>
                  <a:lnTo>
                    <a:pt x="520" y="1152"/>
                  </a:lnTo>
                  <a:lnTo>
                    <a:pt x="527" y="1152"/>
                  </a:lnTo>
                  <a:lnTo>
                    <a:pt x="625" y="1152"/>
                  </a:lnTo>
                  <a:lnTo>
                    <a:pt x="632" y="1152"/>
                  </a:lnTo>
                  <a:lnTo>
                    <a:pt x="637" y="1151"/>
                  </a:lnTo>
                  <a:lnTo>
                    <a:pt x="644" y="1150"/>
                  </a:lnTo>
                  <a:lnTo>
                    <a:pt x="649" y="1148"/>
                  </a:lnTo>
                  <a:lnTo>
                    <a:pt x="661" y="1142"/>
                  </a:lnTo>
                  <a:lnTo>
                    <a:pt x="671" y="1136"/>
                  </a:lnTo>
                  <a:lnTo>
                    <a:pt x="679" y="1127"/>
                  </a:lnTo>
                  <a:lnTo>
                    <a:pt x="687" y="1117"/>
                  </a:lnTo>
                  <a:lnTo>
                    <a:pt x="689" y="1112"/>
                  </a:lnTo>
                  <a:lnTo>
                    <a:pt x="692" y="1107"/>
                  </a:lnTo>
                  <a:lnTo>
                    <a:pt x="694" y="1100"/>
                  </a:lnTo>
                  <a:lnTo>
                    <a:pt x="695" y="1094"/>
                  </a:lnTo>
                  <a:lnTo>
                    <a:pt x="718" y="984"/>
                  </a:lnTo>
                  <a:lnTo>
                    <a:pt x="730" y="979"/>
                  </a:lnTo>
                  <a:lnTo>
                    <a:pt x="741" y="975"/>
                  </a:lnTo>
                  <a:lnTo>
                    <a:pt x="753" y="969"/>
                  </a:lnTo>
                  <a:lnTo>
                    <a:pt x="765" y="964"/>
                  </a:lnTo>
                  <a:lnTo>
                    <a:pt x="857" y="1027"/>
                  </a:lnTo>
                  <a:lnTo>
                    <a:pt x="867" y="1032"/>
                  </a:lnTo>
                  <a:lnTo>
                    <a:pt x="877" y="1036"/>
                  </a:lnTo>
                  <a:lnTo>
                    <a:pt x="888" y="1039"/>
                  </a:lnTo>
                  <a:lnTo>
                    <a:pt x="897" y="1039"/>
                  </a:lnTo>
                  <a:lnTo>
                    <a:pt x="905" y="1039"/>
                  </a:lnTo>
                  <a:lnTo>
                    <a:pt x="911" y="1038"/>
                  </a:lnTo>
                  <a:lnTo>
                    <a:pt x="918" y="1036"/>
                  </a:lnTo>
                  <a:lnTo>
                    <a:pt x="925" y="1033"/>
                  </a:lnTo>
                  <a:lnTo>
                    <a:pt x="931" y="1031"/>
                  </a:lnTo>
                  <a:lnTo>
                    <a:pt x="937" y="1027"/>
                  </a:lnTo>
                  <a:lnTo>
                    <a:pt x="943" y="1022"/>
                  </a:lnTo>
                  <a:lnTo>
                    <a:pt x="948" y="1018"/>
                  </a:lnTo>
                  <a:lnTo>
                    <a:pt x="1018" y="949"/>
                  </a:lnTo>
                  <a:lnTo>
                    <a:pt x="1023" y="944"/>
                  </a:lnTo>
                  <a:lnTo>
                    <a:pt x="1026" y="939"/>
                  </a:lnTo>
                  <a:lnTo>
                    <a:pt x="1029" y="934"/>
                  </a:lnTo>
                  <a:lnTo>
                    <a:pt x="1032" y="928"/>
                  </a:lnTo>
                  <a:lnTo>
                    <a:pt x="1037" y="917"/>
                  </a:lnTo>
                  <a:lnTo>
                    <a:pt x="1039" y="905"/>
                  </a:lnTo>
                  <a:lnTo>
                    <a:pt x="1039" y="893"/>
                  </a:lnTo>
                  <a:lnTo>
                    <a:pt x="1037" y="881"/>
                  </a:lnTo>
                  <a:lnTo>
                    <a:pt x="1036" y="874"/>
                  </a:lnTo>
                  <a:lnTo>
                    <a:pt x="1033" y="869"/>
                  </a:lnTo>
                  <a:lnTo>
                    <a:pt x="1030" y="864"/>
                  </a:lnTo>
                  <a:lnTo>
                    <a:pt x="1027" y="858"/>
                  </a:lnTo>
                  <a:lnTo>
                    <a:pt x="964" y="764"/>
                  </a:lnTo>
                  <a:lnTo>
                    <a:pt x="970" y="752"/>
                  </a:lnTo>
                  <a:lnTo>
                    <a:pt x="975" y="742"/>
                  </a:lnTo>
                  <a:lnTo>
                    <a:pt x="979" y="730"/>
                  </a:lnTo>
                  <a:lnTo>
                    <a:pt x="984" y="718"/>
                  </a:lnTo>
                  <a:lnTo>
                    <a:pt x="1094" y="695"/>
                  </a:lnTo>
                  <a:lnTo>
                    <a:pt x="1100" y="694"/>
                  </a:lnTo>
                  <a:lnTo>
                    <a:pt x="1106" y="692"/>
                  </a:lnTo>
                  <a:lnTo>
                    <a:pt x="1112" y="690"/>
                  </a:lnTo>
                  <a:lnTo>
                    <a:pt x="1118" y="687"/>
                  </a:lnTo>
                  <a:lnTo>
                    <a:pt x="1127" y="679"/>
                  </a:lnTo>
                  <a:lnTo>
                    <a:pt x="1136" y="670"/>
                  </a:lnTo>
                  <a:lnTo>
                    <a:pt x="1143" y="661"/>
                  </a:lnTo>
                  <a:lnTo>
                    <a:pt x="1148" y="650"/>
                  </a:lnTo>
                  <a:lnTo>
                    <a:pt x="1149" y="643"/>
                  </a:lnTo>
                  <a:lnTo>
                    <a:pt x="1151" y="638"/>
                  </a:lnTo>
                  <a:lnTo>
                    <a:pt x="1151" y="631"/>
                  </a:lnTo>
                  <a:lnTo>
                    <a:pt x="1152" y="625"/>
                  </a:lnTo>
                  <a:lnTo>
                    <a:pt x="1152" y="527"/>
                  </a:lnTo>
                  <a:lnTo>
                    <a:pt x="1151" y="520"/>
                  </a:lnTo>
                  <a:lnTo>
                    <a:pt x="1151" y="515"/>
                  </a:lnTo>
                  <a:lnTo>
                    <a:pt x="1149" y="508"/>
                  </a:lnTo>
                  <a:lnTo>
                    <a:pt x="1148" y="503"/>
                  </a:lnTo>
                  <a:lnTo>
                    <a:pt x="1143" y="491"/>
                  </a:lnTo>
                  <a:lnTo>
                    <a:pt x="1136" y="481"/>
                  </a:lnTo>
                  <a:lnTo>
                    <a:pt x="1127" y="473"/>
                  </a:lnTo>
                  <a:lnTo>
                    <a:pt x="1118" y="465"/>
                  </a:lnTo>
                  <a:lnTo>
                    <a:pt x="1112" y="463"/>
                  </a:lnTo>
                  <a:lnTo>
                    <a:pt x="1106" y="460"/>
                  </a:lnTo>
                  <a:lnTo>
                    <a:pt x="1100" y="458"/>
                  </a:lnTo>
                  <a:lnTo>
                    <a:pt x="1094" y="4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0" name="Freeform 125">
              <a:extLst>
                <a:ext uri="{FF2B5EF4-FFF2-40B4-BE49-F238E27FC236}">
                  <a16:creationId xmlns:a16="http://schemas.microsoft.com/office/drawing/2014/main" id="{58E263B3-A618-4D8D-8B72-9E6601D0C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1856" y="2882503"/>
              <a:ext cx="200025" cy="200025"/>
            </a:xfrm>
            <a:custGeom>
              <a:avLst/>
              <a:gdLst>
                <a:gd name="T0" fmla="*/ 218 w 504"/>
                <a:gd name="T1" fmla="*/ 469 h 504"/>
                <a:gd name="T2" fmla="*/ 147 w 504"/>
                <a:gd name="T3" fmla="*/ 446 h 504"/>
                <a:gd name="T4" fmla="*/ 82 w 504"/>
                <a:gd name="T5" fmla="*/ 392 h 504"/>
                <a:gd name="T6" fmla="*/ 41 w 504"/>
                <a:gd name="T7" fmla="*/ 317 h 504"/>
                <a:gd name="T8" fmla="*/ 32 w 504"/>
                <a:gd name="T9" fmla="*/ 263 h 504"/>
                <a:gd name="T10" fmla="*/ 34 w 504"/>
                <a:gd name="T11" fmla="*/ 219 h 504"/>
                <a:gd name="T12" fmla="*/ 58 w 504"/>
                <a:gd name="T13" fmla="*/ 147 h 504"/>
                <a:gd name="T14" fmla="*/ 112 w 504"/>
                <a:gd name="T15" fmla="*/ 82 h 504"/>
                <a:gd name="T16" fmla="*/ 187 w 504"/>
                <a:gd name="T17" fmla="*/ 42 h 504"/>
                <a:gd name="T18" fmla="*/ 241 w 504"/>
                <a:gd name="T19" fmla="*/ 32 h 504"/>
                <a:gd name="T20" fmla="*/ 286 w 504"/>
                <a:gd name="T21" fmla="*/ 34 h 504"/>
                <a:gd name="T22" fmla="*/ 357 w 504"/>
                <a:gd name="T23" fmla="*/ 58 h 504"/>
                <a:gd name="T24" fmla="*/ 422 w 504"/>
                <a:gd name="T25" fmla="*/ 112 h 504"/>
                <a:gd name="T26" fmla="*/ 462 w 504"/>
                <a:gd name="T27" fmla="*/ 186 h 504"/>
                <a:gd name="T28" fmla="*/ 472 w 504"/>
                <a:gd name="T29" fmla="*/ 240 h 504"/>
                <a:gd name="T30" fmla="*/ 470 w 504"/>
                <a:gd name="T31" fmla="*/ 286 h 504"/>
                <a:gd name="T32" fmla="*/ 446 w 504"/>
                <a:gd name="T33" fmla="*/ 357 h 504"/>
                <a:gd name="T34" fmla="*/ 392 w 504"/>
                <a:gd name="T35" fmla="*/ 422 h 504"/>
                <a:gd name="T36" fmla="*/ 317 w 504"/>
                <a:gd name="T37" fmla="*/ 463 h 504"/>
                <a:gd name="T38" fmla="*/ 263 w 504"/>
                <a:gd name="T39" fmla="*/ 473 h 504"/>
                <a:gd name="T40" fmla="*/ 239 w 504"/>
                <a:gd name="T41" fmla="*/ 1 h 504"/>
                <a:gd name="T42" fmla="*/ 189 w 504"/>
                <a:gd name="T43" fmla="*/ 8 h 504"/>
                <a:gd name="T44" fmla="*/ 142 w 504"/>
                <a:gd name="T45" fmla="*/ 24 h 504"/>
                <a:gd name="T46" fmla="*/ 101 w 504"/>
                <a:gd name="T47" fmla="*/ 50 h 504"/>
                <a:gd name="T48" fmla="*/ 66 w 504"/>
                <a:gd name="T49" fmla="*/ 83 h 504"/>
                <a:gd name="T50" fmla="*/ 37 w 504"/>
                <a:gd name="T51" fmla="*/ 122 h 504"/>
                <a:gd name="T52" fmla="*/ 15 w 504"/>
                <a:gd name="T53" fmla="*/ 165 h 504"/>
                <a:gd name="T54" fmla="*/ 3 w 504"/>
                <a:gd name="T55" fmla="*/ 213 h 504"/>
                <a:gd name="T56" fmla="*/ 0 w 504"/>
                <a:gd name="T57" fmla="*/ 265 h 504"/>
                <a:gd name="T58" fmla="*/ 7 w 504"/>
                <a:gd name="T59" fmla="*/ 315 h 504"/>
                <a:gd name="T60" fmla="*/ 25 w 504"/>
                <a:gd name="T61" fmla="*/ 361 h 504"/>
                <a:gd name="T62" fmla="*/ 50 w 504"/>
                <a:gd name="T63" fmla="*/ 402 h 504"/>
                <a:gd name="T64" fmla="*/ 83 w 504"/>
                <a:gd name="T65" fmla="*/ 438 h 504"/>
                <a:gd name="T66" fmla="*/ 121 w 504"/>
                <a:gd name="T67" fmla="*/ 467 h 504"/>
                <a:gd name="T68" fmla="*/ 165 w 504"/>
                <a:gd name="T69" fmla="*/ 489 h 504"/>
                <a:gd name="T70" fmla="*/ 214 w 504"/>
                <a:gd name="T71" fmla="*/ 501 h 504"/>
                <a:gd name="T72" fmla="*/ 265 w 504"/>
                <a:gd name="T73" fmla="*/ 504 h 504"/>
                <a:gd name="T74" fmla="*/ 315 w 504"/>
                <a:gd name="T75" fmla="*/ 496 h 504"/>
                <a:gd name="T76" fmla="*/ 362 w 504"/>
                <a:gd name="T77" fmla="*/ 479 h 504"/>
                <a:gd name="T78" fmla="*/ 403 w 504"/>
                <a:gd name="T79" fmla="*/ 454 h 504"/>
                <a:gd name="T80" fmla="*/ 438 w 504"/>
                <a:gd name="T81" fmla="*/ 421 h 504"/>
                <a:gd name="T82" fmla="*/ 468 w 504"/>
                <a:gd name="T83" fmla="*/ 383 h 504"/>
                <a:gd name="T84" fmla="*/ 489 w 504"/>
                <a:gd name="T85" fmla="*/ 339 h 504"/>
                <a:gd name="T86" fmla="*/ 501 w 504"/>
                <a:gd name="T87" fmla="*/ 290 h 504"/>
                <a:gd name="T88" fmla="*/ 503 w 504"/>
                <a:gd name="T89" fmla="*/ 239 h 504"/>
                <a:gd name="T90" fmla="*/ 496 w 504"/>
                <a:gd name="T91" fmla="*/ 189 h 504"/>
                <a:gd name="T92" fmla="*/ 479 w 504"/>
                <a:gd name="T93" fmla="*/ 142 h 504"/>
                <a:gd name="T94" fmla="*/ 454 w 504"/>
                <a:gd name="T95" fmla="*/ 101 h 504"/>
                <a:gd name="T96" fmla="*/ 421 w 504"/>
                <a:gd name="T97" fmla="*/ 66 h 504"/>
                <a:gd name="T98" fmla="*/ 382 w 504"/>
                <a:gd name="T99" fmla="*/ 36 h 504"/>
                <a:gd name="T100" fmla="*/ 339 w 504"/>
                <a:gd name="T101" fmla="*/ 15 h 504"/>
                <a:gd name="T102" fmla="*/ 290 w 504"/>
                <a:gd name="T103" fmla="*/ 3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4" h="504">
                  <a:moveTo>
                    <a:pt x="252" y="473"/>
                  </a:moveTo>
                  <a:lnTo>
                    <a:pt x="241" y="473"/>
                  </a:lnTo>
                  <a:lnTo>
                    <a:pt x="230" y="472"/>
                  </a:lnTo>
                  <a:lnTo>
                    <a:pt x="218" y="469"/>
                  </a:lnTo>
                  <a:lnTo>
                    <a:pt x="207" y="468"/>
                  </a:lnTo>
                  <a:lnTo>
                    <a:pt x="187" y="463"/>
                  </a:lnTo>
                  <a:lnTo>
                    <a:pt x="166" y="455"/>
                  </a:lnTo>
                  <a:lnTo>
                    <a:pt x="147" y="446"/>
                  </a:lnTo>
                  <a:lnTo>
                    <a:pt x="128" y="435"/>
                  </a:lnTo>
                  <a:lnTo>
                    <a:pt x="112" y="422"/>
                  </a:lnTo>
                  <a:lnTo>
                    <a:pt x="96" y="408"/>
                  </a:lnTo>
                  <a:lnTo>
                    <a:pt x="82" y="392"/>
                  </a:lnTo>
                  <a:lnTo>
                    <a:pt x="69" y="375"/>
                  </a:lnTo>
                  <a:lnTo>
                    <a:pt x="58" y="357"/>
                  </a:lnTo>
                  <a:lnTo>
                    <a:pt x="49" y="338"/>
                  </a:lnTo>
                  <a:lnTo>
                    <a:pt x="41" y="317"/>
                  </a:lnTo>
                  <a:lnTo>
                    <a:pt x="36" y="297"/>
                  </a:lnTo>
                  <a:lnTo>
                    <a:pt x="34" y="286"/>
                  </a:lnTo>
                  <a:lnTo>
                    <a:pt x="32" y="274"/>
                  </a:lnTo>
                  <a:lnTo>
                    <a:pt x="32" y="263"/>
                  </a:lnTo>
                  <a:lnTo>
                    <a:pt x="31" y="252"/>
                  </a:lnTo>
                  <a:lnTo>
                    <a:pt x="32" y="240"/>
                  </a:lnTo>
                  <a:lnTo>
                    <a:pt x="32" y="230"/>
                  </a:lnTo>
                  <a:lnTo>
                    <a:pt x="34" y="219"/>
                  </a:lnTo>
                  <a:lnTo>
                    <a:pt x="36" y="207"/>
                  </a:lnTo>
                  <a:lnTo>
                    <a:pt x="41" y="186"/>
                  </a:lnTo>
                  <a:lnTo>
                    <a:pt x="49" y="166"/>
                  </a:lnTo>
                  <a:lnTo>
                    <a:pt x="58" y="147"/>
                  </a:lnTo>
                  <a:lnTo>
                    <a:pt x="69" y="128"/>
                  </a:lnTo>
                  <a:lnTo>
                    <a:pt x="82" y="112"/>
                  </a:lnTo>
                  <a:lnTo>
                    <a:pt x="96" y="96"/>
                  </a:lnTo>
                  <a:lnTo>
                    <a:pt x="112" y="82"/>
                  </a:lnTo>
                  <a:lnTo>
                    <a:pt x="128" y="69"/>
                  </a:lnTo>
                  <a:lnTo>
                    <a:pt x="147" y="58"/>
                  </a:lnTo>
                  <a:lnTo>
                    <a:pt x="166" y="49"/>
                  </a:lnTo>
                  <a:lnTo>
                    <a:pt x="187" y="42"/>
                  </a:lnTo>
                  <a:lnTo>
                    <a:pt x="207" y="36"/>
                  </a:lnTo>
                  <a:lnTo>
                    <a:pt x="218" y="34"/>
                  </a:lnTo>
                  <a:lnTo>
                    <a:pt x="230" y="33"/>
                  </a:lnTo>
                  <a:lnTo>
                    <a:pt x="241" y="32"/>
                  </a:lnTo>
                  <a:lnTo>
                    <a:pt x="252" y="31"/>
                  </a:lnTo>
                  <a:lnTo>
                    <a:pt x="263" y="32"/>
                  </a:lnTo>
                  <a:lnTo>
                    <a:pt x="274" y="33"/>
                  </a:lnTo>
                  <a:lnTo>
                    <a:pt x="286" y="34"/>
                  </a:lnTo>
                  <a:lnTo>
                    <a:pt x="297" y="36"/>
                  </a:lnTo>
                  <a:lnTo>
                    <a:pt x="317" y="42"/>
                  </a:lnTo>
                  <a:lnTo>
                    <a:pt x="338" y="49"/>
                  </a:lnTo>
                  <a:lnTo>
                    <a:pt x="357" y="58"/>
                  </a:lnTo>
                  <a:lnTo>
                    <a:pt x="376" y="69"/>
                  </a:lnTo>
                  <a:lnTo>
                    <a:pt x="392" y="82"/>
                  </a:lnTo>
                  <a:lnTo>
                    <a:pt x="408" y="96"/>
                  </a:lnTo>
                  <a:lnTo>
                    <a:pt x="422" y="112"/>
                  </a:lnTo>
                  <a:lnTo>
                    <a:pt x="435" y="128"/>
                  </a:lnTo>
                  <a:lnTo>
                    <a:pt x="446" y="147"/>
                  </a:lnTo>
                  <a:lnTo>
                    <a:pt x="456" y="166"/>
                  </a:lnTo>
                  <a:lnTo>
                    <a:pt x="462" y="186"/>
                  </a:lnTo>
                  <a:lnTo>
                    <a:pt x="468" y="207"/>
                  </a:lnTo>
                  <a:lnTo>
                    <a:pt x="470" y="219"/>
                  </a:lnTo>
                  <a:lnTo>
                    <a:pt x="472" y="230"/>
                  </a:lnTo>
                  <a:lnTo>
                    <a:pt x="472" y="240"/>
                  </a:lnTo>
                  <a:lnTo>
                    <a:pt x="473" y="252"/>
                  </a:lnTo>
                  <a:lnTo>
                    <a:pt x="472" y="263"/>
                  </a:lnTo>
                  <a:lnTo>
                    <a:pt x="472" y="274"/>
                  </a:lnTo>
                  <a:lnTo>
                    <a:pt x="470" y="286"/>
                  </a:lnTo>
                  <a:lnTo>
                    <a:pt x="468" y="297"/>
                  </a:lnTo>
                  <a:lnTo>
                    <a:pt x="462" y="317"/>
                  </a:lnTo>
                  <a:lnTo>
                    <a:pt x="456" y="338"/>
                  </a:lnTo>
                  <a:lnTo>
                    <a:pt x="446" y="357"/>
                  </a:lnTo>
                  <a:lnTo>
                    <a:pt x="435" y="375"/>
                  </a:lnTo>
                  <a:lnTo>
                    <a:pt x="422" y="392"/>
                  </a:lnTo>
                  <a:lnTo>
                    <a:pt x="408" y="408"/>
                  </a:lnTo>
                  <a:lnTo>
                    <a:pt x="392" y="422"/>
                  </a:lnTo>
                  <a:lnTo>
                    <a:pt x="376" y="435"/>
                  </a:lnTo>
                  <a:lnTo>
                    <a:pt x="357" y="446"/>
                  </a:lnTo>
                  <a:lnTo>
                    <a:pt x="338" y="455"/>
                  </a:lnTo>
                  <a:lnTo>
                    <a:pt x="317" y="463"/>
                  </a:lnTo>
                  <a:lnTo>
                    <a:pt x="297" y="468"/>
                  </a:lnTo>
                  <a:lnTo>
                    <a:pt x="286" y="469"/>
                  </a:lnTo>
                  <a:lnTo>
                    <a:pt x="274" y="472"/>
                  </a:lnTo>
                  <a:lnTo>
                    <a:pt x="263" y="473"/>
                  </a:lnTo>
                  <a:lnTo>
                    <a:pt x="252" y="473"/>
                  </a:lnTo>
                  <a:lnTo>
                    <a:pt x="252" y="473"/>
                  </a:lnTo>
                  <a:close/>
                  <a:moveTo>
                    <a:pt x="252" y="0"/>
                  </a:moveTo>
                  <a:lnTo>
                    <a:pt x="239" y="1"/>
                  </a:lnTo>
                  <a:lnTo>
                    <a:pt x="227" y="1"/>
                  </a:lnTo>
                  <a:lnTo>
                    <a:pt x="214" y="3"/>
                  </a:lnTo>
                  <a:lnTo>
                    <a:pt x="201" y="5"/>
                  </a:lnTo>
                  <a:lnTo>
                    <a:pt x="189" y="8"/>
                  </a:lnTo>
                  <a:lnTo>
                    <a:pt x="177" y="12"/>
                  </a:lnTo>
                  <a:lnTo>
                    <a:pt x="165" y="15"/>
                  </a:lnTo>
                  <a:lnTo>
                    <a:pt x="154" y="20"/>
                  </a:lnTo>
                  <a:lnTo>
                    <a:pt x="142" y="24"/>
                  </a:lnTo>
                  <a:lnTo>
                    <a:pt x="132" y="30"/>
                  </a:lnTo>
                  <a:lnTo>
                    <a:pt x="121" y="36"/>
                  </a:lnTo>
                  <a:lnTo>
                    <a:pt x="111" y="43"/>
                  </a:lnTo>
                  <a:lnTo>
                    <a:pt x="101" y="50"/>
                  </a:lnTo>
                  <a:lnTo>
                    <a:pt x="92" y="58"/>
                  </a:lnTo>
                  <a:lnTo>
                    <a:pt x="83" y="66"/>
                  </a:lnTo>
                  <a:lnTo>
                    <a:pt x="73" y="74"/>
                  </a:lnTo>
                  <a:lnTo>
                    <a:pt x="66" y="83"/>
                  </a:lnTo>
                  <a:lnTo>
                    <a:pt x="57" y="91"/>
                  </a:lnTo>
                  <a:lnTo>
                    <a:pt x="50" y="101"/>
                  </a:lnTo>
                  <a:lnTo>
                    <a:pt x="43" y="111"/>
                  </a:lnTo>
                  <a:lnTo>
                    <a:pt x="37" y="122"/>
                  </a:lnTo>
                  <a:lnTo>
                    <a:pt x="30" y="131"/>
                  </a:lnTo>
                  <a:lnTo>
                    <a:pt x="25" y="142"/>
                  </a:lnTo>
                  <a:lnTo>
                    <a:pt x="19" y="154"/>
                  </a:lnTo>
                  <a:lnTo>
                    <a:pt x="15" y="165"/>
                  </a:lnTo>
                  <a:lnTo>
                    <a:pt x="12" y="177"/>
                  </a:lnTo>
                  <a:lnTo>
                    <a:pt x="7" y="189"/>
                  </a:lnTo>
                  <a:lnTo>
                    <a:pt x="5" y="202"/>
                  </a:lnTo>
                  <a:lnTo>
                    <a:pt x="3" y="213"/>
                  </a:lnTo>
                  <a:lnTo>
                    <a:pt x="1" y="226"/>
                  </a:lnTo>
                  <a:lnTo>
                    <a:pt x="0" y="239"/>
                  </a:lnTo>
                  <a:lnTo>
                    <a:pt x="0" y="252"/>
                  </a:lnTo>
                  <a:lnTo>
                    <a:pt x="0" y="265"/>
                  </a:lnTo>
                  <a:lnTo>
                    <a:pt x="1" y="277"/>
                  </a:lnTo>
                  <a:lnTo>
                    <a:pt x="3" y="290"/>
                  </a:lnTo>
                  <a:lnTo>
                    <a:pt x="5" y="303"/>
                  </a:lnTo>
                  <a:lnTo>
                    <a:pt x="7" y="315"/>
                  </a:lnTo>
                  <a:lnTo>
                    <a:pt x="12" y="327"/>
                  </a:lnTo>
                  <a:lnTo>
                    <a:pt x="15" y="339"/>
                  </a:lnTo>
                  <a:lnTo>
                    <a:pt x="19" y="350"/>
                  </a:lnTo>
                  <a:lnTo>
                    <a:pt x="25" y="361"/>
                  </a:lnTo>
                  <a:lnTo>
                    <a:pt x="30" y="372"/>
                  </a:lnTo>
                  <a:lnTo>
                    <a:pt x="37" y="383"/>
                  </a:lnTo>
                  <a:lnTo>
                    <a:pt x="43" y="393"/>
                  </a:lnTo>
                  <a:lnTo>
                    <a:pt x="50" y="402"/>
                  </a:lnTo>
                  <a:lnTo>
                    <a:pt x="57" y="412"/>
                  </a:lnTo>
                  <a:lnTo>
                    <a:pt x="66" y="421"/>
                  </a:lnTo>
                  <a:lnTo>
                    <a:pt x="73" y="431"/>
                  </a:lnTo>
                  <a:lnTo>
                    <a:pt x="83" y="438"/>
                  </a:lnTo>
                  <a:lnTo>
                    <a:pt x="92" y="447"/>
                  </a:lnTo>
                  <a:lnTo>
                    <a:pt x="101" y="454"/>
                  </a:lnTo>
                  <a:lnTo>
                    <a:pt x="111" y="461"/>
                  </a:lnTo>
                  <a:lnTo>
                    <a:pt x="121" y="467"/>
                  </a:lnTo>
                  <a:lnTo>
                    <a:pt x="132" y="474"/>
                  </a:lnTo>
                  <a:lnTo>
                    <a:pt x="142" y="479"/>
                  </a:lnTo>
                  <a:lnTo>
                    <a:pt x="154" y="485"/>
                  </a:lnTo>
                  <a:lnTo>
                    <a:pt x="165" y="489"/>
                  </a:lnTo>
                  <a:lnTo>
                    <a:pt x="177" y="492"/>
                  </a:lnTo>
                  <a:lnTo>
                    <a:pt x="189" y="496"/>
                  </a:lnTo>
                  <a:lnTo>
                    <a:pt x="201" y="499"/>
                  </a:lnTo>
                  <a:lnTo>
                    <a:pt x="214" y="501"/>
                  </a:lnTo>
                  <a:lnTo>
                    <a:pt x="227" y="503"/>
                  </a:lnTo>
                  <a:lnTo>
                    <a:pt x="239" y="504"/>
                  </a:lnTo>
                  <a:lnTo>
                    <a:pt x="252" y="504"/>
                  </a:lnTo>
                  <a:lnTo>
                    <a:pt x="265" y="504"/>
                  </a:lnTo>
                  <a:lnTo>
                    <a:pt x="277" y="503"/>
                  </a:lnTo>
                  <a:lnTo>
                    <a:pt x="290" y="501"/>
                  </a:lnTo>
                  <a:lnTo>
                    <a:pt x="302" y="499"/>
                  </a:lnTo>
                  <a:lnTo>
                    <a:pt x="315" y="496"/>
                  </a:lnTo>
                  <a:lnTo>
                    <a:pt x="327" y="492"/>
                  </a:lnTo>
                  <a:lnTo>
                    <a:pt x="339" y="489"/>
                  </a:lnTo>
                  <a:lnTo>
                    <a:pt x="350" y="485"/>
                  </a:lnTo>
                  <a:lnTo>
                    <a:pt x="362" y="479"/>
                  </a:lnTo>
                  <a:lnTo>
                    <a:pt x="373" y="474"/>
                  </a:lnTo>
                  <a:lnTo>
                    <a:pt x="382" y="467"/>
                  </a:lnTo>
                  <a:lnTo>
                    <a:pt x="393" y="461"/>
                  </a:lnTo>
                  <a:lnTo>
                    <a:pt x="403" y="454"/>
                  </a:lnTo>
                  <a:lnTo>
                    <a:pt x="412" y="447"/>
                  </a:lnTo>
                  <a:lnTo>
                    <a:pt x="421" y="438"/>
                  </a:lnTo>
                  <a:lnTo>
                    <a:pt x="430" y="431"/>
                  </a:lnTo>
                  <a:lnTo>
                    <a:pt x="438" y="421"/>
                  </a:lnTo>
                  <a:lnTo>
                    <a:pt x="446" y="412"/>
                  </a:lnTo>
                  <a:lnTo>
                    <a:pt x="454" y="402"/>
                  </a:lnTo>
                  <a:lnTo>
                    <a:pt x="461" y="393"/>
                  </a:lnTo>
                  <a:lnTo>
                    <a:pt x="468" y="383"/>
                  </a:lnTo>
                  <a:lnTo>
                    <a:pt x="474" y="372"/>
                  </a:lnTo>
                  <a:lnTo>
                    <a:pt x="479" y="361"/>
                  </a:lnTo>
                  <a:lnTo>
                    <a:pt x="484" y="350"/>
                  </a:lnTo>
                  <a:lnTo>
                    <a:pt x="489" y="339"/>
                  </a:lnTo>
                  <a:lnTo>
                    <a:pt x="492" y="327"/>
                  </a:lnTo>
                  <a:lnTo>
                    <a:pt x="496" y="315"/>
                  </a:lnTo>
                  <a:lnTo>
                    <a:pt x="499" y="303"/>
                  </a:lnTo>
                  <a:lnTo>
                    <a:pt x="501" y="290"/>
                  </a:lnTo>
                  <a:lnTo>
                    <a:pt x="503" y="277"/>
                  </a:lnTo>
                  <a:lnTo>
                    <a:pt x="503" y="265"/>
                  </a:lnTo>
                  <a:lnTo>
                    <a:pt x="504" y="252"/>
                  </a:lnTo>
                  <a:lnTo>
                    <a:pt x="503" y="239"/>
                  </a:lnTo>
                  <a:lnTo>
                    <a:pt x="503" y="226"/>
                  </a:lnTo>
                  <a:lnTo>
                    <a:pt x="501" y="213"/>
                  </a:lnTo>
                  <a:lnTo>
                    <a:pt x="499" y="202"/>
                  </a:lnTo>
                  <a:lnTo>
                    <a:pt x="496" y="189"/>
                  </a:lnTo>
                  <a:lnTo>
                    <a:pt x="492" y="177"/>
                  </a:lnTo>
                  <a:lnTo>
                    <a:pt x="489" y="165"/>
                  </a:lnTo>
                  <a:lnTo>
                    <a:pt x="484" y="154"/>
                  </a:lnTo>
                  <a:lnTo>
                    <a:pt x="479" y="142"/>
                  </a:lnTo>
                  <a:lnTo>
                    <a:pt x="474" y="131"/>
                  </a:lnTo>
                  <a:lnTo>
                    <a:pt x="468" y="122"/>
                  </a:lnTo>
                  <a:lnTo>
                    <a:pt x="461" y="111"/>
                  </a:lnTo>
                  <a:lnTo>
                    <a:pt x="454" y="101"/>
                  </a:lnTo>
                  <a:lnTo>
                    <a:pt x="446" y="91"/>
                  </a:lnTo>
                  <a:lnTo>
                    <a:pt x="438" y="83"/>
                  </a:lnTo>
                  <a:lnTo>
                    <a:pt x="430" y="74"/>
                  </a:lnTo>
                  <a:lnTo>
                    <a:pt x="421" y="66"/>
                  </a:lnTo>
                  <a:lnTo>
                    <a:pt x="412" y="58"/>
                  </a:lnTo>
                  <a:lnTo>
                    <a:pt x="403" y="50"/>
                  </a:lnTo>
                  <a:lnTo>
                    <a:pt x="393" y="43"/>
                  </a:lnTo>
                  <a:lnTo>
                    <a:pt x="382" y="36"/>
                  </a:lnTo>
                  <a:lnTo>
                    <a:pt x="373" y="30"/>
                  </a:lnTo>
                  <a:lnTo>
                    <a:pt x="362" y="24"/>
                  </a:lnTo>
                  <a:lnTo>
                    <a:pt x="350" y="20"/>
                  </a:lnTo>
                  <a:lnTo>
                    <a:pt x="339" y="15"/>
                  </a:lnTo>
                  <a:lnTo>
                    <a:pt x="327" y="12"/>
                  </a:lnTo>
                  <a:lnTo>
                    <a:pt x="315" y="8"/>
                  </a:lnTo>
                  <a:lnTo>
                    <a:pt x="302" y="5"/>
                  </a:lnTo>
                  <a:lnTo>
                    <a:pt x="290" y="3"/>
                  </a:lnTo>
                  <a:lnTo>
                    <a:pt x="277" y="1"/>
                  </a:lnTo>
                  <a:lnTo>
                    <a:pt x="265" y="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1" name="Freeform 126">
              <a:extLst>
                <a:ext uri="{FF2B5EF4-FFF2-40B4-BE49-F238E27FC236}">
                  <a16:creationId xmlns:a16="http://schemas.microsoft.com/office/drawing/2014/main" id="{DF292575-F486-40A9-B4A3-DF07E6C525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4718" y="2925365"/>
              <a:ext cx="114300" cy="114300"/>
            </a:xfrm>
            <a:custGeom>
              <a:avLst/>
              <a:gdLst>
                <a:gd name="T0" fmla="*/ 122 w 288"/>
                <a:gd name="T1" fmla="*/ 250 h 288"/>
                <a:gd name="T2" fmla="*/ 93 w 288"/>
                <a:gd name="T3" fmla="*/ 239 h 288"/>
                <a:gd name="T4" fmla="*/ 68 w 288"/>
                <a:gd name="T5" fmla="*/ 220 h 288"/>
                <a:gd name="T6" fmla="*/ 50 w 288"/>
                <a:gd name="T7" fmla="*/ 195 h 288"/>
                <a:gd name="T8" fmla="*/ 38 w 288"/>
                <a:gd name="T9" fmla="*/ 166 h 288"/>
                <a:gd name="T10" fmla="*/ 37 w 288"/>
                <a:gd name="T11" fmla="*/ 132 h 288"/>
                <a:gd name="T12" fmla="*/ 44 w 288"/>
                <a:gd name="T13" fmla="*/ 102 h 288"/>
                <a:gd name="T14" fmla="*/ 60 w 288"/>
                <a:gd name="T15" fmla="*/ 75 h 288"/>
                <a:gd name="T16" fmla="*/ 84 w 288"/>
                <a:gd name="T17" fmla="*/ 55 h 288"/>
                <a:gd name="T18" fmla="*/ 112 w 288"/>
                <a:gd name="T19" fmla="*/ 41 h 288"/>
                <a:gd name="T20" fmla="*/ 144 w 288"/>
                <a:gd name="T21" fmla="*/ 36 h 288"/>
                <a:gd name="T22" fmla="*/ 176 w 288"/>
                <a:gd name="T23" fmla="*/ 41 h 288"/>
                <a:gd name="T24" fmla="*/ 204 w 288"/>
                <a:gd name="T25" fmla="*/ 55 h 288"/>
                <a:gd name="T26" fmla="*/ 228 w 288"/>
                <a:gd name="T27" fmla="*/ 75 h 288"/>
                <a:gd name="T28" fmla="*/ 244 w 288"/>
                <a:gd name="T29" fmla="*/ 102 h 288"/>
                <a:gd name="T30" fmla="*/ 252 w 288"/>
                <a:gd name="T31" fmla="*/ 132 h 288"/>
                <a:gd name="T32" fmla="*/ 249 w 288"/>
                <a:gd name="T33" fmla="*/ 166 h 288"/>
                <a:gd name="T34" fmla="*/ 239 w 288"/>
                <a:gd name="T35" fmla="*/ 195 h 288"/>
                <a:gd name="T36" fmla="*/ 220 w 288"/>
                <a:gd name="T37" fmla="*/ 220 h 288"/>
                <a:gd name="T38" fmla="*/ 195 w 288"/>
                <a:gd name="T39" fmla="*/ 239 h 288"/>
                <a:gd name="T40" fmla="*/ 166 w 288"/>
                <a:gd name="T41" fmla="*/ 250 h 288"/>
                <a:gd name="T42" fmla="*/ 144 w 288"/>
                <a:gd name="T43" fmla="*/ 252 h 288"/>
                <a:gd name="T44" fmla="*/ 115 w 288"/>
                <a:gd name="T45" fmla="*/ 3 h 288"/>
                <a:gd name="T46" fmla="*/ 76 w 288"/>
                <a:gd name="T47" fmla="*/ 17 h 288"/>
                <a:gd name="T48" fmla="*/ 42 w 288"/>
                <a:gd name="T49" fmla="*/ 42 h 288"/>
                <a:gd name="T50" fmla="*/ 17 w 288"/>
                <a:gd name="T51" fmla="*/ 75 h 288"/>
                <a:gd name="T52" fmla="*/ 3 w 288"/>
                <a:gd name="T53" fmla="*/ 115 h 288"/>
                <a:gd name="T54" fmla="*/ 1 w 288"/>
                <a:gd name="T55" fmla="*/ 158 h 288"/>
                <a:gd name="T56" fmla="*/ 12 w 288"/>
                <a:gd name="T57" fmla="*/ 201 h 288"/>
                <a:gd name="T58" fmla="*/ 33 w 288"/>
                <a:gd name="T59" fmla="*/ 235 h 288"/>
                <a:gd name="T60" fmla="*/ 64 w 288"/>
                <a:gd name="T61" fmla="*/ 263 h 288"/>
                <a:gd name="T62" fmla="*/ 101 w 288"/>
                <a:gd name="T63" fmla="*/ 282 h 288"/>
                <a:gd name="T64" fmla="*/ 144 w 288"/>
                <a:gd name="T65" fmla="*/ 288 h 288"/>
                <a:gd name="T66" fmla="*/ 187 w 288"/>
                <a:gd name="T67" fmla="*/ 282 h 288"/>
                <a:gd name="T68" fmla="*/ 225 w 288"/>
                <a:gd name="T69" fmla="*/ 263 h 288"/>
                <a:gd name="T70" fmla="*/ 255 w 288"/>
                <a:gd name="T71" fmla="*/ 235 h 288"/>
                <a:gd name="T72" fmla="*/ 276 w 288"/>
                <a:gd name="T73" fmla="*/ 201 h 288"/>
                <a:gd name="T74" fmla="*/ 287 w 288"/>
                <a:gd name="T75" fmla="*/ 158 h 288"/>
                <a:gd name="T76" fmla="*/ 285 w 288"/>
                <a:gd name="T77" fmla="*/ 115 h 288"/>
                <a:gd name="T78" fmla="*/ 271 w 288"/>
                <a:gd name="T79" fmla="*/ 75 h 288"/>
                <a:gd name="T80" fmla="*/ 246 w 288"/>
                <a:gd name="T81" fmla="*/ 42 h 288"/>
                <a:gd name="T82" fmla="*/ 213 w 288"/>
                <a:gd name="T83" fmla="*/ 17 h 288"/>
                <a:gd name="T84" fmla="*/ 173 w 288"/>
                <a:gd name="T85" fmla="*/ 3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8" h="288">
                  <a:moveTo>
                    <a:pt x="144" y="252"/>
                  </a:moveTo>
                  <a:lnTo>
                    <a:pt x="133" y="251"/>
                  </a:lnTo>
                  <a:lnTo>
                    <a:pt x="122" y="250"/>
                  </a:lnTo>
                  <a:lnTo>
                    <a:pt x="112" y="247"/>
                  </a:lnTo>
                  <a:lnTo>
                    <a:pt x="103" y="244"/>
                  </a:lnTo>
                  <a:lnTo>
                    <a:pt x="93" y="239"/>
                  </a:lnTo>
                  <a:lnTo>
                    <a:pt x="84" y="234"/>
                  </a:lnTo>
                  <a:lnTo>
                    <a:pt x="76" y="228"/>
                  </a:lnTo>
                  <a:lnTo>
                    <a:pt x="68" y="220"/>
                  </a:lnTo>
                  <a:lnTo>
                    <a:pt x="60" y="212"/>
                  </a:lnTo>
                  <a:lnTo>
                    <a:pt x="55" y="205"/>
                  </a:lnTo>
                  <a:lnTo>
                    <a:pt x="50" y="195"/>
                  </a:lnTo>
                  <a:lnTo>
                    <a:pt x="44" y="186"/>
                  </a:lnTo>
                  <a:lnTo>
                    <a:pt x="41" y="176"/>
                  </a:lnTo>
                  <a:lnTo>
                    <a:pt x="38" y="166"/>
                  </a:lnTo>
                  <a:lnTo>
                    <a:pt x="37" y="155"/>
                  </a:lnTo>
                  <a:lnTo>
                    <a:pt x="36" y="144"/>
                  </a:lnTo>
                  <a:lnTo>
                    <a:pt x="37" y="132"/>
                  </a:lnTo>
                  <a:lnTo>
                    <a:pt x="38" y="122"/>
                  </a:lnTo>
                  <a:lnTo>
                    <a:pt x="41" y="112"/>
                  </a:lnTo>
                  <a:lnTo>
                    <a:pt x="44" y="102"/>
                  </a:lnTo>
                  <a:lnTo>
                    <a:pt x="50" y="93"/>
                  </a:lnTo>
                  <a:lnTo>
                    <a:pt x="55" y="84"/>
                  </a:lnTo>
                  <a:lnTo>
                    <a:pt x="60" y="75"/>
                  </a:lnTo>
                  <a:lnTo>
                    <a:pt x="68" y="68"/>
                  </a:lnTo>
                  <a:lnTo>
                    <a:pt x="76" y="60"/>
                  </a:lnTo>
                  <a:lnTo>
                    <a:pt x="84" y="55"/>
                  </a:lnTo>
                  <a:lnTo>
                    <a:pt x="93" y="49"/>
                  </a:lnTo>
                  <a:lnTo>
                    <a:pt x="103" y="44"/>
                  </a:lnTo>
                  <a:lnTo>
                    <a:pt x="112" y="41"/>
                  </a:lnTo>
                  <a:lnTo>
                    <a:pt x="122" y="39"/>
                  </a:lnTo>
                  <a:lnTo>
                    <a:pt x="133" y="36"/>
                  </a:lnTo>
                  <a:lnTo>
                    <a:pt x="144" y="36"/>
                  </a:lnTo>
                  <a:lnTo>
                    <a:pt x="155" y="36"/>
                  </a:lnTo>
                  <a:lnTo>
                    <a:pt x="166" y="39"/>
                  </a:lnTo>
                  <a:lnTo>
                    <a:pt x="176" y="41"/>
                  </a:lnTo>
                  <a:lnTo>
                    <a:pt x="186" y="44"/>
                  </a:lnTo>
                  <a:lnTo>
                    <a:pt x="195" y="49"/>
                  </a:lnTo>
                  <a:lnTo>
                    <a:pt x="204" y="55"/>
                  </a:lnTo>
                  <a:lnTo>
                    <a:pt x="213" y="60"/>
                  </a:lnTo>
                  <a:lnTo>
                    <a:pt x="220" y="68"/>
                  </a:lnTo>
                  <a:lnTo>
                    <a:pt x="228" y="75"/>
                  </a:lnTo>
                  <a:lnTo>
                    <a:pt x="233" y="84"/>
                  </a:lnTo>
                  <a:lnTo>
                    <a:pt x="239" y="93"/>
                  </a:lnTo>
                  <a:lnTo>
                    <a:pt x="244" y="102"/>
                  </a:lnTo>
                  <a:lnTo>
                    <a:pt x="247" y="112"/>
                  </a:lnTo>
                  <a:lnTo>
                    <a:pt x="249" y="122"/>
                  </a:lnTo>
                  <a:lnTo>
                    <a:pt x="252" y="132"/>
                  </a:lnTo>
                  <a:lnTo>
                    <a:pt x="252" y="144"/>
                  </a:lnTo>
                  <a:lnTo>
                    <a:pt x="252" y="155"/>
                  </a:lnTo>
                  <a:lnTo>
                    <a:pt x="249" y="166"/>
                  </a:lnTo>
                  <a:lnTo>
                    <a:pt x="247" y="176"/>
                  </a:lnTo>
                  <a:lnTo>
                    <a:pt x="244" y="186"/>
                  </a:lnTo>
                  <a:lnTo>
                    <a:pt x="239" y="195"/>
                  </a:lnTo>
                  <a:lnTo>
                    <a:pt x="233" y="205"/>
                  </a:lnTo>
                  <a:lnTo>
                    <a:pt x="228" y="212"/>
                  </a:lnTo>
                  <a:lnTo>
                    <a:pt x="220" y="220"/>
                  </a:lnTo>
                  <a:lnTo>
                    <a:pt x="213" y="228"/>
                  </a:lnTo>
                  <a:lnTo>
                    <a:pt x="204" y="234"/>
                  </a:lnTo>
                  <a:lnTo>
                    <a:pt x="195" y="239"/>
                  </a:lnTo>
                  <a:lnTo>
                    <a:pt x="186" y="244"/>
                  </a:lnTo>
                  <a:lnTo>
                    <a:pt x="176" y="247"/>
                  </a:lnTo>
                  <a:lnTo>
                    <a:pt x="166" y="250"/>
                  </a:lnTo>
                  <a:lnTo>
                    <a:pt x="155" y="251"/>
                  </a:lnTo>
                  <a:lnTo>
                    <a:pt x="144" y="252"/>
                  </a:lnTo>
                  <a:lnTo>
                    <a:pt x="144" y="252"/>
                  </a:lnTo>
                  <a:close/>
                  <a:moveTo>
                    <a:pt x="144" y="0"/>
                  </a:moveTo>
                  <a:lnTo>
                    <a:pt x="130" y="1"/>
                  </a:lnTo>
                  <a:lnTo>
                    <a:pt x="115" y="3"/>
                  </a:lnTo>
                  <a:lnTo>
                    <a:pt x="101" y="6"/>
                  </a:lnTo>
                  <a:lnTo>
                    <a:pt x="88" y="12"/>
                  </a:lnTo>
                  <a:lnTo>
                    <a:pt x="76" y="17"/>
                  </a:lnTo>
                  <a:lnTo>
                    <a:pt x="64" y="24"/>
                  </a:lnTo>
                  <a:lnTo>
                    <a:pt x="53" y="33"/>
                  </a:lnTo>
                  <a:lnTo>
                    <a:pt x="42" y="42"/>
                  </a:lnTo>
                  <a:lnTo>
                    <a:pt x="33" y="53"/>
                  </a:lnTo>
                  <a:lnTo>
                    <a:pt x="25" y="63"/>
                  </a:lnTo>
                  <a:lnTo>
                    <a:pt x="17" y="75"/>
                  </a:lnTo>
                  <a:lnTo>
                    <a:pt x="12" y="88"/>
                  </a:lnTo>
                  <a:lnTo>
                    <a:pt x="6" y="101"/>
                  </a:lnTo>
                  <a:lnTo>
                    <a:pt x="3" y="115"/>
                  </a:lnTo>
                  <a:lnTo>
                    <a:pt x="1" y="129"/>
                  </a:lnTo>
                  <a:lnTo>
                    <a:pt x="0" y="144"/>
                  </a:lnTo>
                  <a:lnTo>
                    <a:pt x="1" y="158"/>
                  </a:lnTo>
                  <a:lnTo>
                    <a:pt x="3" y="174"/>
                  </a:lnTo>
                  <a:lnTo>
                    <a:pt x="6" y="186"/>
                  </a:lnTo>
                  <a:lnTo>
                    <a:pt x="12" y="201"/>
                  </a:lnTo>
                  <a:lnTo>
                    <a:pt x="17" y="212"/>
                  </a:lnTo>
                  <a:lnTo>
                    <a:pt x="25" y="224"/>
                  </a:lnTo>
                  <a:lnTo>
                    <a:pt x="33" y="235"/>
                  </a:lnTo>
                  <a:lnTo>
                    <a:pt x="42" y="246"/>
                  </a:lnTo>
                  <a:lnTo>
                    <a:pt x="53" y="256"/>
                  </a:lnTo>
                  <a:lnTo>
                    <a:pt x="64" y="263"/>
                  </a:lnTo>
                  <a:lnTo>
                    <a:pt x="76" y="271"/>
                  </a:lnTo>
                  <a:lnTo>
                    <a:pt x="88" y="276"/>
                  </a:lnTo>
                  <a:lnTo>
                    <a:pt x="101" y="282"/>
                  </a:lnTo>
                  <a:lnTo>
                    <a:pt x="115" y="285"/>
                  </a:lnTo>
                  <a:lnTo>
                    <a:pt x="130" y="287"/>
                  </a:lnTo>
                  <a:lnTo>
                    <a:pt x="144" y="288"/>
                  </a:lnTo>
                  <a:lnTo>
                    <a:pt x="159" y="287"/>
                  </a:lnTo>
                  <a:lnTo>
                    <a:pt x="173" y="285"/>
                  </a:lnTo>
                  <a:lnTo>
                    <a:pt x="187" y="282"/>
                  </a:lnTo>
                  <a:lnTo>
                    <a:pt x="200" y="276"/>
                  </a:lnTo>
                  <a:lnTo>
                    <a:pt x="213" y="271"/>
                  </a:lnTo>
                  <a:lnTo>
                    <a:pt x="225" y="263"/>
                  </a:lnTo>
                  <a:lnTo>
                    <a:pt x="235" y="256"/>
                  </a:lnTo>
                  <a:lnTo>
                    <a:pt x="246" y="246"/>
                  </a:lnTo>
                  <a:lnTo>
                    <a:pt x="255" y="235"/>
                  </a:lnTo>
                  <a:lnTo>
                    <a:pt x="263" y="224"/>
                  </a:lnTo>
                  <a:lnTo>
                    <a:pt x="271" y="212"/>
                  </a:lnTo>
                  <a:lnTo>
                    <a:pt x="276" y="201"/>
                  </a:lnTo>
                  <a:lnTo>
                    <a:pt x="282" y="186"/>
                  </a:lnTo>
                  <a:lnTo>
                    <a:pt x="285" y="174"/>
                  </a:lnTo>
                  <a:lnTo>
                    <a:pt x="287" y="158"/>
                  </a:lnTo>
                  <a:lnTo>
                    <a:pt x="288" y="144"/>
                  </a:lnTo>
                  <a:lnTo>
                    <a:pt x="287" y="129"/>
                  </a:lnTo>
                  <a:lnTo>
                    <a:pt x="285" y="115"/>
                  </a:lnTo>
                  <a:lnTo>
                    <a:pt x="282" y="101"/>
                  </a:lnTo>
                  <a:lnTo>
                    <a:pt x="276" y="88"/>
                  </a:lnTo>
                  <a:lnTo>
                    <a:pt x="271" y="75"/>
                  </a:lnTo>
                  <a:lnTo>
                    <a:pt x="263" y="63"/>
                  </a:lnTo>
                  <a:lnTo>
                    <a:pt x="255" y="53"/>
                  </a:lnTo>
                  <a:lnTo>
                    <a:pt x="246" y="42"/>
                  </a:lnTo>
                  <a:lnTo>
                    <a:pt x="235" y="33"/>
                  </a:lnTo>
                  <a:lnTo>
                    <a:pt x="225" y="24"/>
                  </a:lnTo>
                  <a:lnTo>
                    <a:pt x="213" y="17"/>
                  </a:lnTo>
                  <a:lnTo>
                    <a:pt x="200" y="12"/>
                  </a:lnTo>
                  <a:lnTo>
                    <a:pt x="187" y="6"/>
                  </a:lnTo>
                  <a:lnTo>
                    <a:pt x="173" y="3"/>
                  </a:lnTo>
                  <a:lnTo>
                    <a:pt x="159" y="1"/>
                  </a:lnTo>
                  <a:lnTo>
                    <a:pt x="1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22" name="Rectangle 482">
            <a:extLst>
              <a:ext uri="{FF2B5EF4-FFF2-40B4-BE49-F238E27FC236}">
                <a16:creationId xmlns:a16="http://schemas.microsoft.com/office/drawing/2014/main" id="{CF6CA34B-8905-4973-9191-326B2364CCA9}"/>
              </a:ext>
            </a:extLst>
          </p:cNvPr>
          <p:cNvSpPr/>
          <p:nvPr/>
        </p:nvSpPr>
        <p:spPr>
          <a:xfrm>
            <a:off x="1342853" y="2769605"/>
            <a:ext cx="2428239" cy="27699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1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3" name="Rectangle 483">
            <a:extLst>
              <a:ext uri="{FF2B5EF4-FFF2-40B4-BE49-F238E27FC236}">
                <a16:creationId xmlns:a16="http://schemas.microsoft.com/office/drawing/2014/main" id="{D9843E74-F0FD-47B8-A184-A22B3FABCCE9}"/>
              </a:ext>
            </a:extLst>
          </p:cNvPr>
          <p:cNvSpPr/>
          <p:nvPr/>
        </p:nvSpPr>
        <p:spPr>
          <a:xfrm>
            <a:off x="1342852" y="2047750"/>
            <a:ext cx="2924348" cy="537845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小标题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24" name="Rectangle 484">
            <a:extLst>
              <a:ext uri="{FF2B5EF4-FFF2-40B4-BE49-F238E27FC236}">
                <a16:creationId xmlns:a16="http://schemas.microsoft.com/office/drawing/2014/main" id="{42D782AC-F0BE-4C91-A67E-50B96132E55A}"/>
              </a:ext>
            </a:extLst>
          </p:cNvPr>
          <p:cNvSpPr/>
          <p:nvPr/>
        </p:nvSpPr>
        <p:spPr>
          <a:xfrm>
            <a:off x="4742643" y="2769605"/>
            <a:ext cx="2428239" cy="27699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2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485">
            <a:extLst>
              <a:ext uri="{FF2B5EF4-FFF2-40B4-BE49-F238E27FC236}">
                <a16:creationId xmlns:a16="http://schemas.microsoft.com/office/drawing/2014/main" id="{11B0858A-A586-44D7-9D82-A3D8EA55ABF5}"/>
              </a:ext>
            </a:extLst>
          </p:cNvPr>
          <p:cNvSpPr/>
          <p:nvPr/>
        </p:nvSpPr>
        <p:spPr>
          <a:xfrm>
            <a:off x="4599708" y="2047750"/>
            <a:ext cx="3103419" cy="537845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小标题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26" name="Rectangle 488">
            <a:extLst>
              <a:ext uri="{FF2B5EF4-FFF2-40B4-BE49-F238E27FC236}">
                <a16:creationId xmlns:a16="http://schemas.microsoft.com/office/drawing/2014/main" id="{F5C92FF6-0F43-4687-AEEC-4F1D3F0EAF1F}"/>
              </a:ext>
            </a:extLst>
          </p:cNvPr>
          <p:cNvSpPr/>
          <p:nvPr/>
        </p:nvSpPr>
        <p:spPr>
          <a:xfrm>
            <a:off x="8141799" y="2769604"/>
            <a:ext cx="2428239" cy="27699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panose="020B0604020202020204" pitchFamily="34" charset="0"/>
              </a:rPr>
              <a:t>3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7" name="Rectangle 489">
            <a:extLst>
              <a:ext uri="{FF2B5EF4-FFF2-40B4-BE49-F238E27FC236}">
                <a16:creationId xmlns:a16="http://schemas.microsoft.com/office/drawing/2014/main" id="{74229524-FF92-49A5-9147-01374EFE1E15}"/>
              </a:ext>
            </a:extLst>
          </p:cNvPr>
          <p:cNvSpPr/>
          <p:nvPr/>
        </p:nvSpPr>
        <p:spPr>
          <a:xfrm>
            <a:off x="8044870" y="2047750"/>
            <a:ext cx="3186548" cy="537845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小标题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Segoe UI" panose="020B0502040204020203" pitchFamily="34" charset="0"/>
              </a:rPr>
              <a:t>3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F4BB4AB-CA61-94B6-DFEF-80509ADBCC15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28" name="图文框 27">
              <a:extLst>
                <a:ext uri="{FF2B5EF4-FFF2-40B4-BE49-F238E27FC236}">
                  <a16:creationId xmlns:a16="http://schemas.microsoft.com/office/drawing/2014/main" id="{C0DB2640-5C18-BC4F-A89B-405C1189B8D2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图文框 28">
              <a:extLst>
                <a:ext uri="{FF2B5EF4-FFF2-40B4-BE49-F238E27FC236}">
                  <a16:creationId xmlns:a16="http://schemas.microsoft.com/office/drawing/2014/main" id="{F859188F-7E87-ACA4-7BCA-B782F6FC72CA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28469AB5-3409-8A38-6E30-909162E3EE24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340919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22" grpId="0"/>
      <p:bldP spid="23" grpId="0"/>
      <p:bldP spid="24" grpId="0"/>
      <p:bldP spid="25" grpId="0"/>
      <p:bldP spid="26" grpId="0"/>
      <p:bldP spid="27" grpId="0"/>
      <p:bldP spid="30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6</cp:revision>
  <dcterms:created xsi:type="dcterms:W3CDTF">2023-08-09T12:44:55Z</dcterms:created>
  <dcterms:modified xsi:type="dcterms:W3CDTF">2025-04-22T04:10:05Z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