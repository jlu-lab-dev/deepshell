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2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7F0EE-0B28-47CC-82CA-8CC90DF6D51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F0090-0075-4AF8-BF44-CD7F68F11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75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681912-8CC0-4B9F-BE2A-5B54BD796BF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10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20000"/>
                <a:lumOff val="80000"/>
              </a:schemeClr>
            </a:gs>
            <a:gs pos="100000">
              <a:schemeClr val="bg1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8D64839-2DCB-4411-A280-F4AA36E9ED3E}"/>
              </a:ext>
            </a:extLst>
          </p:cNvPr>
          <p:cNvGrpSpPr/>
          <p:nvPr/>
        </p:nvGrpSpPr>
        <p:grpSpPr>
          <a:xfrm>
            <a:off x="660399" y="504490"/>
            <a:ext cx="573235" cy="481442"/>
            <a:chOff x="3378359" y="640707"/>
            <a:chExt cx="663790" cy="557497"/>
          </a:xfrm>
        </p:grpSpPr>
        <p:sp>
          <p:nvSpPr>
            <p:cNvPr id="2" name="图文框 1">
              <a:extLst>
                <a:ext uri="{FF2B5EF4-FFF2-40B4-BE49-F238E27FC236}">
                  <a16:creationId xmlns:a16="http://schemas.microsoft.com/office/drawing/2014/main" id="{4ED448EC-7973-4DCB-B2A3-5A55F8ECBB51}"/>
                </a:ext>
              </a:extLst>
            </p:cNvPr>
            <p:cNvSpPr/>
            <p:nvPr/>
          </p:nvSpPr>
          <p:spPr>
            <a:xfrm>
              <a:off x="3378359" y="640707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图文框 2">
              <a:extLst>
                <a:ext uri="{FF2B5EF4-FFF2-40B4-BE49-F238E27FC236}">
                  <a16:creationId xmlns:a16="http://schemas.microsoft.com/office/drawing/2014/main" id="{036C49B5-C1D6-449D-9571-3A90F7A831F9}"/>
                </a:ext>
              </a:extLst>
            </p:cNvPr>
            <p:cNvSpPr/>
            <p:nvPr/>
          </p:nvSpPr>
          <p:spPr>
            <a:xfrm>
              <a:off x="3599622" y="826540"/>
              <a:ext cx="442527" cy="371664"/>
            </a:xfrm>
            <a:prstGeom prst="frame">
              <a:avLst>
                <a:gd name="adj1" fmla="val 7594"/>
              </a:avLst>
            </a:prstGeom>
            <a:solidFill>
              <a:srgbClr val="ECC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B444242-7218-48C5-A90E-AE65BB69E035}"/>
              </a:ext>
            </a:extLst>
          </p:cNvPr>
          <p:cNvSpPr txBox="1"/>
          <p:nvPr/>
        </p:nvSpPr>
        <p:spPr bwMode="auto">
          <a:xfrm>
            <a:off x="1424712" y="479137"/>
            <a:ext cx="4005201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 Light" panose="020B0502040204020203" pitchFamily="34" charset="0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章节标题</a:t>
            </a:r>
          </a:p>
        </p:txBody>
      </p:sp>
      <p:sp>
        <p:nvSpPr>
          <p:cNvPr id="9" name="TextBox 82">
            <a:extLst>
              <a:ext uri="{FF2B5EF4-FFF2-40B4-BE49-F238E27FC236}">
                <a16:creationId xmlns:a16="http://schemas.microsoft.com/office/drawing/2014/main" id="{123AB8B0-CCAB-416D-B2CB-6294580799C8}"/>
              </a:ext>
            </a:extLst>
          </p:cNvPr>
          <p:cNvSpPr txBox="1"/>
          <p:nvPr/>
        </p:nvSpPr>
        <p:spPr>
          <a:xfrm>
            <a:off x="3609487" y="3014360"/>
            <a:ext cx="2359028" cy="540091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defTabSz="914082">
              <a:spcBef>
                <a:spcPct val="0"/>
              </a:spcBef>
              <a:defRPr sz="2800">
                <a:solidFill>
                  <a:srgbClr val="171717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algn="l" defTabSz="1828164" rtl="0"/>
            <a:r>
              <a:rPr lang="zh-CN" alt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1</a:t>
            </a:r>
            <a:endParaRPr lang="id-ID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0" name="TextBox 83">
            <a:extLst>
              <a:ext uri="{FF2B5EF4-FFF2-40B4-BE49-F238E27FC236}">
                <a16:creationId xmlns:a16="http://schemas.microsoft.com/office/drawing/2014/main" id="{3113477F-07F9-4BDE-A157-2EF48D6F1394}"/>
              </a:ext>
            </a:extLst>
          </p:cNvPr>
          <p:cNvSpPr txBox="1"/>
          <p:nvPr/>
        </p:nvSpPr>
        <p:spPr>
          <a:xfrm>
            <a:off x="6442247" y="3029324"/>
            <a:ext cx="2766474" cy="540091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defTabSz="914082">
              <a:spcBef>
                <a:spcPct val="0"/>
              </a:spcBef>
              <a:defRPr sz="2800">
                <a:solidFill>
                  <a:srgbClr val="171717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algn="l" defTabSz="1828164" rtl="0"/>
            <a:r>
              <a:rPr lang="zh-CN" alt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2</a:t>
            </a:r>
            <a:endParaRPr lang="id-ID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1" name="TextBox 84">
            <a:extLst>
              <a:ext uri="{FF2B5EF4-FFF2-40B4-BE49-F238E27FC236}">
                <a16:creationId xmlns:a16="http://schemas.microsoft.com/office/drawing/2014/main" id="{31E99649-1D18-4ED5-9063-6F5B04AD3A71}"/>
              </a:ext>
            </a:extLst>
          </p:cNvPr>
          <p:cNvSpPr txBox="1"/>
          <p:nvPr/>
        </p:nvSpPr>
        <p:spPr>
          <a:xfrm>
            <a:off x="9401737" y="3029324"/>
            <a:ext cx="2455381" cy="540091"/>
          </a:xfrm>
          <a:prstGeom prst="rect">
            <a:avLst/>
          </a:prstGeom>
        </p:spPr>
        <p:txBody>
          <a:bodyPr vert="horz" lIns="182880" tIns="91440" rIns="182880" bIns="91440" rtlCol="0" anchor="ctr">
            <a:noAutofit/>
          </a:bodyPr>
          <a:lstStyle>
            <a:defPPr>
              <a:defRPr lang="en-US"/>
            </a:defPPr>
            <a:lvl1pPr defTabSz="914082">
              <a:spcBef>
                <a:spcPct val="0"/>
              </a:spcBef>
              <a:defRPr sz="2800">
                <a:solidFill>
                  <a:srgbClr val="171717"/>
                </a:solidFill>
                <a:latin typeface="Bebas Neue" panose="020B0606020202050201" pitchFamily="34" charset="0"/>
                <a:ea typeface="Roboto Light" panose="02000000000000000000" pitchFamily="2" charset="0"/>
                <a:cs typeface="Lato Light" panose="020F0402020204030203" pitchFamily="34" charset="0"/>
              </a:defRPr>
            </a:lvl1pPr>
          </a:lstStyle>
          <a:p>
            <a:pPr algn="l" defTabSz="1828164" rtl="0"/>
            <a:r>
              <a:rPr lang="zh-CN" altLang="en-US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小标题</a:t>
            </a:r>
            <a:r>
              <a:rPr lang="en-US" altLang="zh-CN" sz="16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rPr>
              <a:t>3</a:t>
            </a:r>
            <a:endParaRPr lang="id-ID" sz="1600" kern="1200" dirty="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sp>
        <p:nvSpPr>
          <p:cNvPr id="12" name="Rectangle 85">
            <a:extLst>
              <a:ext uri="{FF2B5EF4-FFF2-40B4-BE49-F238E27FC236}">
                <a16:creationId xmlns:a16="http://schemas.microsoft.com/office/drawing/2014/main" id="{2EF18564-73D9-4603-A236-1B4CEC2A5D63}"/>
              </a:ext>
            </a:extLst>
          </p:cNvPr>
          <p:cNvSpPr/>
          <p:nvPr/>
        </p:nvSpPr>
        <p:spPr>
          <a:xfrm>
            <a:off x="3699813" y="3569414"/>
            <a:ext cx="2558789" cy="277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charset="0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charset="0"/>
              </a:rPr>
              <a:t>1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charset="0"/>
            </a:endParaRPr>
          </a:p>
        </p:txBody>
      </p:sp>
      <p:sp>
        <p:nvSpPr>
          <p:cNvPr id="13" name="Rectangle 86">
            <a:extLst>
              <a:ext uri="{FF2B5EF4-FFF2-40B4-BE49-F238E27FC236}">
                <a16:creationId xmlns:a16="http://schemas.microsoft.com/office/drawing/2014/main" id="{918B3F97-AF87-4EDD-B9A9-70ED5330B783}"/>
              </a:ext>
            </a:extLst>
          </p:cNvPr>
          <p:cNvSpPr/>
          <p:nvPr/>
        </p:nvSpPr>
        <p:spPr>
          <a:xfrm>
            <a:off x="6559323" y="3569416"/>
            <a:ext cx="2547727" cy="276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charset="0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charset="0"/>
              </a:rPr>
              <a:t>2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charset="0"/>
            </a:endParaRPr>
          </a:p>
        </p:txBody>
      </p:sp>
      <p:sp>
        <p:nvSpPr>
          <p:cNvPr id="14" name="Rectangle 87">
            <a:extLst>
              <a:ext uri="{FF2B5EF4-FFF2-40B4-BE49-F238E27FC236}">
                <a16:creationId xmlns:a16="http://schemas.microsoft.com/office/drawing/2014/main" id="{035184B1-9A3D-4ADD-B205-44011164B924}"/>
              </a:ext>
            </a:extLst>
          </p:cNvPr>
          <p:cNvSpPr/>
          <p:nvPr/>
        </p:nvSpPr>
        <p:spPr>
          <a:xfrm>
            <a:off x="9459004" y="3569415"/>
            <a:ext cx="24659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defTabSz="1828800" rtl="0">
              <a:buClr>
                <a:srgbClr val="E24848"/>
              </a:buClr>
              <a:defRPr/>
            </a:pPr>
            <a:r>
              <a:rPr lang="zh-CN" altLang="en-US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charset="0"/>
              </a:rPr>
              <a:t>内容</a:t>
            </a:r>
            <a:r>
              <a:rPr lang="en-US" altLang="zh-CN" sz="1200" kern="1200" noProof="1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  <a:cs typeface="Arial" charset="0"/>
              </a:rPr>
              <a:t>3</a:t>
            </a:r>
            <a:endParaRPr lang="en-US" sz="1200" kern="1200" noProof="1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  <a:cs typeface="Arial" charset="0"/>
            </a:endParaRPr>
          </a:p>
        </p:txBody>
      </p:sp>
      <p:cxnSp>
        <p:nvCxnSpPr>
          <p:cNvPr id="15" name="Straight Connector 36">
            <a:extLst>
              <a:ext uri="{FF2B5EF4-FFF2-40B4-BE49-F238E27FC236}">
                <a16:creationId xmlns:a16="http://schemas.microsoft.com/office/drawing/2014/main" id="{6CB92C7D-7B96-4A86-9D26-64D95DF3D034}"/>
              </a:ext>
            </a:extLst>
          </p:cNvPr>
          <p:cNvCxnSpPr>
            <a:cxnSpLocks/>
          </p:cNvCxnSpPr>
          <p:nvPr/>
        </p:nvCxnSpPr>
        <p:spPr>
          <a:xfrm>
            <a:off x="6408962" y="2061505"/>
            <a:ext cx="0" cy="391508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88">
            <a:extLst>
              <a:ext uri="{FF2B5EF4-FFF2-40B4-BE49-F238E27FC236}">
                <a16:creationId xmlns:a16="http://schemas.microsoft.com/office/drawing/2014/main" id="{F65E76E8-1D1B-4B0F-90B8-AFF0A5C6252E}"/>
              </a:ext>
            </a:extLst>
          </p:cNvPr>
          <p:cNvCxnSpPr>
            <a:cxnSpLocks/>
          </p:cNvCxnSpPr>
          <p:nvPr/>
        </p:nvCxnSpPr>
        <p:spPr>
          <a:xfrm>
            <a:off x="9333862" y="2040778"/>
            <a:ext cx="0" cy="40056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5">
            <a:extLst>
              <a:ext uri="{FF2B5EF4-FFF2-40B4-BE49-F238E27FC236}">
                <a16:creationId xmlns:a16="http://schemas.microsoft.com/office/drawing/2014/main" id="{A10D925C-0272-4621-BCD2-B824DA4372FE}"/>
              </a:ext>
            </a:extLst>
          </p:cNvPr>
          <p:cNvSpPr>
            <a:spLocks noEditPoints="1"/>
          </p:cNvSpPr>
          <p:nvPr/>
        </p:nvSpPr>
        <p:spPr bwMode="auto">
          <a:xfrm>
            <a:off x="10147956" y="2368035"/>
            <a:ext cx="457194" cy="457194"/>
          </a:xfrm>
          <a:custGeom>
            <a:avLst/>
            <a:gdLst>
              <a:gd name="T0" fmla="*/ 795 w 1116"/>
              <a:gd name="T1" fmla="*/ 774 h 1117"/>
              <a:gd name="T2" fmla="*/ 1039 w 1116"/>
              <a:gd name="T3" fmla="*/ 623 h 1117"/>
              <a:gd name="T4" fmla="*/ 970 w 1116"/>
              <a:gd name="T5" fmla="*/ 816 h 1117"/>
              <a:gd name="T6" fmla="*/ 291 w 1116"/>
              <a:gd name="T7" fmla="*/ 610 h 1117"/>
              <a:gd name="T8" fmla="*/ 309 w 1116"/>
              <a:gd name="T9" fmla="*/ 848 h 1117"/>
              <a:gd name="T10" fmla="*/ 146 w 1116"/>
              <a:gd name="T11" fmla="*/ 816 h 1117"/>
              <a:gd name="T12" fmla="*/ 77 w 1116"/>
              <a:gd name="T13" fmla="*/ 623 h 1117"/>
              <a:gd name="T14" fmla="*/ 277 w 1116"/>
              <a:gd name="T15" fmla="*/ 290 h 1117"/>
              <a:gd name="T16" fmla="*/ 293 w 1116"/>
              <a:gd name="T17" fmla="*/ 482 h 1117"/>
              <a:gd name="T18" fmla="*/ 94 w 1116"/>
              <a:gd name="T19" fmla="*/ 415 h 1117"/>
              <a:gd name="T20" fmla="*/ 182 w 1116"/>
              <a:gd name="T21" fmla="*/ 252 h 1117"/>
              <a:gd name="T22" fmla="*/ 710 w 1116"/>
              <a:gd name="T23" fmla="*/ 340 h 1117"/>
              <a:gd name="T24" fmla="*/ 790 w 1116"/>
              <a:gd name="T25" fmla="*/ 512 h 1117"/>
              <a:gd name="T26" fmla="*/ 618 w 1116"/>
              <a:gd name="T27" fmla="*/ 796 h 1117"/>
              <a:gd name="T28" fmla="*/ 769 w 1116"/>
              <a:gd name="T29" fmla="*/ 735 h 1117"/>
              <a:gd name="T30" fmla="*/ 861 w 1116"/>
              <a:gd name="T31" fmla="*/ 938 h 1117"/>
              <a:gd name="T32" fmla="*/ 734 w 1116"/>
              <a:gd name="T33" fmla="*/ 1011 h 1117"/>
              <a:gd name="T34" fmla="*/ 689 w 1116"/>
              <a:gd name="T35" fmla="*/ 980 h 1117"/>
              <a:gd name="T36" fmla="*/ 615 w 1116"/>
              <a:gd name="T37" fmla="*/ 832 h 1117"/>
              <a:gd name="T38" fmla="*/ 678 w 1116"/>
              <a:gd name="T39" fmla="*/ 933 h 1117"/>
              <a:gd name="T40" fmla="*/ 445 w 1116"/>
              <a:gd name="T41" fmla="*/ 1031 h 1117"/>
              <a:gd name="T42" fmla="*/ 308 w 1116"/>
              <a:gd name="T43" fmla="*/ 976 h 1117"/>
              <a:gd name="T44" fmla="*/ 358 w 1116"/>
              <a:gd name="T45" fmla="*/ 866 h 1117"/>
              <a:gd name="T46" fmla="*/ 540 w 1116"/>
              <a:gd name="T47" fmla="*/ 577 h 1117"/>
              <a:gd name="T48" fmla="*/ 376 w 1116"/>
              <a:gd name="T49" fmla="*/ 821 h 1117"/>
              <a:gd name="T50" fmla="*/ 540 w 1116"/>
              <a:gd name="T51" fmla="*/ 577 h 1117"/>
              <a:gd name="T52" fmla="*/ 540 w 1116"/>
              <a:gd name="T53" fmla="*/ 360 h 1117"/>
              <a:gd name="T54" fmla="*/ 356 w 1116"/>
              <a:gd name="T55" fmla="*/ 352 h 1117"/>
              <a:gd name="T56" fmla="*/ 249 w 1116"/>
              <a:gd name="T57" fmla="*/ 230 h 1117"/>
              <a:gd name="T58" fmla="*/ 322 w 1116"/>
              <a:gd name="T59" fmla="*/ 134 h 1117"/>
              <a:gd name="T60" fmla="*/ 478 w 1116"/>
              <a:gd name="T61" fmla="*/ 80 h 1117"/>
              <a:gd name="T62" fmla="*/ 540 w 1116"/>
              <a:gd name="T63" fmla="*/ 74 h 1117"/>
              <a:gd name="T64" fmla="*/ 377 w 1116"/>
              <a:gd name="T65" fmla="*/ 294 h 1117"/>
              <a:gd name="T66" fmla="*/ 539 w 1116"/>
              <a:gd name="T67" fmla="*/ 74 h 1117"/>
              <a:gd name="T68" fmla="*/ 744 w 1116"/>
              <a:gd name="T69" fmla="*/ 110 h 1117"/>
              <a:gd name="T70" fmla="*/ 883 w 1116"/>
              <a:gd name="T71" fmla="*/ 198 h 1117"/>
              <a:gd name="T72" fmla="*/ 773 w 1116"/>
              <a:gd name="T73" fmla="*/ 282 h 1117"/>
              <a:gd name="T74" fmla="*/ 578 w 1116"/>
              <a:gd name="T75" fmla="*/ 74 h 1117"/>
              <a:gd name="T76" fmla="*/ 720 w 1116"/>
              <a:gd name="T77" fmla="*/ 301 h 1117"/>
              <a:gd name="T78" fmla="*/ 577 w 1116"/>
              <a:gd name="T79" fmla="*/ 74 h 1117"/>
              <a:gd name="T80" fmla="*/ 422 w 1116"/>
              <a:gd name="T81" fmla="*/ 909 h 1117"/>
              <a:gd name="T82" fmla="*/ 521 w 1116"/>
              <a:gd name="T83" fmla="*/ 831 h 1117"/>
              <a:gd name="T84" fmla="*/ 816 w 1116"/>
              <a:gd name="T85" fmla="*/ 424 h 1117"/>
              <a:gd name="T86" fmla="*/ 873 w 1116"/>
              <a:gd name="T87" fmla="*/ 269 h 1117"/>
              <a:gd name="T88" fmla="*/ 990 w 1116"/>
              <a:gd name="T89" fmla="*/ 337 h 1117"/>
              <a:gd name="T90" fmla="*/ 1041 w 1116"/>
              <a:gd name="T91" fmla="*/ 519 h 1117"/>
              <a:gd name="T92" fmla="*/ 392 w 1116"/>
              <a:gd name="T93" fmla="*/ 26 h 1117"/>
              <a:gd name="T94" fmla="*/ 183 w 1116"/>
              <a:gd name="T95" fmla="*/ 146 h 1117"/>
              <a:gd name="T96" fmla="*/ 44 w 1116"/>
              <a:gd name="T97" fmla="*/ 342 h 1117"/>
              <a:gd name="T98" fmla="*/ 0 w 1116"/>
              <a:gd name="T99" fmla="*/ 588 h 1117"/>
              <a:gd name="T100" fmla="*/ 67 w 1116"/>
              <a:gd name="T101" fmla="*/ 824 h 1117"/>
              <a:gd name="T102" fmla="*/ 224 w 1116"/>
              <a:gd name="T103" fmla="*/ 1006 h 1117"/>
              <a:gd name="T104" fmla="*/ 445 w 1116"/>
              <a:gd name="T105" fmla="*/ 1105 h 1117"/>
              <a:gd name="T106" fmla="*/ 697 w 1116"/>
              <a:gd name="T107" fmla="*/ 1099 h 1117"/>
              <a:gd name="T108" fmla="*/ 913 w 1116"/>
              <a:gd name="T109" fmla="*/ 990 h 1117"/>
              <a:gd name="T110" fmla="*/ 1061 w 1116"/>
              <a:gd name="T111" fmla="*/ 801 h 1117"/>
              <a:gd name="T112" fmla="*/ 1116 w 1116"/>
              <a:gd name="T113" fmla="*/ 559 h 1117"/>
              <a:gd name="T114" fmla="*/ 1061 w 1116"/>
              <a:gd name="T115" fmla="*/ 317 h 1117"/>
              <a:gd name="T116" fmla="*/ 913 w 1116"/>
              <a:gd name="T117" fmla="*/ 128 h 1117"/>
              <a:gd name="T118" fmla="*/ 697 w 1116"/>
              <a:gd name="T119" fmla="*/ 19 h 1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116" h="1117">
                <a:moveTo>
                  <a:pt x="900" y="903"/>
                </a:moveTo>
                <a:lnTo>
                  <a:pt x="871" y="883"/>
                </a:lnTo>
                <a:lnTo>
                  <a:pt x="840" y="864"/>
                </a:lnTo>
                <a:lnTo>
                  <a:pt x="823" y="856"/>
                </a:lnTo>
                <a:lnTo>
                  <a:pt x="807" y="848"/>
                </a:lnTo>
                <a:lnTo>
                  <a:pt x="790" y="841"/>
                </a:lnTo>
                <a:lnTo>
                  <a:pt x="774" y="834"/>
                </a:lnTo>
                <a:lnTo>
                  <a:pt x="784" y="804"/>
                </a:lnTo>
                <a:lnTo>
                  <a:pt x="795" y="774"/>
                </a:lnTo>
                <a:lnTo>
                  <a:pt x="804" y="742"/>
                </a:lnTo>
                <a:lnTo>
                  <a:pt x="811" y="710"/>
                </a:lnTo>
                <a:lnTo>
                  <a:pt x="818" y="677"/>
                </a:lnTo>
                <a:lnTo>
                  <a:pt x="822" y="645"/>
                </a:lnTo>
                <a:lnTo>
                  <a:pt x="825" y="610"/>
                </a:lnTo>
                <a:lnTo>
                  <a:pt x="828" y="577"/>
                </a:lnTo>
                <a:lnTo>
                  <a:pt x="1043" y="577"/>
                </a:lnTo>
                <a:lnTo>
                  <a:pt x="1041" y="601"/>
                </a:lnTo>
                <a:lnTo>
                  <a:pt x="1039" y="623"/>
                </a:lnTo>
                <a:lnTo>
                  <a:pt x="1035" y="647"/>
                </a:lnTo>
                <a:lnTo>
                  <a:pt x="1031" y="670"/>
                </a:lnTo>
                <a:lnTo>
                  <a:pt x="1025" y="691"/>
                </a:lnTo>
                <a:lnTo>
                  <a:pt x="1018" y="714"/>
                </a:lnTo>
                <a:lnTo>
                  <a:pt x="1010" y="735"/>
                </a:lnTo>
                <a:lnTo>
                  <a:pt x="1002" y="756"/>
                </a:lnTo>
                <a:lnTo>
                  <a:pt x="992" y="777"/>
                </a:lnTo>
                <a:lnTo>
                  <a:pt x="981" y="796"/>
                </a:lnTo>
                <a:lnTo>
                  <a:pt x="970" y="816"/>
                </a:lnTo>
                <a:lnTo>
                  <a:pt x="957" y="834"/>
                </a:lnTo>
                <a:lnTo>
                  <a:pt x="944" y="852"/>
                </a:lnTo>
                <a:lnTo>
                  <a:pt x="930" y="870"/>
                </a:lnTo>
                <a:lnTo>
                  <a:pt x="916" y="887"/>
                </a:lnTo>
                <a:lnTo>
                  <a:pt x="900" y="903"/>
                </a:lnTo>
                <a:lnTo>
                  <a:pt x="900" y="903"/>
                </a:lnTo>
                <a:close/>
                <a:moveTo>
                  <a:pt x="73" y="577"/>
                </a:moveTo>
                <a:lnTo>
                  <a:pt x="289" y="577"/>
                </a:lnTo>
                <a:lnTo>
                  <a:pt x="291" y="610"/>
                </a:lnTo>
                <a:lnTo>
                  <a:pt x="294" y="645"/>
                </a:lnTo>
                <a:lnTo>
                  <a:pt x="298" y="677"/>
                </a:lnTo>
                <a:lnTo>
                  <a:pt x="305" y="710"/>
                </a:lnTo>
                <a:lnTo>
                  <a:pt x="312" y="742"/>
                </a:lnTo>
                <a:lnTo>
                  <a:pt x="321" y="774"/>
                </a:lnTo>
                <a:lnTo>
                  <a:pt x="331" y="804"/>
                </a:lnTo>
                <a:lnTo>
                  <a:pt x="343" y="834"/>
                </a:lnTo>
                <a:lnTo>
                  <a:pt x="325" y="841"/>
                </a:lnTo>
                <a:lnTo>
                  <a:pt x="309" y="848"/>
                </a:lnTo>
                <a:lnTo>
                  <a:pt x="293" y="856"/>
                </a:lnTo>
                <a:lnTo>
                  <a:pt x="277" y="864"/>
                </a:lnTo>
                <a:lnTo>
                  <a:pt x="245" y="883"/>
                </a:lnTo>
                <a:lnTo>
                  <a:pt x="215" y="903"/>
                </a:lnTo>
                <a:lnTo>
                  <a:pt x="200" y="887"/>
                </a:lnTo>
                <a:lnTo>
                  <a:pt x="185" y="870"/>
                </a:lnTo>
                <a:lnTo>
                  <a:pt x="171" y="852"/>
                </a:lnTo>
                <a:lnTo>
                  <a:pt x="158" y="834"/>
                </a:lnTo>
                <a:lnTo>
                  <a:pt x="146" y="816"/>
                </a:lnTo>
                <a:lnTo>
                  <a:pt x="134" y="796"/>
                </a:lnTo>
                <a:lnTo>
                  <a:pt x="123" y="777"/>
                </a:lnTo>
                <a:lnTo>
                  <a:pt x="114" y="756"/>
                </a:lnTo>
                <a:lnTo>
                  <a:pt x="105" y="735"/>
                </a:lnTo>
                <a:lnTo>
                  <a:pt x="98" y="714"/>
                </a:lnTo>
                <a:lnTo>
                  <a:pt x="91" y="691"/>
                </a:lnTo>
                <a:lnTo>
                  <a:pt x="86" y="670"/>
                </a:lnTo>
                <a:lnTo>
                  <a:pt x="80" y="647"/>
                </a:lnTo>
                <a:lnTo>
                  <a:pt x="77" y="623"/>
                </a:lnTo>
                <a:lnTo>
                  <a:pt x="75" y="601"/>
                </a:lnTo>
                <a:lnTo>
                  <a:pt x="73" y="577"/>
                </a:lnTo>
                <a:lnTo>
                  <a:pt x="73" y="577"/>
                </a:lnTo>
                <a:close/>
                <a:moveTo>
                  <a:pt x="196" y="236"/>
                </a:moveTo>
                <a:lnTo>
                  <a:pt x="211" y="248"/>
                </a:lnTo>
                <a:lnTo>
                  <a:pt x="227" y="258"/>
                </a:lnTo>
                <a:lnTo>
                  <a:pt x="243" y="269"/>
                </a:lnTo>
                <a:lnTo>
                  <a:pt x="260" y="280"/>
                </a:lnTo>
                <a:lnTo>
                  <a:pt x="277" y="290"/>
                </a:lnTo>
                <a:lnTo>
                  <a:pt x="294" y="298"/>
                </a:lnTo>
                <a:lnTo>
                  <a:pt x="312" y="307"/>
                </a:lnTo>
                <a:lnTo>
                  <a:pt x="330" y="315"/>
                </a:lnTo>
                <a:lnTo>
                  <a:pt x="321" y="342"/>
                </a:lnTo>
                <a:lnTo>
                  <a:pt x="314" y="369"/>
                </a:lnTo>
                <a:lnTo>
                  <a:pt x="306" y="396"/>
                </a:lnTo>
                <a:lnTo>
                  <a:pt x="301" y="424"/>
                </a:lnTo>
                <a:lnTo>
                  <a:pt x="296" y="453"/>
                </a:lnTo>
                <a:lnTo>
                  <a:pt x="293" y="482"/>
                </a:lnTo>
                <a:lnTo>
                  <a:pt x="290" y="511"/>
                </a:lnTo>
                <a:lnTo>
                  <a:pt x="289" y="540"/>
                </a:lnTo>
                <a:lnTo>
                  <a:pt x="73" y="540"/>
                </a:lnTo>
                <a:lnTo>
                  <a:pt x="74" y="519"/>
                </a:lnTo>
                <a:lnTo>
                  <a:pt x="76" y="497"/>
                </a:lnTo>
                <a:lnTo>
                  <a:pt x="79" y="477"/>
                </a:lnTo>
                <a:lnTo>
                  <a:pt x="83" y="455"/>
                </a:lnTo>
                <a:lnTo>
                  <a:pt x="89" y="434"/>
                </a:lnTo>
                <a:lnTo>
                  <a:pt x="94" y="415"/>
                </a:lnTo>
                <a:lnTo>
                  <a:pt x="101" y="394"/>
                </a:lnTo>
                <a:lnTo>
                  <a:pt x="108" y="375"/>
                </a:lnTo>
                <a:lnTo>
                  <a:pt x="117" y="356"/>
                </a:lnTo>
                <a:lnTo>
                  <a:pt x="126" y="337"/>
                </a:lnTo>
                <a:lnTo>
                  <a:pt x="135" y="319"/>
                </a:lnTo>
                <a:lnTo>
                  <a:pt x="146" y="302"/>
                </a:lnTo>
                <a:lnTo>
                  <a:pt x="158" y="284"/>
                </a:lnTo>
                <a:lnTo>
                  <a:pt x="170" y="268"/>
                </a:lnTo>
                <a:lnTo>
                  <a:pt x="182" y="252"/>
                </a:lnTo>
                <a:lnTo>
                  <a:pt x="196" y="236"/>
                </a:lnTo>
                <a:close/>
                <a:moveTo>
                  <a:pt x="576" y="540"/>
                </a:moveTo>
                <a:lnTo>
                  <a:pt x="576" y="360"/>
                </a:lnTo>
                <a:lnTo>
                  <a:pt x="599" y="359"/>
                </a:lnTo>
                <a:lnTo>
                  <a:pt x="621" y="357"/>
                </a:lnTo>
                <a:lnTo>
                  <a:pt x="644" y="353"/>
                </a:lnTo>
                <a:lnTo>
                  <a:pt x="667" y="350"/>
                </a:lnTo>
                <a:lnTo>
                  <a:pt x="688" y="346"/>
                </a:lnTo>
                <a:lnTo>
                  <a:pt x="710" y="340"/>
                </a:lnTo>
                <a:lnTo>
                  <a:pt x="732" y="334"/>
                </a:lnTo>
                <a:lnTo>
                  <a:pt x="752" y="328"/>
                </a:lnTo>
                <a:lnTo>
                  <a:pt x="761" y="352"/>
                </a:lnTo>
                <a:lnTo>
                  <a:pt x="768" y="378"/>
                </a:lnTo>
                <a:lnTo>
                  <a:pt x="775" y="404"/>
                </a:lnTo>
                <a:lnTo>
                  <a:pt x="780" y="430"/>
                </a:lnTo>
                <a:lnTo>
                  <a:pt x="784" y="457"/>
                </a:lnTo>
                <a:lnTo>
                  <a:pt x="788" y="485"/>
                </a:lnTo>
                <a:lnTo>
                  <a:pt x="790" y="512"/>
                </a:lnTo>
                <a:lnTo>
                  <a:pt x="791" y="540"/>
                </a:lnTo>
                <a:lnTo>
                  <a:pt x="576" y="540"/>
                </a:lnTo>
                <a:close/>
                <a:moveTo>
                  <a:pt x="739" y="821"/>
                </a:moveTo>
                <a:lnTo>
                  <a:pt x="720" y="816"/>
                </a:lnTo>
                <a:lnTo>
                  <a:pt x="700" y="810"/>
                </a:lnTo>
                <a:lnTo>
                  <a:pt x="680" y="806"/>
                </a:lnTo>
                <a:lnTo>
                  <a:pt x="659" y="802"/>
                </a:lnTo>
                <a:lnTo>
                  <a:pt x="639" y="798"/>
                </a:lnTo>
                <a:lnTo>
                  <a:pt x="618" y="796"/>
                </a:lnTo>
                <a:lnTo>
                  <a:pt x="598" y="794"/>
                </a:lnTo>
                <a:lnTo>
                  <a:pt x="576" y="794"/>
                </a:lnTo>
                <a:lnTo>
                  <a:pt x="576" y="577"/>
                </a:lnTo>
                <a:lnTo>
                  <a:pt x="791" y="577"/>
                </a:lnTo>
                <a:lnTo>
                  <a:pt x="790" y="609"/>
                </a:lnTo>
                <a:lnTo>
                  <a:pt x="787" y="642"/>
                </a:lnTo>
                <a:lnTo>
                  <a:pt x="782" y="673"/>
                </a:lnTo>
                <a:lnTo>
                  <a:pt x="776" y="704"/>
                </a:lnTo>
                <a:lnTo>
                  <a:pt x="769" y="735"/>
                </a:lnTo>
                <a:lnTo>
                  <a:pt x="761" y="764"/>
                </a:lnTo>
                <a:lnTo>
                  <a:pt x="751" y="793"/>
                </a:lnTo>
                <a:lnTo>
                  <a:pt x="739" y="821"/>
                </a:lnTo>
                <a:close/>
                <a:moveTo>
                  <a:pt x="759" y="866"/>
                </a:moveTo>
                <a:lnTo>
                  <a:pt x="789" y="879"/>
                </a:lnTo>
                <a:lnTo>
                  <a:pt x="818" y="893"/>
                </a:lnTo>
                <a:lnTo>
                  <a:pt x="846" y="910"/>
                </a:lnTo>
                <a:lnTo>
                  <a:pt x="873" y="928"/>
                </a:lnTo>
                <a:lnTo>
                  <a:pt x="861" y="938"/>
                </a:lnTo>
                <a:lnTo>
                  <a:pt x="848" y="947"/>
                </a:lnTo>
                <a:lnTo>
                  <a:pt x="835" y="957"/>
                </a:lnTo>
                <a:lnTo>
                  <a:pt x="821" y="967"/>
                </a:lnTo>
                <a:lnTo>
                  <a:pt x="807" y="976"/>
                </a:lnTo>
                <a:lnTo>
                  <a:pt x="793" y="983"/>
                </a:lnTo>
                <a:lnTo>
                  <a:pt x="779" y="991"/>
                </a:lnTo>
                <a:lnTo>
                  <a:pt x="764" y="998"/>
                </a:lnTo>
                <a:lnTo>
                  <a:pt x="750" y="1005"/>
                </a:lnTo>
                <a:lnTo>
                  <a:pt x="734" y="1011"/>
                </a:lnTo>
                <a:lnTo>
                  <a:pt x="719" y="1017"/>
                </a:lnTo>
                <a:lnTo>
                  <a:pt x="703" y="1022"/>
                </a:lnTo>
                <a:lnTo>
                  <a:pt x="687" y="1026"/>
                </a:lnTo>
                <a:lnTo>
                  <a:pt x="671" y="1031"/>
                </a:lnTo>
                <a:lnTo>
                  <a:pt x="655" y="1035"/>
                </a:lnTo>
                <a:lnTo>
                  <a:pt x="638" y="1037"/>
                </a:lnTo>
                <a:lnTo>
                  <a:pt x="656" y="1019"/>
                </a:lnTo>
                <a:lnTo>
                  <a:pt x="673" y="999"/>
                </a:lnTo>
                <a:lnTo>
                  <a:pt x="689" y="980"/>
                </a:lnTo>
                <a:lnTo>
                  <a:pt x="705" y="958"/>
                </a:lnTo>
                <a:lnTo>
                  <a:pt x="720" y="937"/>
                </a:lnTo>
                <a:lnTo>
                  <a:pt x="734" y="914"/>
                </a:lnTo>
                <a:lnTo>
                  <a:pt x="747" y="890"/>
                </a:lnTo>
                <a:lnTo>
                  <a:pt x="759" y="866"/>
                </a:lnTo>
                <a:close/>
                <a:moveTo>
                  <a:pt x="576" y="1044"/>
                </a:moveTo>
                <a:lnTo>
                  <a:pt x="576" y="830"/>
                </a:lnTo>
                <a:lnTo>
                  <a:pt x="595" y="831"/>
                </a:lnTo>
                <a:lnTo>
                  <a:pt x="615" y="832"/>
                </a:lnTo>
                <a:lnTo>
                  <a:pt x="633" y="834"/>
                </a:lnTo>
                <a:lnTo>
                  <a:pt x="652" y="837"/>
                </a:lnTo>
                <a:lnTo>
                  <a:pt x="671" y="841"/>
                </a:lnTo>
                <a:lnTo>
                  <a:pt x="688" y="844"/>
                </a:lnTo>
                <a:lnTo>
                  <a:pt x="707" y="849"/>
                </a:lnTo>
                <a:lnTo>
                  <a:pt x="725" y="855"/>
                </a:lnTo>
                <a:lnTo>
                  <a:pt x="710" y="882"/>
                </a:lnTo>
                <a:lnTo>
                  <a:pt x="695" y="909"/>
                </a:lnTo>
                <a:lnTo>
                  <a:pt x="678" y="933"/>
                </a:lnTo>
                <a:lnTo>
                  <a:pt x="660" y="958"/>
                </a:lnTo>
                <a:lnTo>
                  <a:pt x="641" y="982"/>
                </a:lnTo>
                <a:lnTo>
                  <a:pt x="621" y="1004"/>
                </a:lnTo>
                <a:lnTo>
                  <a:pt x="600" y="1024"/>
                </a:lnTo>
                <a:lnTo>
                  <a:pt x="578" y="1044"/>
                </a:lnTo>
                <a:lnTo>
                  <a:pt x="576" y="1044"/>
                </a:lnTo>
                <a:close/>
                <a:moveTo>
                  <a:pt x="478" y="1037"/>
                </a:moveTo>
                <a:lnTo>
                  <a:pt x="462" y="1035"/>
                </a:lnTo>
                <a:lnTo>
                  <a:pt x="445" y="1031"/>
                </a:lnTo>
                <a:lnTo>
                  <a:pt x="429" y="1026"/>
                </a:lnTo>
                <a:lnTo>
                  <a:pt x="413" y="1022"/>
                </a:lnTo>
                <a:lnTo>
                  <a:pt x="398" y="1017"/>
                </a:lnTo>
                <a:lnTo>
                  <a:pt x="382" y="1011"/>
                </a:lnTo>
                <a:lnTo>
                  <a:pt x="366" y="1005"/>
                </a:lnTo>
                <a:lnTo>
                  <a:pt x="351" y="998"/>
                </a:lnTo>
                <a:lnTo>
                  <a:pt x="337" y="991"/>
                </a:lnTo>
                <a:lnTo>
                  <a:pt x="322" y="983"/>
                </a:lnTo>
                <a:lnTo>
                  <a:pt x="308" y="976"/>
                </a:lnTo>
                <a:lnTo>
                  <a:pt x="294" y="967"/>
                </a:lnTo>
                <a:lnTo>
                  <a:pt x="281" y="957"/>
                </a:lnTo>
                <a:lnTo>
                  <a:pt x="268" y="947"/>
                </a:lnTo>
                <a:lnTo>
                  <a:pt x="255" y="938"/>
                </a:lnTo>
                <a:lnTo>
                  <a:pt x="242" y="928"/>
                </a:lnTo>
                <a:lnTo>
                  <a:pt x="269" y="910"/>
                </a:lnTo>
                <a:lnTo>
                  <a:pt x="298" y="893"/>
                </a:lnTo>
                <a:lnTo>
                  <a:pt x="328" y="879"/>
                </a:lnTo>
                <a:lnTo>
                  <a:pt x="358" y="866"/>
                </a:lnTo>
                <a:lnTo>
                  <a:pt x="370" y="890"/>
                </a:lnTo>
                <a:lnTo>
                  <a:pt x="383" y="914"/>
                </a:lnTo>
                <a:lnTo>
                  <a:pt x="397" y="937"/>
                </a:lnTo>
                <a:lnTo>
                  <a:pt x="412" y="958"/>
                </a:lnTo>
                <a:lnTo>
                  <a:pt x="427" y="980"/>
                </a:lnTo>
                <a:lnTo>
                  <a:pt x="443" y="999"/>
                </a:lnTo>
                <a:lnTo>
                  <a:pt x="460" y="1019"/>
                </a:lnTo>
                <a:lnTo>
                  <a:pt x="478" y="1037"/>
                </a:lnTo>
                <a:close/>
                <a:moveTo>
                  <a:pt x="540" y="577"/>
                </a:moveTo>
                <a:lnTo>
                  <a:pt x="540" y="794"/>
                </a:lnTo>
                <a:lnTo>
                  <a:pt x="519" y="794"/>
                </a:lnTo>
                <a:lnTo>
                  <a:pt x="498" y="796"/>
                </a:lnTo>
                <a:lnTo>
                  <a:pt x="477" y="798"/>
                </a:lnTo>
                <a:lnTo>
                  <a:pt x="456" y="802"/>
                </a:lnTo>
                <a:lnTo>
                  <a:pt x="436" y="806"/>
                </a:lnTo>
                <a:lnTo>
                  <a:pt x="416" y="810"/>
                </a:lnTo>
                <a:lnTo>
                  <a:pt x="396" y="816"/>
                </a:lnTo>
                <a:lnTo>
                  <a:pt x="376" y="821"/>
                </a:lnTo>
                <a:lnTo>
                  <a:pt x="365" y="793"/>
                </a:lnTo>
                <a:lnTo>
                  <a:pt x="356" y="764"/>
                </a:lnTo>
                <a:lnTo>
                  <a:pt x="347" y="735"/>
                </a:lnTo>
                <a:lnTo>
                  <a:pt x="339" y="704"/>
                </a:lnTo>
                <a:lnTo>
                  <a:pt x="334" y="673"/>
                </a:lnTo>
                <a:lnTo>
                  <a:pt x="330" y="642"/>
                </a:lnTo>
                <a:lnTo>
                  <a:pt x="326" y="609"/>
                </a:lnTo>
                <a:lnTo>
                  <a:pt x="324" y="577"/>
                </a:lnTo>
                <a:lnTo>
                  <a:pt x="540" y="577"/>
                </a:lnTo>
                <a:close/>
                <a:moveTo>
                  <a:pt x="364" y="328"/>
                </a:moveTo>
                <a:lnTo>
                  <a:pt x="385" y="334"/>
                </a:lnTo>
                <a:lnTo>
                  <a:pt x="406" y="340"/>
                </a:lnTo>
                <a:lnTo>
                  <a:pt x="428" y="346"/>
                </a:lnTo>
                <a:lnTo>
                  <a:pt x="450" y="350"/>
                </a:lnTo>
                <a:lnTo>
                  <a:pt x="472" y="353"/>
                </a:lnTo>
                <a:lnTo>
                  <a:pt x="494" y="357"/>
                </a:lnTo>
                <a:lnTo>
                  <a:pt x="517" y="359"/>
                </a:lnTo>
                <a:lnTo>
                  <a:pt x="540" y="360"/>
                </a:lnTo>
                <a:lnTo>
                  <a:pt x="540" y="540"/>
                </a:lnTo>
                <a:lnTo>
                  <a:pt x="324" y="540"/>
                </a:lnTo>
                <a:lnTo>
                  <a:pt x="326" y="512"/>
                </a:lnTo>
                <a:lnTo>
                  <a:pt x="329" y="485"/>
                </a:lnTo>
                <a:lnTo>
                  <a:pt x="332" y="457"/>
                </a:lnTo>
                <a:lnTo>
                  <a:pt x="336" y="430"/>
                </a:lnTo>
                <a:lnTo>
                  <a:pt x="342" y="404"/>
                </a:lnTo>
                <a:lnTo>
                  <a:pt x="348" y="378"/>
                </a:lnTo>
                <a:lnTo>
                  <a:pt x="356" y="352"/>
                </a:lnTo>
                <a:lnTo>
                  <a:pt x="364" y="328"/>
                </a:lnTo>
                <a:lnTo>
                  <a:pt x="364" y="328"/>
                </a:lnTo>
                <a:close/>
                <a:moveTo>
                  <a:pt x="344" y="282"/>
                </a:moveTo>
                <a:lnTo>
                  <a:pt x="328" y="275"/>
                </a:lnTo>
                <a:lnTo>
                  <a:pt x="311" y="267"/>
                </a:lnTo>
                <a:lnTo>
                  <a:pt x="295" y="258"/>
                </a:lnTo>
                <a:lnTo>
                  <a:pt x="279" y="250"/>
                </a:lnTo>
                <a:lnTo>
                  <a:pt x="264" y="240"/>
                </a:lnTo>
                <a:lnTo>
                  <a:pt x="249" y="230"/>
                </a:lnTo>
                <a:lnTo>
                  <a:pt x="235" y="221"/>
                </a:lnTo>
                <a:lnTo>
                  <a:pt x="221" y="210"/>
                </a:lnTo>
                <a:lnTo>
                  <a:pt x="234" y="198"/>
                </a:lnTo>
                <a:lnTo>
                  <a:pt x="248" y="186"/>
                </a:lnTo>
                <a:lnTo>
                  <a:pt x="262" y="174"/>
                </a:lnTo>
                <a:lnTo>
                  <a:pt x="276" y="163"/>
                </a:lnTo>
                <a:lnTo>
                  <a:pt x="291" y="154"/>
                </a:lnTo>
                <a:lnTo>
                  <a:pt x="306" y="144"/>
                </a:lnTo>
                <a:lnTo>
                  <a:pt x="322" y="134"/>
                </a:lnTo>
                <a:lnTo>
                  <a:pt x="338" y="126"/>
                </a:lnTo>
                <a:lnTo>
                  <a:pt x="355" y="118"/>
                </a:lnTo>
                <a:lnTo>
                  <a:pt x="371" y="110"/>
                </a:lnTo>
                <a:lnTo>
                  <a:pt x="388" y="104"/>
                </a:lnTo>
                <a:lnTo>
                  <a:pt x="405" y="97"/>
                </a:lnTo>
                <a:lnTo>
                  <a:pt x="424" y="92"/>
                </a:lnTo>
                <a:lnTo>
                  <a:pt x="441" y="88"/>
                </a:lnTo>
                <a:lnTo>
                  <a:pt x="459" y="83"/>
                </a:lnTo>
                <a:lnTo>
                  <a:pt x="478" y="80"/>
                </a:lnTo>
                <a:lnTo>
                  <a:pt x="458" y="102"/>
                </a:lnTo>
                <a:lnTo>
                  <a:pt x="438" y="124"/>
                </a:lnTo>
                <a:lnTo>
                  <a:pt x="419" y="148"/>
                </a:lnTo>
                <a:lnTo>
                  <a:pt x="402" y="173"/>
                </a:lnTo>
                <a:lnTo>
                  <a:pt x="386" y="199"/>
                </a:lnTo>
                <a:lnTo>
                  <a:pt x="371" y="225"/>
                </a:lnTo>
                <a:lnTo>
                  <a:pt x="357" y="253"/>
                </a:lnTo>
                <a:lnTo>
                  <a:pt x="344" y="282"/>
                </a:lnTo>
                <a:close/>
                <a:moveTo>
                  <a:pt x="540" y="74"/>
                </a:moveTo>
                <a:lnTo>
                  <a:pt x="540" y="324"/>
                </a:lnTo>
                <a:lnTo>
                  <a:pt x="519" y="323"/>
                </a:lnTo>
                <a:lnTo>
                  <a:pt x="498" y="321"/>
                </a:lnTo>
                <a:lnTo>
                  <a:pt x="477" y="318"/>
                </a:lnTo>
                <a:lnTo>
                  <a:pt x="456" y="315"/>
                </a:lnTo>
                <a:lnTo>
                  <a:pt x="437" y="311"/>
                </a:lnTo>
                <a:lnTo>
                  <a:pt x="416" y="306"/>
                </a:lnTo>
                <a:lnTo>
                  <a:pt x="397" y="301"/>
                </a:lnTo>
                <a:lnTo>
                  <a:pt x="377" y="294"/>
                </a:lnTo>
                <a:lnTo>
                  <a:pt x="392" y="262"/>
                </a:lnTo>
                <a:lnTo>
                  <a:pt x="409" y="230"/>
                </a:lnTo>
                <a:lnTo>
                  <a:pt x="427" y="200"/>
                </a:lnTo>
                <a:lnTo>
                  <a:pt x="446" y="172"/>
                </a:lnTo>
                <a:lnTo>
                  <a:pt x="467" y="145"/>
                </a:lnTo>
                <a:lnTo>
                  <a:pt x="490" y="119"/>
                </a:lnTo>
                <a:lnTo>
                  <a:pt x="513" y="95"/>
                </a:lnTo>
                <a:lnTo>
                  <a:pt x="538" y="74"/>
                </a:lnTo>
                <a:lnTo>
                  <a:pt x="539" y="74"/>
                </a:lnTo>
                <a:lnTo>
                  <a:pt x="540" y="74"/>
                </a:lnTo>
                <a:lnTo>
                  <a:pt x="540" y="74"/>
                </a:lnTo>
                <a:close/>
                <a:moveTo>
                  <a:pt x="638" y="80"/>
                </a:moveTo>
                <a:lnTo>
                  <a:pt x="656" y="83"/>
                </a:lnTo>
                <a:lnTo>
                  <a:pt x="674" y="88"/>
                </a:lnTo>
                <a:lnTo>
                  <a:pt x="693" y="92"/>
                </a:lnTo>
                <a:lnTo>
                  <a:pt x="710" y="97"/>
                </a:lnTo>
                <a:lnTo>
                  <a:pt x="727" y="104"/>
                </a:lnTo>
                <a:lnTo>
                  <a:pt x="744" y="110"/>
                </a:lnTo>
                <a:lnTo>
                  <a:pt x="762" y="118"/>
                </a:lnTo>
                <a:lnTo>
                  <a:pt x="778" y="126"/>
                </a:lnTo>
                <a:lnTo>
                  <a:pt x="794" y="134"/>
                </a:lnTo>
                <a:lnTo>
                  <a:pt x="809" y="144"/>
                </a:lnTo>
                <a:lnTo>
                  <a:pt x="825" y="154"/>
                </a:lnTo>
                <a:lnTo>
                  <a:pt x="841" y="163"/>
                </a:lnTo>
                <a:lnTo>
                  <a:pt x="855" y="174"/>
                </a:lnTo>
                <a:lnTo>
                  <a:pt x="869" y="186"/>
                </a:lnTo>
                <a:lnTo>
                  <a:pt x="883" y="198"/>
                </a:lnTo>
                <a:lnTo>
                  <a:pt x="896" y="210"/>
                </a:lnTo>
                <a:lnTo>
                  <a:pt x="882" y="221"/>
                </a:lnTo>
                <a:lnTo>
                  <a:pt x="867" y="230"/>
                </a:lnTo>
                <a:lnTo>
                  <a:pt x="851" y="240"/>
                </a:lnTo>
                <a:lnTo>
                  <a:pt x="836" y="250"/>
                </a:lnTo>
                <a:lnTo>
                  <a:pt x="821" y="258"/>
                </a:lnTo>
                <a:lnTo>
                  <a:pt x="805" y="267"/>
                </a:lnTo>
                <a:lnTo>
                  <a:pt x="789" y="275"/>
                </a:lnTo>
                <a:lnTo>
                  <a:pt x="773" y="282"/>
                </a:lnTo>
                <a:lnTo>
                  <a:pt x="760" y="253"/>
                </a:lnTo>
                <a:lnTo>
                  <a:pt x="746" y="225"/>
                </a:lnTo>
                <a:lnTo>
                  <a:pt x="730" y="199"/>
                </a:lnTo>
                <a:lnTo>
                  <a:pt x="714" y="173"/>
                </a:lnTo>
                <a:lnTo>
                  <a:pt x="696" y="148"/>
                </a:lnTo>
                <a:lnTo>
                  <a:pt x="678" y="124"/>
                </a:lnTo>
                <a:lnTo>
                  <a:pt x="658" y="102"/>
                </a:lnTo>
                <a:lnTo>
                  <a:pt x="638" y="80"/>
                </a:lnTo>
                <a:close/>
                <a:moveTo>
                  <a:pt x="578" y="74"/>
                </a:moveTo>
                <a:lnTo>
                  <a:pt x="603" y="95"/>
                </a:lnTo>
                <a:lnTo>
                  <a:pt x="627" y="119"/>
                </a:lnTo>
                <a:lnTo>
                  <a:pt x="648" y="145"/>
                </a:lnTo>
                <a:lnTo>
                  <a:pt x="670" y="172"/>
                </a:lnTo>
                <a:lnTo>
                  <a:pt x="689" y="200"/>
                </a:lnTo>
                <a:lnTo>
                  <a:pt x="708" y="230"/>
                </a:lnTo>
                <a:lnTo>
                  <a:pt x="724" y="262"/>
                </a:lnTo>
                <a:lnTo>
                  <a:pt x="739" y="294"/>
                </a:lnTo>
                <a:lnTo>
                  <a:pt x="720" y="301"/>
                </a:lnTo>
                <a:lnTo>
                  <a:pt x="699" y="306"/>
                </a:lnTo>
                <a:lnTo>
                  <a:pt x="680" y="311"/>
                </a:lnTo>
                <a:lnTo>
                  <a:pt x="659" y="315"/>
                </a:lnTo>
                <a:lnTo>
                  <a:pt x="639" y="318"/>
                </a:lnTo>
                <a:lnTo>
                  <a:pt x="618" y="321"/>
                </a:lnTo>
                <a:lnTo>
                  <a:pt x="598" y="323"/>
                </a:lnTo>
                <a:lnTo>
                  <a:pt x="576" y="324"/>
                </a:lnTo>
                <a:lnTo>
                  <a:pt x="576" y="74"/>
                </a:lnTo>
                <a:lnTo>
                  <a:pt x="577" y="74"/>
                </a:lnTo>
                <a:lnTo>
                  <a:pt x="578" y="74"/>
                </a:lnTo>
                <a:lnTo>
                  <a:pt x="578" y="74"/>
                </a:lnTo>
                <a:close/>
                <a:moveTo>
                  <a:pt x="538" y="1044"/>
                </a:moveTo>
                <a:lnTo>
                  <a:pt x="517" y="1024"/>
                </a:lnTo>
                <a:lnTo>
                  <a:pt x="495" y="1004"/>
                </a:lnTo>
                <a:lnTo>
                  <a:pt x="476" y="982"/>
                </a:lnTo>
                <a:lnTo>
                  <a:pt x="456" y="958"/>
                </a:lnTo>
                <a:lnTo>
                  <a:pt x="438" y="933"/>
                </a:lnTo>
                <a:lnTo>
                  <a:pt x="422" y="909"/>
                </a:lnTo>
                <a:lnTo>
                  <a:pt x="405" y="882"/>
                </a:lnTo>
                <a:lnTo>
                  <a:pt x="391" y="855"/>
                </a:lnTo>
                <a:lnTo>
                  <a:pt x="410" y="849"/>
                </a:lnTo>
                <a:lnTo>
                  <a:pt x="427" y="844"/>
                </a:lnTo>
                <a:lnTo>
                  <a:pt x="445" y="841"/>
                </a:lnTo>
                <a:lnTo>
                  <a:pt x="464" y="837"/>
                </a:lnTo>
                <a:lnTo>
                  <a:pt x="483" y="834"/>
                </a:lnTo>
                <a:lnTo>
                  <a:pt x="501" y="832"/>
                </a:lnTo>
                <a:lnTo>
                  <a:pt x="521" y="831"/>
                </a:lnTo>
                <a:lnTo>
                  <a:pt x="540" y="830"/>
                </a:lnTo>
                <a:lnTo>
                  <a:pt x="540" y="1044"/>
                </a:lnTo>
                <a:lnTo>
                  <a:pt x="538" y="1044"/>
                </a:lnTo>
                <a:close/>
                <a:moveTo>
                  <a:pt x="1043" y="540"/>
                </a:moveTo>
                <a:lnTo>
                  <a:pt x="828" y="540"/>
                </a:lnTo>
                <a:lnTo>
                  <a:pt x="825" y="511"/>
                </a:lnTo>
                <a:lnTo>
                  <a:pt x="823" y="482"/>
                </a:lnTo>
                <a:lnTo>
                  <a:pt x="820" y="453"/>
                </a:lnTo>
                <a:lnTo>
                  <a:pt x="816" y="424"/>
                </a:lnTo>
                <a:lnTo>
                  <a:pt x="809" y="396"/>
                </a:lnTo>
                <a:lnTo>
                  <a:pt x="803" y="369"/>
                </a:lnTo>
                <a:lnTo>
                  <a:pt x="795" y="342"/>
                </a:lnTo>
                <a:lnTo>
                  <a:pt x="786" y="315"/>
                </a:lnTo>
                <a:lnTo>
                  <a:pt x="804" y="307"/>
                </a:lnTo>
                <a:lnTo>
                  <a:pt x="821" y="298"/>
                </a:lnTo>
                <a:lnTo>
                  <a:pt x="840" y="290"/>
                </a:lnTo>
                <a:lnTo>
                  <a:pt x="856" y="280"/>
                </a:lnTo>
                <a:lnTo>
                  <a:pt x="873" y="269"/>
                </a:lnTo>
                <a:lnTo>
                  <a:pt x="889" y="258"/>
                </a:lnTo>
                <a:lnTo>
                  <a:pt x="904" y="248"/>
                </a:lnTo>
                <a:lnTo>
                  <a:pt x="921" y="236"/>
                </a:lnTo>
                <a:lnTo>
                  <a:pt x="933" y="252"/>
                </a:lnTo>
                <a:lnTo>
                  <a:pt x="946" y="268"/>
                </a:lnTo>
                <a:lnTo>
                  <a:pt x="958" y="284"/>
                </a:lnTo>
                <a:lnTo>
                  <a:pt x="970" y="302"/>
                </a:lnTo>
                <a:lnTo>
                  <a:pt x="980" y="319"/>
                </a:lnTo>
                <a:lnTo>
                  <a:pt x="990" y="337"/>
                </a:lnTo>
                <a:lnTo>
                  <a:pt x="999" y="356"/>
                </a:lnTo>
                <a:lnTo>
                  <a:pt x="1007" y="375"/>
                </a:lnTo>
                <a:lnTo>
                  <a:pt x="1014" y="394"/>
                </a:lnTo>
                <a:lnTo>
                  <a:pt x="1022" y="415"/>
                </a:lnTo>
                <a:lnTo>
                  <a:pt x="1027" y="434"/>
                </a:lnTo>
                <a:lnTo>
                  <a:pt x="1033" y="455"/>
                </a:lnTo>
                <a:lnTo>
                  <a:pt x="1036" y="477"/>
                </a:lnTo>
                <a:lnTo>
                  <a:pt x="1039" y="497"/>
                </a:lnTo>
                <a:lnTo>
                  <a:pt x="1041" y="519"/>
                </a:lnTo>
                <a:lnTo>
                  <a:pt x="1043" y="540"/>
                </a:lnTo>
                <a:lnTo>
                  <a:pt x="1043" y="540"/>
                </a:lnTo>
                <a:close/>
                <a:moveTo>
                  <a:pt x="558" y="0"/>
                </a:moveTo>
                <a:lnTo>
                  <a:pt x="530" y="1"/>
                </a:lnTo>
                <a:lnTo>
                  <a:pt x="501" y="4"/>
                </a:lnTo>
                <a:lnTo>
                  <a:pt x="473" y="7"/>
                </a:lnTo>
                <a:lnTo>
                  <a:pt x="445" y="12"/>
                </a:lnTo>
                <a:lnTo>
                  <a:pt x="418" y="19"/>
                </a:lnTo>
                <a:lnTo>
                  <a:pt x="392" y="26"/>
                </a:lnTo>
                <a:lnTo>
                  <a:pt x="366" y="35"/>
                </a:lnTo>
                <a:lnTo>
                  <a:pt x="341" y="45"/>
                </a:lnTo>
                <a:lnTo>
                  <a:pt x="316" y="55"/>
                </a:lnTo>
                <a:lnTo>
                  <a:pt x="292" y="68"/>
                </a:lnTo>
                <a:lnTo>
                  <a:pt x="268" y="81"/>
                </a:lnTo>
                <a:lnTo>
                  <a:pt x="245" y="96"/>
                </a:lnTo>
                <a:lnTo>
                  <a:pt x="224" y="112"/>
                </a:lnTo>
                <a:lnTo>
                  <a:pt x="203" y="128"/>
                </a:lnTo>
                <a:lnTo>
                  <a:pt x="183" y="146"/>
                </a:lnTo>
                <a:lnTo>
                  <a:pt x="163" y="164"/>
                </a:lnTo>
                <a:lnTo>
                  <a:pt x="145" y="184"/>
                </a:lnTo>
                <a:lnTo>
                  <a:pt x="128" y="203"/>
                </a:lnTo>
                <a:lnTo>
                  <a:pt x="110" y="225"/>
                </a:lnTo>
                <a:lnTo>
                  <a:pt x="95" y="247"/>
                </a:lnTo>
                <a:lnTo>
                  <a:pt x="80" y="269"/>
                </a:lnTo>
                <a:lnTo>
                  <a:pt x="67" y="293"/>
                </a:lnTo>
                <a:lnTo>
                  <a:pt x="55" y="317"/>
                </a:lnTo>
                <a:lnTo>
                  <a:pt x="44" y="342"/>
                </a:lnTo>
                <a:lnTo>
                  <a:pt x="34" y="366"/>
                </a:lnTo>
                <a:lnTo>
                  <a:pt x="25" y="392"/>
                </a:lnTo>
                <a:lnTo>
                  <a:pt x="18" y="419"/>
                </a:lnTo>
                <a:lnTo>
                  <a:pt x="11" y="446"/>
                </a:lnTo>
                <a:lnTo>
                  <a:pt x="7" y="473"/>
                </a:lnTo>
                <a:lnTo>
                  <a:pt x="2" y="501"/>
                </a:lnTo>
                <a:lnTo>
                  <a:pt x="0" y="529"/>
                </a:lnTo>
                <a:lnTo>
                  <a:pt x="0" y="559"/>
                </a:lnTo>
                <a:lnTo>
                  <a:pt x="0" y="588"/>
                </a:lnTo>
                <a:lnTo>
                  <a:pt x="2" y="616"/>
                </a:lnTo>
                <a:lnTo>
                  <a:pt x="7" y="644"/>
                </a:lnTo>
                <a:lnTo>
                  <a:pt x="11" y="671"/>
                </a:lnTo>
                <a:lnTo>
                  <a:pt x="18" y="698"/>
                </a:lnTo>
                <a:lnTo>
                  <a:pt x="25" y="725"/>
                </a:lnTo>
                <a:lnTo>
                  <a:pt x="34" y="751"/>
                </a:lnTo>
                <a:lnTo>
                  <a:pt x="44" y="776"/>
                </a:lnTo>
                <a:lnTo>
                  <a:pt x="55" y="801"/>
                </a:lnTo>
                <a:lnTo>
                  <a:pt x="67" y="824"/>
                </a:lnTo>
                <a:lnTo>
                  <a:pt x="80" y="848"/>
                </a:lnTo>
                <a:lnTo>
                  <a:pt x="95" y="871"/>
                </a:lnTo>
                <a:lnTo>
                  <a:pt x="110" y="892"/>
                </a:lnTo>
                <a:lnTo>
                  <a:pt x="128" y="914"/>
                </a:lnTo>
                <a:lnTo>
                  <a:pt x="145" y="933"/>
                </a:lnTo>
                <a:lnTo>
                  <a:pt x="163" y="953"/>
                </a:lnTo>
                <a:lnTo>
                  <a:pt x="183" y="972"/>
                </a:lnTo>
                <a:lnTo>
                  <a:pt x="203" y="990"/>
                </a:lnTo>
                <a:lnTo>
                  <a:pt x="224" y="1006"/>
                </a:lnTo>
                <a:lnTo>
                  <a:pt x="245" y="1021"/>
                </a:lnTo>
                <a:lnTo>
                  <a:pt x="268" y="1036"/>
                </a:lnTo>
                <a:lnTo>
                  <a:pt x="292" y="1049"/>
                </a:lnTo>
                <a:lnTo>
                  <a:pt x="316" y="1062"/>
                </a:lnTo>
                <a:lnTo>
                  <a:pt x="341" y="1073"/>
                </a:lnTo>
                <a:lnTo>
                  <a:pt x="366" y="1082"/>
                </a:lnTo>
                <a:lnTo>
                  <a:pt x="392" y="1091"/>
                </a:lnTo>
                <a:lnTo>
                  <a:pt x="418" y="1099"/>
                </a:lnTo>
                <a:lnTo>
                  <a:pt x="445" y="1105"/>
                </a:lnTo>
                <a:lnTo>
                  <a:pt x="473" y="1111"/>
                </a:lnTo>
                <a:lnTo>
                  <a:pt x="501" y="1114"/>
                </a:lnTo>
                <a:lnTo>
                  <a:pt x="530" y="1116"/>
                </a:lnTo>
                <a:lnTo>
                  <a:pt x="558" y="1117"/>
                </a:lnTo>
                <a:lnTo>
                  <a:pt x="587" y="1116"/>
                </a:lnTo>
                <a:lnTo>
                  <a:pt x="615" y="1114"/>
                </a:lnTo>
                <a:lnTo>
                  <a:pt x="643" y="1111"/>
                </a:lnTo>
                <a:lnTo>
                  <a:pt x="670" y="1105"/>
                </a:lnTo>
                <a:lnTo>
                  <a:pt x="697" y="1099"/>
                </a:lnTo>
                <a:lnTo>
                  <a:pt x="724" y="1091"/>
                </a:lnTo>
                <a:lnTo>
                  <a:pt x="750" y="1082"/>
                </a:lnTo>
                <a:lnTo>
                  <a:pt x="775" y="1073"/>
                </a:lnTo>
                <a:lnTo>
                  <a:pt x="800" y="1062"/>
                </a:lnTo>
                <a:lnTo>
                  <a:pt x="824" y="1049"/>
                </a:lnTo>
                <a:lnTo>
                  <a:pt x="847" y="1036"/>
                </a:lnTo>
                <a:lnTo>
                  <a:pt x="870" y="1021"/>
                </a:lnTo>
                <a:lnTo>
                  <a:pt x="891" y="1006"/>
                </a:lnTo>
                <a:lnTo>
                  <a:pt x="913" y="990"/>
                </a:lnTo>
                <a:lnTo>
                  <a:pt x="933" y="972"/>
                </a:lnTo>
                <a:lnTo>
                  <a:pt x="953" y="953"/>
                </a:lnTo>
                <a:lnTo>
                  <a:pt x="971" y="933"/>
                </a:lnTo>
                <a:lnTo>
                  <a:pt x="989" y="914"/>
                </a:lnTo>
                <a:lnTo>
                  <a:pt x="1005" y="892"/>
                </a:lnTo>
                <a:lnTo>
                  <a:pt x="1021" y="871"/>
                </a:lnTo>
                <a:lnTo>
                  <a:pt x="1035" y="848"/>
                </a:lnTo>
                <a:lnTo>
                  <a:pt x="1049" y="824"/>
                </a:lnTo>
                <a:lnTo>
                  <a:pt x="1061" y="801"/>
                </a:lnTo>
                <a:lnTo>
                  <a:pt x="1072" y="776"/>
                </a:lnTo>
                <a:lnTo>
                  <a:pt x="1083" y="751"/>
                </a:lnTo>
                <a:lnTo>
                  <a:pt x="1091" y="725"/>
                </a:lnTo>
                <a:lnTo>
                  <a:pt x="1099" y="698"/>
                </a:lnTo>
                <a:lnTo>
                  <a:pt x="1104" y="671"/>
                </a:lnTo>
                <a:lnTo>
                  <a:pt x="1110" y="644"/>
                </a:lnTo>
                <a:lnTo>
                  <a:pt x="1113" y="616"/>
                </a:lnTo>
                <a:lnTo>
                  <a:pt x="1115" y="588"/>
                </a:lnTo>
                <a:lnTo>
                  <a:pt x="1116" y="559"/>
                </a:lnTo>
                <a:lnTo>
                  <a:pt x="1115" y="529"/>
                </a:lnTo>
                <a:lnTo>
                  <a:pt x="1113" y="501"/>
                </a:lnTo>
                <a:lnTo>
                  <a:pt x="1110" y="473"/>
                </a:lnTo>
                <a:lnTo>
                  <a:pt x="1104" y="446"/>
                </a:lnTo>
                <a:lnTo>
                  <a:pt x="1099" y="419"/>
                </a:lnTo>
                <a:lnTo>
                  <a:pt x="1091" y="392"/>
                </a:lnTo>
                <a:lnTo>
                  <a:pt x="1083" y="366"/>
                </a:lnTo>
                <a:lnTo>
                  <a:pt x="1072" y="342"/>
                </a:lnTo>
                <a:lnTo>
                  <a:pt x="1061" y="317"/>
                </a:lnTo>
                <a:lnTo>
                  <a:pt x="1049" y="293"/>
                </a:lnTo>
                <a:lnTo>
                  <a:pt x="1035" y="269"/>
                </a:lnTo>
                <a:lnTo>
                  <a:pt x="1021" y="247"/>
                </a:lnTo>
                <a:lnTo>
                  <a:pt x="1005" y="225"/>
                </a:lnTo>
                <a:lnTo>
                  <a:pt x="989" y="203"/>
                </a:lnTo>
                <a:lnTo>
                  <a:pt x="971" y="184"/>
                </a:lnTo>
                <a:lnTo>
                  <a:pt x="953" y="164"/>
                </a:lnTo>
                <a:lnTo>
                  <a:pt x="933" y="146"/>
                </a:lnTo>
                <a:lnTo>
                  <a:pt x="913" y="128"/>
                </a:lnTo>
                <a:lnTo>
                  <a:pt x="891" y="112"/>
                </a:lnTo>
                <a:lnTo>
                  <a:pt x="870" y="96"/>
                </a:lnTo>
                <a:lnTo>
                  <a:pt x="847" y="81"/>
                </a:lnTo>
                <a:lnTo>
                  <a:pt x="824" y="68"/>
                </a:lnTo>
                <a:lnTo>
                  <a:pt x="800" y="55"/>
                </a:lnTo>
                <a:lnTo>
                  <a:pt x="775" y="45"/>
                </a:lnTo>
                <a:lnTo>
                  <a:pt x="750" y="35"/>
                </a:lnTo>
                <a:lnTo>
                  <a:pt x="724" y="26"/>
                </a:lnTo>
                <a:lnTo>
                  <a:pt x="697" y="19"/>
                </a:lnTo>
                <a:lnTo>
                  <a:pt x="670" y="12"/>
                </a:lnTo>
                <a:lnTo>
                  <a:pt x="643" y="7"/>
                </a:lnTo>
                <a:lnTo>
                  <a:pt x="615" y="4"/>
                </a:lnTo>
                <a:lnTo>
                  <a:pt x="587" y="1"/>
                </a:lnTo>
                <a:lnTo>
                  <a:pt x="558" y="0"/>
                </a:lnTo>
                <a:close/>
              </a:path>
            </a:pathLst>
          </a:custGeom>
          <a:solidFill>
            <a:srgbClr val="ECCEC4"/>
          </a:solidFill>
          <a:ln>
            <a:noFill/>
          </a:ln>
        </p:spPr>
        <p:txBody>
          <a:bodyPr vert="horz" wrap="square" lIns="182880" tIns="91440" rIns="182880" bIns="91440" numCol="1" anchor="t" anchorCtr="0" compatLnSpc="1">
            <a:prstTxWarp prst="textNoShape">
              <a:avLst/>
            </a:prstTxWarp>
          </a:bodyPr>
          <a:lstStyle/>
          <a:p>
            <a:pPr algn="l" defTabSz="1828800" rtl="0"/>
            <a:endParaRPr lang="en-US" kern="1200">
              <a:solidFill>
                <a:schemeClr val="tx1">
                  <a:lumMod val="75000"/>
                  <a:lumOff val="25000"/>
                </a:schemeClr>
              </a:solidFill>
              <a:latin typeface="字魂58号-创中黑" panose="00000500000000000000" pitchFamily="2" charset="-122"/>
              <a:ea typeface="字魂58号-创中黑" panose="00000500000000000000" pitchFamily="2" charset="-122"/>
            </a:endParaRPr>
          </a:p>
        </p:txBody>
      </p:sp>
      <p:grpSp>
        <p:nvGrpSpPr>
          <p:cNvPr id="18" name="Group 96">
            <a:extLst>
              <a:ext uri="{FF2B5EF4-FFF2-40B4-BE49-F238E27FC236}">
                <a16:creationId xmlns:a16="http://schemas.microsoft.com/office/drawing/2014/main" id="{68188AEC-5316-4696-AC57-ACFF19C13FBC}"/>
              </a:ext>
            </a:extLst>
          </p:cNvPr>
          <p:cNvGrpSpPr/>
          <p:nvPr/>
        </p:nvGrpSpPr>
        <p:grpSpPr>
          <a:xfrm>
            <a:off x="7771040" y="2368035"/>
            <a:ext cx="471942" cy="457194"/>
            <a:chOff x="8085931" y="4575572"/>
            <a:chExt cx="457200" cy="442913"/>
          </a:xfrm>
          <a:solidFill>
            <a:srgbClr val="ECCEC4"/>
          </a:solidFill>
        </p:grpSpPr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D7ED70E4-5768-4EA2-B1F3-B2050ABD2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4531" y="4818459"/>
              <a:ext cx="57150" cy="57150"/>
            </a:xfrm>
            <a:custGeom>
              <a:avLst/>
              <a:gdLst>
                <a:gd name="T0" fmla="*/ 65 w 144"/>
                <a:gd name="T1" fmla="*/ 0 h 143"/>
                <a:gd name="T2" fmla="*/ 51 w 144"/>
                <a:gd name="T3" fmla="*/ 3 h 143"/>
                <a:gd name="T4" fmla="*/ 38 w 144"/>
                <a:gd name="T5" fmla="*/ 8 h 143"/>
                <a:gd name="T6" fmla="*/ 26 w 144"/>
                <a:gd name="T7" fmla="*/ 16 h 143"/>
                <a:gd name="T8" fmla="*/ 16 w 144"/>
                <a:gd name="T9" fmla="*/ 26 h 143"/>
                <a:gd name="T10" fmla="*/ 9 w 144"/>
                <a:gd name="T11" fmla="*/ 37 h 143"/>
                <a:gd name="T12" fmla="*/ 3 w 144"/>
                <a:gd name="T13" fmla="*/ 50 h 143"/>
                <a:gd name="T14" fmla="*/ 0 w 144"/>
                <a:gd name="T15" fmla="*/ 64 h 143"/>
                <a:gd name="T16" fmla="*/ 0 w 144"/>
                <a:gd name="T17" fmla="*/ 80 h 143"/>
                <a:gd name="T18" fmla="*/ 3 w 144"/>
                <a:gd name="T19" fmla="*/ 94 h 143"/>
                <a:gd name="T20" fmla="*/ 9 w 144"/>
                <a:gd name="T21" fmla="*/ 105 h 143"/>
                <a:gd name="T22" fmla="*/ 16 w 144"/>
                <a:gd name="T23" fmla="*/ 117 h 143"/>
                <a:gd name="T24" fmla="*/ 26 w 144"/>
                <a:gd name="T25" fmla="*/ 127 h 143"/>
                <a:gd name="T26" fmla="*/ 38 w 144"/>
                <a:gd name="T27" fmla="*/ 135 h 143"/>
                <a:gd name="T28" fmla="*/ 51 w 144"/>
                <a:gd name="T29" fmla="*/ 140 h 143"/>
                <a:gd name="T30" fmla="*/ 65 w 144"/>
                <a:gd name="T31" fmla="*/ 143 h 143"/>
                <a:gd name="T32" fmla="*/ 79 w 144"/>
                <a:gd name="T33" fmla="*/ 143 h 143"/>
                <a:gd name="T34" fmla="*/ 93 w 144"/>
                <a:gd name="T35" fmla="*/ 140 h 143"/>
                <a:gd name="T36" fmla="*/ 106 w 144"/>
                <a:gd name="T37" fmla="*/ 135 h 143"/>
                <a:gd name="T38" fmla="*/ 118 w 144"/>
                <a:gd name="T39" fmla="*/ 127 h 143"/>
                <a:gd name="T40" fmla="*/ 128 w 144"/>
                <a:gd name="T41" fmla="*/ 117 h 143"/>
                <a:gd name="T42" fmla="*/ 135 w 144"/>
                <a:gd name="T43" fmla="*/ 105 h 143"/>
                <a:gd name="T44" fmla="*/ 141 w 144"/>
                <a:gd name="T45" fmla="*/ 94 h 143"/>
                <a:gd name="T46" fmla="*/ 144 w 144"/>
                <a:gd name="T47" fmla="*/ 80 h 143"/>
                <a:gd name="T48" fmla="*/ 144 w 144"/>
                <a:gd name="T49" fmla="*/ 64 h 143"/>
                <a:gd name="T50" fmla="*/ 141 w 144"/>
                <a:gd name="T51" fmla="*/ 50 h 143"/>
                <a:gd name="T52" fmla="*/ 135 w 144"/>
                <a:gd name="T53" fmla="*/ 37 h 143"/>
                <a:gd name="T54" fmla="*/ 128 w 144"/>
                <a:gd name="T55" fmla="*/ 26 h 143"/>
                <a:gd name="T56" fmla="*/ 118 w 144"/>
                <a:gd name="T57" fmla="*/ 16 h 143"/>
                <a:gd name="T58" fmla="*/ 106 w 144"/>
                <a:gd name="T59" fmla="*/ 8 h 143"/>
                <a:gd name="T60" fmla="*/ 93 w 144"/>
                <a:gd name="T61" fmla="*/ 3 h 143"/>
                <a:gd name="T62" fmla="*/ 79 w 144"/>
                <a:gd name="T63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4" h="143">
                  <a:moveTo>
                    <a:pt x="73" y="0"/>
                  </a:moveTo>
                  <a:lnTo>
                    <a:pt x="65" y="0"/>
                  </a:lnTo>
                  <a:lnTo>
                    <a:pt x="57" y="1"/>
                  </a:lnTo>
                  <a:lnTo>
                    <a:pt x="51" y="3"/>
                  </a:lnTo>
                  <a:lnTo>
                    <a:pt x="44" y="5"/>
                  </a:lnTo>
                  <a:lnTo>
                    <a:pt x="38" y="8"/>
                  </a:lnTo>
                  <a:lnTo>
                    <a:pt x="31" y="12"/>
                  </a:lnTo>
                  <a:lnTo>
                    <a:pt x="26" y="16"/>
                  </a:lnTo>
                  <a:lnTo>
                    <a:pt x="21" y="21"/>
                  </a:lnTo>
                  <a:lnTo>
                    <a:pt x="16" y="26"/>
                  </a:lnTo>
                  <a:lnTo>
                    <a:pt x="12" y="31"/>
                  </a:lnTo>
                  <a:lnTo>
                    <a:pt x="9" y="37"/>
                  </a:lnTo>
                  <a:lnTo>
                    <a:pt x="6" y="44"/>
                  </a:lnTo>
                  <a:lnTo>
                    <a:pt x="3" y="50"/>
                  </a:lnTo>
                  <a:lnTo>
                    <a:pt x="1" y="57"/>
                  </a:lnTo>
                  <a:lnTo>
                    <a:pt x="0" y="64"/>
                  </a:lnTo>
                  <a:lnTo>
                    <a:pt x="0" y="72"/>
                  </a:lnTo>
                  <a:lnTo>
                    <a:pt x="0" y="80"/>
                  </a:lnTo>
                  <a:lnTo>
                    <a:pt x="1" y="86"/>
                  </a:lnTo>
                  <a:lnTo>
                    <a:pt x="3" y="94"/>
                  </a:lnTo>
                  <a:lnTo>
                    <a:pt x="6" y="100"/>
                  </a:lnTo>
                  <a:lnTo>
                    <a:pt x="9" y="105"/>
                  </a:lnTo>
                  <a:lnTo>
                    <a:pt x="12" y="112"/>
                  </a:lnTo>
                  <a:lnTo>
                    <a:pt x="16" y="117"/>
                  </a:lnTo>
                  <a:lnTo>
                    <a:pt x="21" y="123"/>
                  </a:lnTo>
                  <a:lnTo>
                    <a:pt x="26" y="127"/>
                  </a:lnTo>
                  <a:lnTo>
                    <a:pt x="31" y="131"/>
                  </a:lnTo>
                  <a:lnTo>
                    <a:pt x="38" y="135"/>
                  </a:lnTo>
                  <a:lnTo>
                    <a:pt x="44" y="138"/>
                  </a:lnTo>
                  <a:lnTo>
                    <a:pt x="51" y="140"/>
                  </a:lnTo>
                  <a:lnTo>
                    <a:pt x="57" y="142"/>
                  </a:lnTo>
                  <a:lnTo>
                    <a:pt x="65" y="143"/>
                  </a:lnTo>
                  <a:lnTo>
                    <a:pt x="73" y="143"/>
                  </a:lnTo>
                  <a:lnTo>
                    <a:pt x="79" y="143"/>
                  </a:lnTo>
                  <a:lnTo>
                    <a:pt x="87" y="142"/>
                  </a:lnTo>
                  <a:lnTo>
                    <a:pt x="93" y="140"/>
                  </a:lnTo>
                  <a:lnTo>
                    <a:pt x="100" y="138"/>
                  </a:lnTo>
                  <a:lnTo>
                    <a:pt x="106" y="135"/>
                  </a:lnTo>
                  <a:lnTo>
                    <a:pt x="112" y="131"/>
                  </a:lnTo>
                  <a:lnTo>
                    <a:pt x="118" y="127"/>
                  </a:lnTo>
                  <a:lnTo>
                    <a:pt x="123" y="123"/>
                  </a:lnTo>
                  <a:lnTo>
                    <a:pt x="128" y="117"/>
                  </a:lnTo>
                  <a:lnTo>
                    <a:pt x="132" y="112"/>
                  </a:lnTo>
                  <a:lnTo>
                    <a:pt x="135" y="105"/>
                  </a:lnTo>
                  <a:lnTo>
                    <a:pt x="138" y="100"/>
                  </a:lnTo>
                  <a:lnTo>
                    <a:pt x="141" y="94"/>
                  </a:lnTo>
                  <a:lnTo>
                    <a:pt x="143" y="86"/>
                  </a:lnTo>
                  <a:lnTo>
                    <a:pt x="144" y="80"/>
                  </a:lnTo>
                  <a:lnTo>
                    <a:pt x="144" y="72"/>
                  </a:lnTo>
                  <a:lnTo>
                    <a:pt x="144" y="64"/>
                  </a:lnTo>
                  <a:lnTo>
                    <a:pt x="143" y="57"/>
                  </a:lnTo>
                  <a:lnTo>
                    <a:pt x="141" y="50"/>
                  </a:lnTo>
                  <a:lnTo>
                    <a:pt x="138" y="44"/>
                  </a:lnTo>
                  <a:lnTo>
                    <a:pt x="135" y="37"/>
                  </a:lnTo>
                  <a:lnTo>
                    <a:pt x="132" y="31"/>
                  </a:lnTo>
                  <a:lnTo>
                    <a:pt x="128" y="26"/>
                  </a:lnTo>
                  <a:lnTo>
                    <a:pt x="123" y="21"/>
                  </a:lnTo>
                  <a:lnTo>
                    <a:pt x="118" y="16"/>
                  </a:lnTo>
                  <a:lnTo>
                    <a:pt x="112" y="12"/>
                  </a:lnTo>
                  <a:lnTo>
                    <a:pt x="106" y="8"/>
                  </a:lnTo>
                  <a:lnTo>
                    <a:pt x="100" y="5"/>
                  </a:lnTo>
                  <a:lnTo>
                    <a:pt x="93" y="3"/>
                  </a:lnTo>
                  <a:lnTo>
                    <a:pt x="87" y="1"/>
                  </a:lnTo>
                  <a:lnTo>
                    <a:pt x="79" y="0"/>
                  </a:lnTo>
                  <a:lnTo>
                    <a:pt x="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DC091DF5-6897-49FF-8FEF-FED3812475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5931" y="4575572"/>
              <a:ext cx="457200" cy="442913"/>
            </a:xfrm>
            <a:custGeom>
              <a:avLst/>
              <a:gdLst>
                <a:gd name="T0" fmla="*/ 606 w 1152"/>
                <a:gd name="T1" fmla="*/ 784 h 1117"/>
                <a:gd name="T2" fmla="*/ 559 w 1152"/>
                <a:gd name="T3" fmla="*/ 745 h 1117"/>
                <a:gd name="T4" fmla="*/ 541 w 1152"/>
                <a:gd name="T5" fmla="*/ 685 h 1117"/>
                <a:gd name="T6" fmla="*/ 559 w 1152"/>
                <a:gd name="T7" fmla="*/ 625 h 1117"/>
                <a:gd name="T8" fmla="*/ 606 w 1152"/>
                <a:gd name="T9" fmla="*/ 586 h 1117"/>
                <a:gd name="T10" fmla="*/ 980 w 1152"/>
                <a:gd name="T11" fmla="*/ 576 h 1117"/>
                <a:gd name="T12" fmla="*/ 1024 w 1152"/>
                <a:gd name="T13" fmla="*/ 554 h 1117"/>
                <a:gd name="T14" fmla="*/ 1049 w 1152"/>
                <a:gd name="T15" fmla="*/ 542 h 1117"/>
                <a:gd name="T16" fmla="*/ 1079 w 1152"/>
                <a:gd name="T17" fmla="*/ 632 h 1117"/>
                <a:gd name="T18" fmla="*/ 1055 w 1152"/>
                <a:gd name="T19" fmla="*/ 745 h 1117"/>
                <a:gd name="T20" fmla="*/ 971 w 1152"/>
                <a:gd name="T21" fmla="*/ 931 h 1117"/>
                <a:gd name="T22" fmla="*/ 943 w 1152"/>
                <a:gd name="T23" fmla="*/ 999 h 1117"/>
                <a:gd name="T24" fmla="*/ 884 w 1152"/>
                <a:gd name="T25" fmla="*/ 1039 h 1117"/>
                <a:gd name="T26" fmla="*/ 172 w 1152"/>
                <a:gd name="T27" fmla="*/ 1042 h 1117"/>
                <a:gd name="T28" fmla="*/ 108 w 1152"/>
                <a:gd name="T29" fmla="*/ 1008 h 1117"/>
                <a:gd name="T30" fmla="*/ 75 w 1152"/>
                <a:gd name="T31" fmla="*/ 944 h 1117"/>
                <a:gd name="T32" fmla="*/ 114 w 1152"/>
                <a:gd name="T33" fmla="*/ 378 h 1117"/>
                <a:gd name="T34" fmla="*/ 792 w 1152"/>
                <a:gd name="T35" fmla="*/ 397 h 1117"/>
                <a:gd name="T36" fmla="*/ 966 w 1152"/>
                <a:gd name="T37" fmla="*/ 413 h 1117"/>
                <a:gd name="T38" fmla="*/ 629 w 1152"/>
                <a:gd name="T39" fmla="*/ 506 h 1117"/>
                <a:gd name="T40" fmla="*/ 534 w 1152"/>
                <a:gd name="T41" fmla="*/ 546 h 1117"/>
                <a:gd name="T42" fmla="*/ 476 w 1152"/>
                <a:gd name="T43" fmla="*/ 631 h 1117"/>
                <a:gd name="T44" fmla="*/ 476 w 1152"/>
                <a:gd name="T45" fmla="*/ 738 h 1117"/>
                <a:gd name="T46" fmla="*/ 534 w 1152"/>
                <a:gd name="T47" fmla="*/ 823 h 1117"/>
                <a:gd name="T48" fmla="*/ 629 w 1152"/>
                <a:gd name="T49" fmla="*/ 864 h 1117"/>
                <a:gd name="T50" fmla="*/ 792 w 1152"/>
                <a:gd name="T51" fmla="*/ 324 h 1117"/>
                <a:gd name="T52" fmla="*/ 144 w 1152"/>
                <a:gd name="T53" fmla="*/ 289 h 1117"/>
                <a:gd name="T54" fmla="*/ 900 w 1152"/>
                <a:gd name="T55" fmla="*/ 253 h 1117"/>
                <a:gd name="T56" fmla="*/ 198 w 1152"/>
                <a:gd name="T57" fmla="*/ 73 h 1117"/>
                <a:gd name="T58" fmla="*/ 962 w 1152"/>
                <a:gd name="T59" fmla="*/ 83 h 1117"/>
                <a:gd name="T60" fmla="*/ 973 w 1152"/>
                <a:gd name="T61" fmla="*/ 216 h 1117"/>
                <a:gd name="T62" fmla="*/ 936 w 1152"/>
                <a:gd name="T63" fmla="*/ 289 h 1117"/>
                <a:gd name="T64" fmla="*/ 925 w 1152"/>
                <a:gd name="T65" fmla="*/ 119 h 1117"/>
                <a:gd name="T66" fmla="*/ 137 w 1152"/>
                <a:gd name="T67" fmla="*/ 109 h 1117"/>
                <a:gd name="T68" fmla="*/ 108 w 1152"/>
                <a:gd name="T69" fmla="*/ 137 h 1117"/>
                <a:gd name="T70" fmla="*/ 87 w 1152"/>
                <a:gd name="T71" fmla="*/ 258 h 1117"/>
                <a:gd name="T72" fmla="*/ 73 w 1152"/>
                <a:gd name="T73" fmla="*/ 186 h 1117"/>
                <a:gd name="T74" fmla="*/ 101 w 1152"/>
                <a:gd name="T75" fmla="*/ 119 h 1117"/>
                <a:gd name="T76" fmla="*/ 160 w 1152"/>
                <a:gd name="T77" fmla="*/ 78 h 1117"/>
                <a:gd name="T78" fmla="*/ 1044 w 1152"/>
                <a:gd name="T79" fmla="*/ 216 h 1117"/>
                <a:gd name="T80" fmla="*/ 1035 w 1152"/>
                <a:gd name="T81" fmla="*/ 66 h 1117"/>
                <a:gd name="T82" fmla="*/ 996 w 1152"/>
                <a:gd name="T83" fmla="*/ 19 h 1117"/>
                <a:gd name="T84" fmla="*/ 936 w 1152"/>
                <a:gd name="T85" fmla="*/ 0 h 1117"/>
                <a:gd name="T86" fmla="*/ 121 w 1152"/>
                <a:gd name="T87" fmla="*/ 16 h 1117"/>
                <a:gd name="T88" fmla="*/ 34 w 1152"/>
                <a:gd name="T89" fmla="*/ 88 h 1117"/>
                <a:gd name="T90" fmla="*/ 0 w 1152"/>
                <a:gd name="T91" fmla="*/ 199 h 1117"/>
                <a:gd name="T92" fmla="*/ 24 w 1152"/>
                <a:gd name="T93" fmla="*/ 1013 h 1117"/>
                <a:gd name="T94" fmla="*/ 104 w 1152"/>
                <a:gd name="T95" fmla="*/ 1093 h 1117"/>
                <a:gd name="T96" fmla="*/ 846 w 1152"/>
                <a:gd name="T97" fmla="*/ 1117 h 1117"/>
                <a:gd name="T98" fmla="*/ 956 w 1152"/>
                <a:gd name="T99" fmla="*/ 1082 h 1117"/>
                <a:gd name="T100" fmla="*/ 1029 w 1152"/>
                <a:gd name="T101" fmla="*/ 996 h 1117"/>
                <a:gd name="T102" fmla="*/ 1044 w 1152"/>
                <a:gd name="T103" fmla="*/ 864 h 1117"/>
                <a:gd name="T104" fmla="*/ 1110 w 1152"/>
                <a:gd name="T105" fmla="*/ 794 h 1117"/>
                <a:gd name="T106" fmla="*/ 1145 w 1152"/>
                <a:gd name="T107" fmla="*/ 709 h 1117"/>
                <a:gd name="T108" fmla="*/ 1151 w 1152"/>
                <a:gd name="T109" fmla="*/ 618 h 1117"/>
                <a:gd name="T110" fmla="*/ 1125 w 1152"/>
                <a:gd name="T111" fmla="*/ 531 h 1117"/>
                <a:gd name="T112" fmla="*/ 1070 w 1152"/>
                <a:gd name="T113" fmla="*/ 454 h 1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52" h="1117">
                  <a:moveTo>
                    <a:pt x="1018" y="793"/>
                  </a:moveTo>
                  <a:lnTo>
                    <a:pt x="649" y="793"/>
                  </a:lnTo>
                  <a:lnTo>
                    <a:pt x="637" y="792"/>
                  </a:lnTo>
                  <a:lnTo>
                    <a:pt x="626" y="791"/>
                  </a:lnTo>
                  <a:lnTo>
                    <a:pt x="616" y="788"/>
                  </a:lnTo>
                  <a:lnTo>
                    <a:pt x="606" y="784"/>
                  </a:lnTo>
                  <a:lnTo>
                    <a:pt x="597" y="780"/>
                  </a:lnTo>
                  <a:lnTo>
                    <a:pt x="588" y="775"/>
                  </a:lnTo>
                  <a:lnTo>
                    <a:pt x="579" y="768"/>
                  </a:lnTo>
                  <a:lnTo>
                    <a:pt x="572" y="761"/>
                  </a:lnTo>
                  <a:lnTo>
                    <a:pt x="564" y="753"/>
                  </a:lnTo>
                  <a:lnTo>
                    <a:pt x="559" y="745"/>
                  </a:lnTo>
                  <a:lnTo>
                    <a:pt x="553" y="736"/>
                  </a:lnTo>
                  <a:lnTo>
                    <a:pt x="548" y="727"/>
                  </a:lnTo>
                  <a:lnTo>
                    <a:pt x="545" y="716"/>
                  </a:lnTo>
                  <a:lnTo>
                    <a:pt x="543" y="707"/>
                  </a:lnTo>
                  <a:lnTo>
                    <a:pt x="541" y="696"/>
                  </a:lnTo>
                  <a:lnTo>
                    <a:pt x="541" y="685"/>
                  </a:lnTo>
                  <a:lnTo>
                    <a:pt x="541" y="674"/>
                  </a:lnTo>
                  <a:lnTo>
                    <a:pt x="543" y="663"/>
                  </a:lnTo>
                  <a:lnTo>
                    <a:pt x="545" y="653"/>
                  </a:lnTo>
                  <a:lnTo>
                    <a:pt x="548" y="643"/>
                  </a:lnTo>
                  <a:lnTo>
                    <a:pt x="553" y="633"/>
                  </a:lnTo>
                  <a:lnTo>
                    <a:pt x="559" y="625"/>
                  </a:lnTo>
                  <a:lnTo>
                    <a:pt x="564" y="616"/>
                  </a:lnTo>
                  <a:lnTo>
                    <a:pt x="572" y="608"/>
                  </a:lnTo>
                  <a:lnTo>
                    <a:pt x="579" y="602"/>
                  </a:lnTo>
                  <a:lnTo>
                    <a:pt x="588" y="595"/>
                  </a:lnTo>
                  <a:lnTo>
                    <a:pt x="597" y="590"/>
                  </a:lnTo>
                  <a:lnTo>
                    <a:pt x="606" y="586"/>
                  </a:lnTo>
                  <a:lnTo>
                    <a:pt x="616" y="581"/>
                  </a:lnTo>
                  <a:lnTo>
                    <a:pt x="626" y="579"/>
                  </a:lnTo>
                  <a:lnTo>
                    <a:pt x="637" y="577"/>
                  </a:lnTo>
                  <a:lnTo>
                    <a:pt x="649" y="577"/>
                  </a:lnTo>
                  <a:lnTo>
                    <a:pt x="973" y="577"/>
                  </a:lnTo>
                  <a:lnTo>
                    <a:pt x="980" y="576"/>
                  </a:lnTo>
                  <a:lnTo>
                    <a:pt x="989" y="575"/>
                  </a:lnTo>
                  <a:lnTo>
                    <a:pt x="996" y="572"/>
                  </a:lnTo>
                  <a:lnTo>
                    <a:pt x="1004" y="568"/>
                  </a:lnTo>
                  <a:lnTo>
                    <a:pt x="1011" y="565"/>
                  </a:lnTo>
                  <a:lnTo>
                    <a:pt x="1018" y="560"/>
                  </a:lnTo>
                  <a:lnTo>
                    <a:pt x="1024" y="554"/>
                  </a:lnTo>
                  <a:lnTo>
                    <a:pt x="1030" y="548"/>
                  </a:lnTo>
                  <a:lnTo>
                    <a:pt x="1035" y="540"/>
                  </a:lnTo>
                  <a:lnTo>
                    <a:pt x="1038" y="532"/>
                  </a:lnTo>
                  <a:lnTo>
                    <a:pt x="1039" y="531"/>
                  </a:lnTo>
                  <a:lnTo>
                    <a:pt x="1039" y="529"/>
                  </a:lnTo>
                  <a:lnTo>
                    <a:pt x="1049" y="542"/>
                  </a:lnTo>
                  <a:lnTo>
                    <a:pt x="1057" y="555"/>
                  </a:lnTo>
                  <a:lnTo>
                    <a:pt x="1064" y="571"/>
                  </a:lnTo>
                  <a:lnTo>
                    <a:pt x="1070" y="585"/>
                  </a:lnTo>
                  <a:lnTo>
                    <a:pt x="1074" y="601"/>
                  </a:lnTo>
                  <a:lnTo>
                    <a:pt x="1077" y="616"/>
                  </a:lnTo>
                  <a:lnTo>
                    <a:pt x="1079" y="632"/>
                  </a:lnTo>
                  <a:lnTo>
                    <a:pt x="1081" y="648"/>
                  </a:lnTo>
                  <a:lnTo>
                    <a:pt x="1079" y="669"/>
                  </a:lnTo>
                  <a:lnTo>
                    <a:pt x="1076" y="689"/>
                  </a:lnTo>
                  <a:lnTo>
                    <a:pt x="1071" y="709"/>
                  </a:lnTo>
                  <a:lnTo>
                    <a:pt x="1064" y="727"/>
                  </a:lnTo>
                  <a:lnTo>
                    <a:pt x="1055" y="745"/>
                  </a:lnTo>
                  <a:lnTo>
                    <a:pt x="1045" y="763"/>
                  </a:lnTo>
                  <a:lnTo>
                    <a:pt x="1032" y="778"/>
                  </a:lnTo>
                  <a:lnTo>
                    <a:pt x="1018" y="793"/>
                  </a:lnTo>
                  <a:lnTo>
                    <a:pt x="1018" y="793"/>
                  </a:lnTo>
                  <a:close/>
                  <a:moveTo>
                    <a:pt x="973" y="918"/>
                  </a:moveTo>
                  <a:lnTo>
                    <a:pt x="971" y="931"/>
                  </a:lnTo>
                  <a:lnTo>
                    <a:pt x="969" y="944"/>
                  </a:lnTo>
                  <a:lnTo>
                    <a:pt x="966" y="956"/>
                  </a:lnTo>
                  <a:lnTo>
                    <a:pt x="962" y="968"/>
                  </a:lnTo>
                  <a:lnTo>
                    <a:pt x="956" y="979"/>
                  </a:lnTo>
                  <a:lnTo>
                    <a:pt x="951" y="990"/>
                  </a:lnTo>
                  <a:lnTo>
                    <a:pt x="943" y="999"/>
                  </a:lnTo>
                  <a:lnTo>
                    <a:pt x="935" y="1008"/>
                  </a:lnTo>
                  <a:lnTo>
                    <a:pt x="926" y="1015"/>
                  </a:lnTo>
                  <a:lnTo>
                    <a:pt x="916" y="1023"/>
                  </a:lnTo>
                  <a:lnTo>
                    <a:pt x="906" y="1030"/>
                  </a:lnTo>
                  <a:lnTo>
                    <a:pt x="895" y="1035"/>
                  </a:lnTo>
                  <a:lnTo>
                    <a:pt x="884" y="1039"/>
                  </a:lnTo>
                  <a:lnTo>
                    <a:pt x="871" y="1042"/>
                  </a:lnTo>
                  <a:lnTo>
                    <a:pt x="859" y="1044"/>
                  </a:lnTo>
                  <a:lnTo>
                    <a:pt x="846" y="1045"/>
                  </a:lnTo>
                  <a:lnTo>
                    <a:pt x="198" y="1045"/>
                  </a:lnTo>
                  <a:lnTo>
                    <a:pt x="185" y="1044"/>
                  </a:lnTo>
                  <a:lnTo>
                    <a:pt x="172" y="1042"/>
                  </a:lnTo>
                  <a:lnTo>
                    <a:pt x="160" y="1039"/>
                  </a:lnTo>
                  <a:lnTo>
                    <a:pt x="148" y="1035"/>
                  </a:lnTo>
                  <a:lnTo>
                    <a:pt x="138" y="1030"/>
                  </a:lnTo>
                  <a:lnTo>
                    <a:pt x="128" y="1023"/>
                  </a:lnTo>
                  <a:lnTo>
                    <a:pt x="118" y="1015"/>
                  </a:lnTo>
                  <a:lnTo>
                    <a:pt x="108" y="1008"/>
                  </a:lnTo>
                  <a:lnTo>
                    <a:pt x="101" y="999"/>
                  </a:lnTo>
                  <a:lnTo>
                    <a:pt x="93" y="990"/>
                  </a:lnTo>
                  <a:lnTo>
                    <a:pt x="87" y="979"/>
                  </a:lnTo>
                  <a:lnTo>
                    <a:pt x="81" y="968"/>
                  </a:lnTo>
                  <a:lnTo>
                    <a:pt x="77" y="956"/>
                  </a:lnTo>
                  <a:lnTo>
                    <a:pt x="75" y="944"/>
                  </a:lnTo>
                  <a:lnTo>
                    <a:pt x="73" y="931"/>
                  </a:lnTo>
                  <a:lnTo>
                    <a:pt x="72" y="918"/>
                  </a:lnTo>
                  <a:lnTo>
                    <a:pt x="72" y="351"/>
                  </a:lnTo>
                  <a:lnTo>
                    <a:pt x="86" y="361"/>
                  </a:lnTo>
                  <a:lnTo>
                    <a:pt x="100" y="371"/>
                  </a:lnTo>
                  <a:lnTo>
                    <a:pt x="114" y="378"/>
                  </a:lnTo>
                  <a:lnTo>
                    <a:pt x="130" y="385"/>
                  </a:lnTo>
                  <a:lnTo>
                    <a:pt x="146" y="390"/>
                  </a:lnTo>
                  <a:lnTo>
                    <a:pt x="162" y="393"/>
                  </a:lnTo>
                  <a:lnTo>
                    <a:pt x="180" y="396"/>
                  </a:lnTo>
                  <a:lnTo>
                    <a:pt x="198" y="397"/>
                  </a:lnTo>
                  <a:lnTo>
                    <a:pt x="792" y="397"/>
                  </a:lnTo>
                  <a:lnTo>
                    <a:pt x="936" y="397"/>
                  </a:lnTo>
                  <a:lnTo>
                    <a:pt x="943" y="398"/>
                  </a:lnTo>
                  <a:lnTo>
                    <a:pt x="950" y="400"/>
                  </a:lnTo>
                  <a:lnTo>
                    <a:pt x="956" y="403"/>
                  </a:lnTo>
                  <a:lnTo>
                    <a:pt x="962" y="407"/>
                  </a:lnTo>
                  <a:lnTo>
                    <a:pt x="966" y="413"/>
                  </a:lnTo>
                  <a:lnTo>
                    <a:pt x="969" y="418"/>
                  </a:lnTo>
                  <a:lnTo>
                    <a:pt x="971" y="426"/>
                  </a:lnTo>
                  <a:lnTo>
                    <a:pt x="973" y="432"/>
                  </a:lnTo>
                  <a:lnTo>
                    <a:pt x="973" y="505"/>
                  </a:lnTo>
                  <a:lnTo>
                    <a:pt x="649" y="505"/>
                  </a:lnTo>
                  <a:lnTo>
                    <a:pt x="629" y="506"/>
                  </a:lnTo>
                  <a:lnTo>
                    <a:pt x="612" y="508"/>
                  </a:lnTo>
                  <a:lnTo>
                    <a:pt x="595" y="513"/>
                  </a:lnTo>
                  <a:lnTo>
                    <a:pt x="578" y="519"/>
                  </a:lnTo>
                  <a:lnTo>
                    <a:pt x="562" y="526"/>
                  </a:lnTo>
                  <a:lnTo>
                    <a:pt x="547" y="536"/>
                  </a:lnTo>
                  <a:lnTo>
                    <a:pt x="534" y="546"/>
                  </a:lnTo>
                  <a:lnTo>
                    <a:pt x="521" y="558"/>
                  </a:lnTo>
                  <a:lnTo>
                    <a:pt x="509" y="571"/>
                  </a:lnTo>
                  <a:lnTo>
                    <a:pt x="498" y="585"/>
                  </a:lnTo>
                  <a:lnTo>
                    <a:pt x="490" y="599"/>
                  </a:lnTo>
                  <a:lnTo>
                    <a:pt x="482" y="615"/>
                  </a:lnTo>
                  <a:lnTo>
                    <a:pt x="476" y="631"/>
                  </a:lnTo>
                  <a:lnTo>
                    <a:pt x="471" y="648"/>
                  </a:lnTo>
                  <a:lnTo>
                    <a:pt x="469" y="667"/>
                  </a:lnTo>
                  <a:lnTo>
                    <a:pt x="468" y="685"/>
                  </a:lnTo>
                  <a:lnTo>
                    <a:pt x="469" y="703"/>
                  </a:lnTo>
                  <a:lnTo>
                    <a:pt x="471" y="721"/>
                  </a:lnTo>
                  <a:lnTo>
                    <a:pt x="476" y="738"/>
                  </a:lnTo>
                  <a:lnTo>
                    <a:pt x="482" y="755"/>
                  </a:lnTo>
                  <a:lnTo>
                    <a:pt x="490" y="770"/>
                  </a:lnTo>
                  <a:lnTo>
                    <a:pt x="498" y="785"/>
                  </a:lnTo>
                  <a:lnTo>
                    <a:pt x="509" y="799"/>
                  </a:lnTo>
                  <a:lnTo>
                    <a:pt x="521" y="812"/>
                  </a:lnTo>
                  <a:lnTo>
                    <a:pt x="534" y="823"/>
                  </a:lnTo>
                  <a:lnTo>
                    <a:pt x="547" y="834"/>
                  </a:lnTo>
                  <a:lnTo>
                    <a:pt x="562" y="843"/>
                  </a:lnTo>
                  <a:lnTo>
                    <a:pt x="578" y="850"/>
                  </a:lnTo>
                  <a:lnTo>
                    <a:pt x="595" y="857"/>
                  </a:lnTo>
                  <a:lnTo>
                    <a:pt x="612" y="861"/>
                  </a:lnTo>
                  <a:lnTo>
                    <a:pt x="629" y="864"/>
                  </a:lnTo>
                  <a:lnTo>
                    <a:pt x="649" y="864"/>
                  </a:lnTo>
                  <a:lnTo>
                    <a:pt x="973" y="864"/>
                  </a:lnTo>
                  <a:lnTo>
                    <a:pt x="973" y="918"/>
                  </a:lnTo>
                  <a:close/>
                  <a:moveTo>
                    <a:pt x="900" y="289"/>
                  </a:moveTo>
                  <a:lnTo>
                    <a:pt x="900" y="324"/>
                  </a:lnTo>
                  <a:lnTo>
                    <a:pt x="792" y="324"/>
                  </a:lnTo>
                  <a:lnTo>
                    <a:pt x="198" y="324"/>
                  </a:lnTo>
                  <a:lnTo>
                    <a:pt x="184" y="324"/>
                  </a:lnTo>
                  <a:lnTo>
                    <a:pt x="170" y="321"/>
                  </a:lnTo>
                  <a:lnTo>
                    <a:pt x="157" y="318"/>
                  </a:lnTo>
                  <a:lnTo>
                    <a:pt x="144" y="312"/>
                  </a:lnTo>
                  <a:lnTo>
                    <a:pt x="144" y="289"/>
                  </a:lnTo>
                  <a:lnTo>
                    <a:pt x="900" y="289"/>
                  </a:lnTo>
                  <a:close/>
                  <a:moveTo>
                    <a:pt x="900" y="253"/>
                  </a:moveTo>
                  <a:lnTo>
                    <a:pt x="144" y="253"/>
                  </a:lnTo>
                  <a:lnTo>
                    <a:pt x="144" y="216"/>
                  </a:lnTo>
                  <a:lnTo>
                    <a:pt x="900" y="216"/>
                  </a:lnTo>
                  <a:lnTo>
                    <a:pt x="900" y="253"/>
                  </a:lnTo>
                  <a:close/>
                  <a:moveTo>
                    <a:pt x="900" y="181"/>
                  </a:moveTo>
                  <a:lnTo>
                    <a:pt x="144" y="181"/>
                  </a:lnTo>
                  <a:lnTo>
                    <a:pt x="144" y="145"/>
                  </a:lnTo>
                  <a:lnTo>
                    <a:pt x="900" y="145"/>
                  </a:lnTo>
                  <a:lnTo>
                    <a:pt x="900" y="181"/>
                  </a:lnTo>
                  <a:close/>
                  <a:moveTo>
                    <a:pt x="198" y="73"/>
                  </a:moveTo>
                  <a:lnTo>
                    <a:pt x="792" y="73"/>
                  </a:lnTo>
                  <a:lnTo>
                    <a:pt x="936" y="73"/>
                  </a:lnTo>
                  <a:lnTo>
                    <a:pt x="943" y="74"/>
                  </a:lnTo>
                  <a:lnTo>
                    <a:pt x="950" y="76"/>
                  </a:lnTo>
                  <a:lnTo>
                    <a:pt x="956" y="79"/>
                  </a:lnTo>
                  <a:lnTo>
                    <a:pt x="962" y="83"/>
                  </a:lnTo>
                  <a:lnTo>
                    <a:pt x="966" y="89"/>
                  </a:lnTo>
                  <a:lnTo>
                    <a:pt x="969" y="94"/>
                  </a:lnTo>
                  <a:lnTo>
                    <a:pt x="971" y="102"/>
                  </a:lnTo>
                  <a:lnTo>
                    <a:pt x="973" y="108"/>
                  </a:lnTo>
                  <a:lnTo>
                    <a:pt x="973" y="199"/>
                  </a:lnTo>
                  <a:lnTo>
                    <a:pt x="973" y="216"/>
                  </a:lnTo>
                  <a:lnTo>
                    <a:pt x="973" y="332"/>
                  </a:lnTo>
                  <a:lnTo>
                    <a:pt x="964" y="329"/>
                  </a:lnTo>
                  <a:lnTo>
                    <a:pt x="954" y="326"/>
                  </a:lnTo>
                  <a:lnTo>
                    <a:pt x="946" y="325"/>
                  </a:lnTo>
                  <a:lnTo>
                    <a:pt x="936" y="324"/>
                  </a:lnTo>
                  <a:lnTo>
                    <a:pt x="936" y="289"/>
                  </a:lnTo>
                  <a:lnTo>
                    <a:pt x="936" y="216"/>
                  </a:lnTo>
                  <a:lnTo>
                    <a:pt x="936" y="145"/>
                  </a:lnTo>
                  <a:lnTo>
                    <a:pt x="936" y="137"/>
                  </a:lnTo>
                  <a:lnTo>
                    <a:pt x="934" y="131"/>
                  </a:lnTo>
                  <a:lnTo>
                    <a:pt x="929" y="124"/>
                  </a:lnTo>
                  <a:lnTo>
                    <a:pt x="925" y="119"/>
                  </a:lnTo>
                  <a:lnTo>
                    <a:pt x="920" y="115"/>
                  </a:lnTo>
                  <a:lnTo>
                    <a:pt x="914" y="112"/>
                  </a:lnTo>
                  <a:lnTo>
                    <a:pt x="908" y="109"/>
                  </a:lnTo>
                  <a:lnTo>
                    <a:pt x="900" y="108"/>
                  </a:lnTo>
                  <a:lnTo>
                    <a:pt x="144" y="108"/>
                  </a:lnTo>
                  <a:lnTo>
                    <a:pt x="137" y="109"/>
                  </a:lnTo>
                  <a:lnTo>
                    <a:pt x="130" y="112"/>
                  </a:lnTo>
                  <a:lnTo>
                    <a:pt x="124" y="115"/>
                  </a:lnTo>
                  <a:lnTo>
                    <a:pt x="118" y="119"/>
                  </a:lnTo>
                  <a:lnTo>
                    <a:pt x="114" y="124"/>
                  </a:lnTo>
                  <a:lnTo>
                    <a:pt x="111" y="131"/>
                  </a:lnTo>
                  <a:lnTo>
                    <a:pt x="108" y="137"/>
                  </a:lnTo>
                  <a:lnTo>
                    <a:pt x="108" y="145"/>
                  </a:lnTo>
                  <a:lnTo>
                    <a:pt x="108" y="216"/>
                  </a:lnTo>
                  <a:lnTo>
                    <a:pt x="108" y="286"/>
                  </a:lnTo>
                  <a:lnTo>
                    <a:pt x="100" y="278"/>
                  </a:lnTo>
                  <a:lnTo>
                    <a:pt x="93" y="268"/>
                  </a:lnTo>
                  <a:lnTo>
                    <a:pt x="87" y="258"/>
                  </a:lnTo>
                  <a:lnTo>
                    <a:pt x="81" y="247"/>
                  </a:lnTo>
                  <a:lnTo>
                    <a:pt x="77" y="236"/>
                  </a:lnTo>
                  <a:lnTo>
                    <a:pt x="75" y="224"/>
                  </a:lnTo>
                  <a:lnTo>
                    <a:pt x="73" y="211"/>
                  </a:lnTo>
                  <a:lnTo>
                    <a:pt x="72" y="199"/>
                  </a:lnTo>
                  <a:lnTo>
                    <a:pt x="73" y="186"/>
                  </a:lnTo>
                  <a:lnTo>
                    <a:pt x="75" y="173"/>
                  </a:lnTo>
                  <a:lnTo>
                    <a:pt x="77" y="161"/>
                  </a:lnTo>
                  <a:lnTo>
                    <a:pt x="81" y="149"/>
                  </a:lnTo>
                  <a:lnTo>
                    <a:pt x="87" y="139"/>
                  </a:lnTo>
                  <a:lnTo>
                    <a:pt x="93" y="128"/>
                  </a:lnTo>
                  <a:lnTo>
                    <a:pt x="101" y="119"/>
                  </a:lnTo>
                  <a:lnTo>
                    <a:pt x="108" y="109"/>
                  </a:lnTo>
                  <a:lnTo>
                    <a:pt x="118" y="102"/>
                  </a:lnTo>
                  <a:lnTo>
                    <a:pt x="128" y="94"/>
                  </a:lnTo>
                  <a:lnTo>
                    <a:pt x="138" y="88"/>
                  </a:lnTo>
                  <a:lnTo>
                    <a:pt x="148" y="82"/>
                  </a:lnTo>
                  <a:lnTo>
                    <a:pt x="160" y="78"/>
                  </a:lnTo>
                  <a:lnTo>
                    <a:pt x="172" y="75"/>
                  </a:lnTo>
                  <a:lnTo>
                    <a:pt x="185" y="74"/>
                  </a:lnTo>
                  <a:lnTo>
                    <a:pt x="198" y="73"/>
                  </a:lnTo>
                  <a:close/>
                  <a:moveTo>
                    <a:pt x="1044" y="432"/>
                  </a:moveTo>
                  <a:lnTo>
                    <a:pt x="1044" y="432"/>
                  </a:lnTo>
                  <a:lnTo>
                    <a:pt x="1044" y="216"/>
                  </a:lnTo>
                  <a:lnTo>
                    <a:pt x="1044" y="199"/>
                  </a:lnTo>
                  <a:lnTo>
                    <a:pt x="1044" y="108"/>
                  </a:lnTo>
                  <a:lnTo>
                    <a:pt x="1044" y="97"/>
                  </a:lnTo>
                  <a:lnTo>
                    <a:pt x="1042" y="87"/>
                  </a:lnTo>
                  <a:lnTo>
                    <a:pt x="1039" y="77"/>
                  </a:lnTo>
                  <a:lnTo>
                    <a:pt x="1035" y="66"/>
                  </a:lnTo>
                  <a:lnTo>
                    <a:pt x="1031" y="58"/>
                  </a:lnTo>
                  <a:lnTo>
                    <a:pt x="1025" y="48"/>
                  </a:lnTo>
                  <a:lnTo>
                    <a:pt x="1019" y="40"/>
                  </a:lnTo>
                  <a:lnTo>
                    <a:pt x="1012" y="33"/>
                  </a:lnTo>
                  <a:lnTo>
                    <a:pt x="1005" y="25"/>
                  </a:lnTo>
                  <a:lnTo>
                    <a:pt x="996" y="19"/>
                  </a:lnTo>
                  <a:lnTo>
                    <a:pt x="988" y="13"/>
                  </a:lnTo>
                  <a:lnTo>
                    <a:pt x="978" y="9"/>
                  </a:lnTo>
                  <a:lnTo>
                    <a:pt x="968" y="6"/>
                  </a:lnTo>
                  <a:lnTo>
                    <a:pt x="957" y="2"/>
                  </a:lnTo>
                  <a:lnTo>
                    <a:pt x="947" y="1"/>
                  </a:lnTo>
                  <a:lnTo>
                    <a:pt x="936" y="0"/>
                  </a:lnTo>
                  <a:lnTo>
                    <a:pt x="792" y="0"/>
                  </a:lnTo>
                  <a:lnTo>
                    <a:pt x="198" y="0"/>
                  </a:lnTo>
                  <a:lnTo>
                    <a:pt x="178" y="1"/>
                  </a:lnTo>
                  <a:lnTo>
                    <a:pt x="158" y="5"/>
                  </a:lnTo>
                  <a:lnTo>
                    <a:pt x="139" y="10"/>
                  </a:lnTo>
                  <a:lnTo>
                    <a:pt x="121" y="16"/>
                  </a:lnTo>
                  <a:lnTo>
                    <a:pt x="104" y="25"/>
                  </a:lnTo>
                  <a:lnTo>
                    <a:pt x="87" y="35"/>
                  </a:lnTo>
                  <a:lnTo>
                    <a:pt x="72" y="46"/>
                  </a:lnTo>
                  <a:lnTo>
                    <a:pt x="58" y="59"/>
                  </a:lnTo>
                  <a:lnTo>
                    <a:pt x="45" y="73"/>
                  </a:lnTo>
                  <a:lnTo>
                    <a:pt x="34" y="88"/>
                  </a:lnTo>
                  <a:lnTo>
                    <a:pt x="24" y="104"/>
                  </a:lnTo>
                  <a:lnTo>
                    <a:pt x="16" y="121"/>
                  </a:lnTo>
                  <a:lnTo>
                    <a:pt x="9" y="140"/>
                  </a:lnTo>
                  <a:lnTo>
                    <a:pt x="4" y="159"/>
                  </a:lnTo>
                  <a:lnTo>
                    <a:pt x="0" y="178"/>
                  </a:lnTo>
                  <a:lnTo>
                    <a:pt x="0" y="199"/>
                  </a:lnTo>
                  <a:lnTo>
                    <a:pt x="0" y="918"/>
                  </a:lnTo>
                  <a:lnTo>
                    <a:pt x="0" y="939"/>
                  </a:lnTo>
                  <a:lnTo>
                    <a:pt x="4" y="958"/>
                  </a:lnTo>
                  <a:lnTo>
                    <a:pt x="9" y="978"/>
                  </a:lnTo>
                  <a:lnTo>
                    <a:pt x="16" y="996"/>
                  </a:lnTo>
                  <a:lnTo>
                    <a:pt x="24" y="1013"/>
                  </a:lnTo>
                  <a:lnTo>
                    <a:pt x="34" y="1030"/>
                  </a:lnTo>
                  <a:lnTo>
                    <a:pt x="45" y="1045"/>
                  </a:lnTo>
                  <a:lnTo>
                    <a:pt x="58" y="1059"/>
                  </a:lnTo>
                  <a:lnTo>
                    <a:pt x="72" y="1072"/>
                  </a:lnTo>
                  <a:lnTo>
                    <a:pt x="87" y="1082"/>
                  </a:lnTo>
                  <a:lnTo>
                    <a:pt x="104" y="1093"/>
                  </a:lnTo>
                  <a:lnTo>
                    <a:pt x="121" y="1101"/>
                  </a:lnTo>
                  <a:lnTo>
                    <a:pt x="139" y="1107"/>
                  </a:lnTo>
                  <a:lnTo>
                    <a:pt x="158" y="1113"/>
                  </a:lnTo>
                  <a:lnTo>
                    <a:pt x="178" y="1116"/>
                  </a:lnTo>
                  <a:lnTo>
                    <a:pt x="198" y="1117"/>
                  </a:lnTo>
                  <a:lnTo>
                    <a:pt x="846" y="1117"/>
                  </a:lnTo>
                  <a:lnTo>
                    <a:pt x="867" y="1116"/>
                  </a:lnTo>
                  <a:lnTo>
                    <a:pt x="886" y="1113"/>
                  </a:lnTo>
                  <a:lnTo>
                    <a:pt x="904" y="1107"/>
                  </a:lnTo>
                  <a:lnTo>
                    <a:pt x="923" y="1101"/>
                  </a:lnTo>
                  <a:lnTo>
                    <a:pt x="940" y="1093"/>
                  </a:lnTo>
                  <a:lnTo>
                    <a:pt x="956" y="1082"/>
                  </a:lnTo>
                  <a:lnTo>
                    <a:pt x="971" y="1072"/>
                  </a:lnTo>
                  <a:lnTo>
                    <a:pt x="985" y="1059"/>
                  </a:lnTo>
                  <a:lnTo>
                    <a:pt x="998" y="1045"/>
                  </a:lnTo>
                  <a:lnTo>
                    <a:pt x="1010" y="1030"/>
                  </a:lnTo>
                  <a:lnTo>
                    <a:pt x="1020" y="1013"/>
                  </a:lnTo>
                  <a:lnTo>
                    <a:pt x="1029" y="996"/>
                  </a:lnTo>
                  <a:lnTo>
                    <a:pt x="1035" y="978"/>
                  </a:lnTo>
                  <a:lnTo>
                    <a:pt x="1039" y="958"/>
                  </a:lnTo>
                  <a:lnTo>
                    <a:pt x="1043" y="939"/>
                  </a:lnTo>
                  <a:lnTo>
                    <a:pt x="1044" y="918"/>
                  </a:lnTo>
                  <a:lnTo>
                    <a:pt x="1044" y="864"/>
                  </a:lnTo>
                  <a:lnTo>
                    <a:pt x="1044" y="864"/>
                  </a:lnTo>
                  <a:lnTo>
                    <a:pt x="1057" y="855"/>
                  </a:lnTo>
                  <a:lnTo>
                    <a:pt x="1070" y="844"/>
                  </a:lnTo>
                  <a:lnTo>
                    <a:pt x="1081" y="832"/>
                  </a:lnTo>
                  <a:lnTo>
                    <a:pt x="1091" y="820"/>
                  </a:lnTo>
                  <a:lnTo>
                    <a:pt x="1101" y="807"/>
                  </a:lnTo>
                  <a:lnTo>
                    <a:pt x="1110" y="794"/>
                  </a:lnTo>
                  <a:lnTo>
                    <a:pt x="1118" y="780"/>
                  </a:lnTo>
                  <a:lnTo>
                    <a:pt x="1125" y="767"/>
                  </a:lnTo>
                  <a:lnTo>
                    <a:pt x="1131" y="753"/>
                  </a:lnTo>
                  <a:lnTo>
                    <a:pt x="1137" y="738"/>
                  </a:lnTo>
                  <a:lnTo>
                    <a:pt x="1141" y="724"/>
                  </a:lnTo>
                  <a:lnTo>
                    <a:pt x="1145" y="709"/>
                  </a:lnTo>
                  <a:lnTo>
                    <a:pt x="1149" y="694"/>
                  </a:lnTo>
                  <a:lnTo>
                    <a:pt x="1151" y="679"/>
                  </a:lnTo>
                  <a:lnTo>
                    <a:pt x="1152" y="663"/>
                  </a:lnTo>
                  <a:lnTo>
                    <a:pt x="1152" y="648"/>
                  </a:lnTo>
                  <a:lnTo>
                    <a:pt x="1152" y="633"/>
                  </a:lnTo>
                  <a:lnTo>
                    <a:pt x="1151" y="618"/>
                  </a:lnTo>
                  <a:lnTo>
                    <a:pt x="1149" y="603"/>
                  </a:lnTo>
                  <a:lnTo>
                    <a:pt x="1145" y="589"/>
                  </a:lnTo>
                  <a:lnTo>
                    <a:pt x="1141" y="574"/>
                  </a:lnTo>
                  <a:lnTo>
                    <a:pt x="1137" y="559"/>
                  </a:lnTo>
                  <a:lnTo>
                    <a:pt x="1131" y="545"/>
                  </a:lnTo>
                  <a:lnTo>
                    <a:pt x="1125" y="531"/>
                  </a:lnTo>
                  <a:lnTo>
                    <a:pt x="1118" y="517"/>
                  </a:lnTo>
                  <a:lnTo>
                    <a:pt x="1110" y="504"/>
                  </a:lnTo>
                  <a:lnTo>
                    <a:pt x="1101" y="491"/>
                  </a:lnTo>
                  <a:lnTo>
                    <a:pt x="1091" y="478"/>
                  </a:lnTo>
                  <a:lnTo>
                    <a:pt x="1081" y="466"/>
                  </a:lnTo>
                  <a:lnTo>
                    <a:pt x="1070" y="454"/>
                  </a:lnTo>
                  <a:lnTo>
                    <a:pt x="1057" y="443"/>
                  </a:lnTo>
                  <a:lnTo>
                    <a:pt x="1044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grpSp>
        <p:nvGrpSpPr>
          <p:cNvPr id="19" name="Group 99">
            <a:extLst>
              <a:ext uri="{FF2B5EF4-FFF2-40B4-BE49-F238E27FC236}">
                <a16:creationId xmlns:a16="http://schemas.microsoft.com/office/drawing/2014/main" id="{1B5424BF-2398-4902-8890-4F0BF24F3F8D}"/>
              </a:ext>
            </a:extLst>
          </p:cNvPr>
          <p:cNvGrpSpPr/>
          <p:nvPr/>
        </p:nvGrpSpPr>
        <p:grpSpPr>
          <a:xfrm>
            <a:off x="4733047" y="2383266"/>
            <a:ext cx="471942" cy="471942"/>
            <a:chOff x="6257131" y="1818084"/>
            <a:chExt cx="457200" cy="457200"/>
          </a:xfrm>
          <a:solidFill>
            <a:srgbClr val="ECCEC4"/>
          </a:solidFill>
        </p:grpSpPr>
        <p:sp>
          <p:nvSpPr>
            <p:cNvPr id="20" name="Freeform 85">
              <a:extLst>
                <a:ext uri="{FF2B5EF4-FFF2-40B4-BE49-F238E27FC236}">
                  <a16:creationId xmlns:a16="http://schemas.microsoft.com/office/drawing/2014/main" id="{E55A8A1B-6AED-431A-B1E2-1399559BB5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7131" y="1818084"/>
              <a:ext cx="457200" cy="457200"/>
            </a:xfrm>
            <a:custGeom>
              <a:avLst/>
              <a:gdLst>
                <a:gd name="T0" fmla="*/ 1079 w 1152"/>
                <a:gd name="T1" fmla="*/ 1022 h 1152"/>
                <a:gd name="T2" fmla="*/ 1071 w 1152"/>
                <a:gd name="T3" fmla="*/ 1042 h 1152"/>
                <a:gd name="T4" fmla="*/ 1058 w 1152"/>
                <a:gd name="T5" fmla="*/ 1059 h 1152"/>
                <a:gd name="T6" fmla="*/ 1042 w 1152"/>
                <a:gd name="T7" fmla="*/ 1071 h 1152"/>
                <a:gd name="T8" fmla="*/ 1023 w 1152"/>
                <a:gd name="T9" fmla="*/ 1079 h 1152"/>
                <a:gd name="T10" fmla="*/ 144 w 1152"/>
                <a:gd name="T11" fmla="*/ 1080 h 1152"/>
                <a:gd name="T12" fmla="*/ 123 w 1152"/>
                <a:gd name="T13" fmla="*/ 1076 h 1152"/>
                <a:gd name="T14" fmla="*/ 104 w 1152"/>
                <a:gd name="T15" fmla="*/ 1068 h 1152"/>
                <a:gd name="T16" fmla="*/ 89 w 1152"/>
                <a:gd name="T17" fmla="*/ 1054 h 1152"/>
                <a:gd name="T18" fmla="*/ 78 w 1152"/>
                <a:gd name="T19" fmla="*/ 1035 h 1152"/>
                <a:gd name="T20" fmla="*/ 72 w 1152"/>
                <a:gd name="T21" fmla="*/ 1015 h 1152"/>
                <a:gd name="T22" fmla="*/ 72 w 1152"/>
                <a:gd name="T23" fmla="*/ 280 h 1152"/>
                <a:gd name="T24" fmla="*/ 82 w 1152"/>
                <a:gd name="T25" fmla="*/ 262 h 1152"/>
                <a:gd name="T26" fmla="*/ 100 w 1152"/>
                <a:gd name="T27" fmla="*/ 252 h 1152"/>
                <a:gd name="T28" fmla="*/ 144 w 1152"/>
                <a:gd name="T29" fmla="*/ 972 h 1152"/>
                <a:gd name="T30" fmla="*/ 150 w 1152"/>
                <a:gd name="T31" fmla="*/ 992 h 1152"/>
                <a:gd name="T32" fmla="*/ 166 w 1152"/>
                <a:gd name="T33" fmla="*/ 1005 h 1152"/>
                <a:gd name="T34" fmla="*/ 187 w 1152"/>
                <a:gd name="T35" fmla="*/ 1007 h 1152"/>
                <a:gd name="T36" fmla="*/ 205 w 1152"/>
                <a:gd name="T37" fmla="*/ 998 h 1152"/>
                <a:gd name="T38" fmla="*/ 215 w 1152"/>
                <a:gd name="T39" fmla="*/ 979 h 1152"/>
                <a:gd name="T40" fmla="*/ 217 w 1152"/>
                <a:gd name="T41" fmla="*/ 100 h 1152"/>
                <a:gd name="T42" fmla="*/ 227 w 1152"/>
                <a:gd name="T43" fmla="*/ 83 h 1152"/>
                <a:gd name="T44" fmla="*/ 245 w 1152"/>
                <a:gd name="T45" fmla="*/ 73 h 1152"/>
                <a:gd name="T46" fmla="*/ 1051 w 1152"/>
                <a:gd name="T47" fmla="*/ 73 h 1152"/>
                <a:gd name="T48" fmla="*/ 1069 w 1152"/>
                <a:gd name="T49" fmla="*/ 83 h 1152"/>
                <a:gd name="T50" fmla="*/ 1079 w 1152"/>
                <a:gd name="T51" fmla="*/ 100 h 1152"/>
                <a:gd name="T52" fmla="*/ 1044 w 1152"/>
                <a:gd name="T53" fmla="*/ 0 h 1152"/>
                <a:gd name="T54" fmla="*/ 230 w 1152"/>
                <a:gd name="T55" fmla="*/ 2 h 1152"/>
                <a:gd name="T56" fmla="*/ 201 w 1152"/>
                <a:gd name="T57" fmla="*/ 13 h 1152"/>
                <a:gd name="T58" fmla="*/ 176 w 1152"/>
                <a:gd name="T59" fmla="*/ 31 h 1152"/>
                <a:gd name="T60" fmla="*/ 157 w 1152"/>
                <a:gd name="T61" fmla="*/ 56 h 1152"/>
                <a:gd name="T62" fmla="*/ 146 w 1152"/>
                <a:gd name="T63" fmla="*/ 86 h 1152"/>
                <a:gd name="T64" fmla="*/ 144 w 1152"/>
                <a:gd name="T65" fmla="*/ 180 h 1152"/>
                <a:gd name="T66" fmla="*/ 86 w 1152"/>
                <a:gd name="T67" fmla="*/ 182 h 1152"/>
                <a:gd name="T68" fmla="*/ 56 w 1152"/>
                <a:gd name="T69" fmla="*/ 193 h 1152"/>
                <a:gd name="T70" fmla="*/ 31 w 1152"/>
                <a:gd name="T71" fmla="*/ 211 h 1152"/>
                <a:gd name="T72" fmla="*/ 13 w 1152"/>
                <a:gd name="T73" fmla="*/ 236 h 1152"/>
                <a:gd name="T74" fmla="*/ 2 w 1152"/>
                <a:gd name="T75" fmla="*/ 266 h 1152"/>
                <a:gd name="T76" fmla="*/ 0 w 1152"/>
                <a:gd name="T77" fmla="*/ 1007 h 1152"/>
                <a:gd name="T78" fmla="*/ 6 w 1152"/>
                <a:gd name="T79" fmla="*/ 1050 h 1152"/>
                <a:gd name="T80" fmla="*/ 25 w 1152"/>
                <a:gd name="T81" fmla="*/ 1088 h 1152"/>
                <a:gd name="T82" fmla="*/ 53 w 1152"/>
                <a:gd name="T83" fmla="*/ 1119 h 1152"/>
                <a:gd name="T84" fmla="*/ 87 w 1152"/>
                <a:gd name="T85" fmla="*/ 1140 h 1152"/>
                <a:gd name="T86" fmla="*/ 130 w 1152"/>
                <a:gd name="T87" fmla="*/ 1151 h 1152"/>
                <a:gd name="T88" fmla="*/ 1023 w 1152"/>
                <a:gd name="T89" fmla="*/ 1151 h 1152"/>
                <a:gd name="T90" fmla="*/ 1064 w 1152"/>
                <a:gd name="T91" fmla="*/ 1140 h 1152"/>
                <a:gd name="T92" fmla="*/ 1099 w 1152"/>
                <a:gd name="T93" fmla="*/ 1119 h 1152"/>
                <a:gd name="T94" fmla="*/ 1128 w 1152"/>
                <a:gd name="T95" fmla="*/ 1088 h 1152"/>
                <a:gd name="T96" fmla="*/ 1146 w 1152"/>
                <a:gd name="T97" fmla="*/ 1050 h 1152"/>
                <a:gd name="T98" fmla="*/ 1152 w 1152"/>
                <a:gd name="T99" fmla="*/ 1007 h 1152"/>
                <a:gd name="T100" fmla="*/ 1150 w 1152"/>
                <a:gd name="T101" fmla="*/ 86 h 1152"/>
                <a:gd name="T102" fmla="*/ 1139 w 1152"/>
                <a:gd name="T103" fmla="*/ 56 h 1152"/>
                <a:gd name="T104" fmla="*/ 1120 w 1152"/>
                <a:gd name="T105" fmla="*/ 31 h 1152"/>
                <a:gd name="T106" fmla="*/ 1095 w 1152"/>
                <a:gd name="T107" fmla="*/ 13 h 1152"/>
                <a:gd name="T108" fmla="*/ 1066 w 1152"/>
                <a:gd name="T109" fmla="*/ 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52" h="1152">
                  <a:moveTo>
                    <a:pt x="1080" y="1007"/>
                  </a:moveTo>
                  <a:lnTo>
                    <a:pt x="1080" y="1015"/>
                  </a:lnTo>
                  <a:lnTo>
                    <a:pt x="1079" y="1022"/>
                  </a:lnTo>
                  <a:lnTo>
                    <a:pt x="1077" y="1029"/>
                  </a:lnTo>
                  <a:lnTo>
                    <a:pt x="1075" y="1035"/>
                  </a:lnTo>
                  <a:lnTo>
                    <a:pt x="1071" y="1042"/>
                  </a:lnTo>
                  <a:lnTo>
                    <a:pt x="1068" y="1048"/>
                  </a:lnTo>
                  <a:lnTo>
                    <a:pt x="1064" y="1054"/>
                  </a:lnTo>
                  <a:lnTo>
                    <a:pt x="1058" y="1059"/>
                  </a:lnTo>
                  <a:lnTo>
                    <a:pt x="1054" y="1063"/>
                  </a:lnTo>
                  <a:lnTo>
                    <a:pt x="1049" y="1068"/>
                  </a:lnTo>
                  <a:lnTo>
                    <a:pt x="1042" y="1071"/>
                  </a:lnTo>
                  <a:lnTo>
                    <a:pt x="1036" y="1074"/>
                  </a:lnTo>
                  <a:lnTo>
                    <a:pt x="1029" y="1076"/>
                  </a:lnTo>
                  <a:lnTo>
                    <a:pt x="1023" y="1079"/>
                  </a:lnTo>
                  <a:lnTo>
                    <a:pt x="1015" y="1080"/>
                  </a:lnTo>
                  <a:lnTo>
                    <a:pt x="1008" y="1080"/>
                  </a:lnTo>
                  <a:lnTo>
                    <a:pt x="144" y="1080"/>
                  </a:lnTo>
                  <a:lnTo>
                    <a:pt x="137" y="1080"/>
                  </a:lnTo>
                  <a:lnTo>
                    <a:pt x="130" y="1079"/>
                  </a:lnTo>
                  <a:lnTo>
                    <a:pt x="123" y="1076"/>
                  </a:lnTo>
                  <a:lnTo>
                    <a:pt x="116" y="1074"/>
                  </a:lnTo>
                  <a:lnTo>
                    <a:pt x="110" y="1071"/>
                  </a:lnTo>
                  <a:lnTo>
                    <a:pt x="104" y="1068"/>
                  </a:lnTo>
                  <a:lnTo>
                    <a:pt x="98" y="1063"/>
                  </a:lnTo>
                  <a:lnTo>
                    <a:pt x="93" y="1059"/>
                  </a:lnTo>
                  <a:lnTo>
                    <a:pt x="89" y="1054"/>
                  </a:lnTo>
                  <a:lnTo>
                    <a:pt x="84" y="1048"/>
                  </a:lnTo>
                  <a:lnTo>
                    <a:pt x="81" y="1042"/>
                  </a:lnTo>
                  <a:lnTo>
                    <a:pt x="78" y="1035"/>
                  </a:lnTo>
                  <a:lnTo>
                    <a:pt x="76" y="1029"/>
                  </a:lnTo>
                  <a:lnTo>
                    <a:pt x="73" y="1022"/>
                  </a:lnTo>
                  <a:lnTo>
                    <a:pt x="72" y="1015"/>
                  </a:lnTo>
                  <a:lnTo>
                    <a:pt x="72" y="1007"/>
                  </a:lnTo>
                  <a:lnTo>
                    <a:pt x="72" y="288"/>
                  </a:lnTo>
                  <a:lnTo>
                    <a:pt x="72" y="280"/>
                  </a:lnTo>
                  <a:lnTo>
                    <a:pt x="75" y="274"/>
                  </a:lnTo>
                  <a:lnTo>
                    <a:pt x="78" y="267"/>
                  </a:lnTo>
                  <a:lnTo>
                    <a:pt x="82" y="262"/>
                  </a:lnTo>
                  <a:lnTo>
                    <a:pt x="87" y="258"/>
                  </a:lnTo>
                  <a:lnTo>
                    <a:pt x="94" y="255"/>
                  </a:lnTo>
                  <a:lnTo>
                    <a:pt x="100" y="252"/>
                  </a:lnTo>
                  <a:lnTo>
                    <a:pt x="108" y="252"/>
                  </a:lnTo>
                  <a:lnTo>
                    <a:pt x="144" y="252"/>
                  </a:lnTo>
                  <a:lnTo>
                    <a:pt x="144" y="972"/>
                  </a:lnTo>
                  <a:lnTo>
                    <a:pt x="145" y="979"/>
                  </a:lnTo>
                  <a:lnTo>
                    <a:pt x="147" y="986"/>
                  </a:lnTo>
                  <a:lnTo>
                    <a:pt x="150" y="992"/>
                  </a:lnTo>
                  <a:lnTo>
                    <a:pt x="154" y="998"/>
                  </a:lnTo>
                  <a:lnTo>
                    <a:pt x="160" y="1002"/>
                  </a:lnTo>
                  <a:lnTo>
                    <a:pt x="166" y="1005"/>
                  </a:lnTo>
                  <a:lnTo>
                    <a:pt x="173" y="1007"/>
                  </a:lnTo>
                  <a:lnTo>
                    <a:pt x="180" y="1007"/>
                  </a:lnTo>
                  <a:lnTo>
                    <a:pt x="187" y="1007"/>
                  </a:lnTo>
                  <a:lnTo>
                    <a:pt x="194" y="1005"/>
                  </a:lnTo>
                  <a:lnTo>
                    <a:pt x="200" y="1002"/>
                  </a:lnTo>
                  <a:lnTo>
                    <a:pt x="205" y="998"/>
                  </a:lnTo>
                  <a:lnTo>
                    <a:pt x="210" y="992"/>
                  </a:lnTo>
                  <a:lnTo>
                    <a:pt x="213" y="986"/>
                  </a:lnTo>
                  <a:lnTo>
                    <a:pt x="215" y="979"/>
                  </a:lnTo>
                  <a:lnTo>
                    <a:pt x="216" y="972"/>
                  </a:lnTo>
                  <a:lnTo>
                    <a:pt x="216" y="108"/>
                  </a:lnTo>
                  <a:lnTo>
                    <a:pt x="217" y="100"/>
                  </a:lnTo>
                  <a:lnTo>
                    <a:pt x="219" y="94"/>
                  </a:lnTo>
                  <a:lnTo>
                    <a:pt x="222" y="88"/>
                  </a:lnTo>
                  <a:lnTo>
                    <a:pt x="227" y="83"/>
                  </a:lnTo>
                  <a:lnTo>
                    <a:pt x="232" y="78"/>
                  </a:lnTo>
                  <a:lnTo>
                    <a:pt x="238" y="74"/>
                  </a:lnTo>
                  <a:lnTo>
                    <a:pt x="245" y="73"/>
                  </a:lnTo>
                  <a:lnTo>
                    <a:pt x="252" y="72"/>
                  </a:lnTo>
                  <a:lnTo>
                    <a:pt x="1044" y="72"/>
                  </a:lnTo>
                  <a:lnTo>
                    <a:pt x="1051" y="73"/>
                  </a:lnTo>
                  <a:lnTo>
                    <a:pt x="1058" y="74"/>
                  </a:lnTo>
                  <a:lnTo>
                    <a:pt x="1064" y="78"/>
                  </a:lnTo>
                  <a:lnTo>
                    <a:pt x="1069" y="83"/>
                  </a:lnTo>
                  <a:lnTo>
                    <a:pt x="1074" y="88"/>
                  </a:lnTo>
                  <a:lnTo>
                    <a:pt x="1077" y="94"/>
                  </a:lnTo>
                  <a:lnTo>
                    <a:pt x="1079" y="100"/>
                  </a:lnTo>
                  <a:lnTo>
                    <a:pt x="1080" y="108"/>
                  </a:lnTo>
                  <a:lnTo>
                    <a:pt x="1080" y="1007"/>
                  </a:lnTo>
                  <a:close/>
                  <a:moveTo>
                    <a:pt x="1044" y="0"/>
                  </a:moveTo>
                  <a:lnTo>
                    <a:pt x="252" y="0"/>
                  </a:lnTo>
                  <a:lnTo>
                    <a:pt x="241" y="1"/>
                  </a:lnTo>
                  <a:lnTo>
                    <a:pt x="230" y="2"/>
                  </a:lnTo>
                  <a:lnTo>
                    <a:pt x="220" y="5"/>
                  </a:lnTo>
                  <a:lnTo>
                    <a:pt x="210" y="8"/>
                  </a:lnTo>
                  <a:lnTo>
                    <a:pt x="201" y="13"/>
                  </a:lnTo>
                  <a:lnTo>
                    <a:pt x="191" y="18"/>
                  </a:lnTo>
                  <a:lnTo>
                    <a:pt x="184" y="24"/>
                  </a:lnTo>
                  <a:lnTo>
                    <a:pt x="176" y="31"/>
                  </a:lnTo>
                  <a:lnTo>
                    <a:pt x="168" y="40"/>
                  </a:lnTo>
                  <a:lnTo>
                    <a:pt x="162" y="47"/>
                  </a:lnTo>
                  <a:lnTo>
                    <a:pt x="157" y="56"/>
                  </a:lnTo>
                  <a:lnTo>
                    <a:pt x="152" y="66"/>
                  </a:lnTo>
                  <a:lnTo>
                    <a:pt x="149" y="75"/>
                  </a:lnTo>
                  <a:lnTo>
                    <a:pt x="146" y="86"/>
                  </a:lnTo>
                  <a:lnTo>
                    <a:pt x="145" y="97"/>
                  </a:lnTo>
                  <a:lnTo>
                    <a:pt x="144" y="108"/>
                  </a:lnTo>
                  <a:lnTo>
                    <a:pt x="144" y="180"/>
                  </a:lnTo>
                  <a:lnTo>
                    <a:pt x="108" y="180"/>
                  </a:lnTo>
                  <a:lnTo>
                    <a:pt x="97" y="180"/>
                  </a:lnTo>
                  <a:lnTo>
                    <a:pt x="86" y="182"/>
                  </a:lnTo>
                  <a:lnTo>
                    <a:pt x="76" y="184"/>
                  </a:lnTo>
                  <a:lnTo>
                    <a:pt x="66" y="189"/>
                  </a:lnTo>
                  <a:lnTo>
                    <a:pt x="56" y="193"/>
                  </a:lnTo>
                  <a:lnTo>
                    <a:pt x="48" y="198"/>
                  </a:lnTo>
                  <a:lnTo>
                    <a:pt x="39" y="205"/>
                  </a:lnTo>
                  <a:lnTo>
                    <a:pt x="31" y="211"/>
                  </a:lnTo>
                  <a:lnTo>
                    <a:pt x="25" y="219"/>
                  </a:lnTo>
                  <a:lnTo>
                    <a:pt x="18" y="228"/>
                  </a:lnTo>
                  <a:lnTo>
                    <a:pt x="13" y="236"/>
                  </a:lnTo>
                  <a:lnTo>
                    <a:pt x="9" y="246"/>
                  </a:lnTo>
                  <a:lnTo>
                    <a:pt x="4" y="256"/>
                  </a:lnTo>
                  <a:lnTo>
                    <a:pt x="2" y="266"/>
                  </a:lnTo>
                  <a:lnTo>
                    <a:pt x="1" y="277"/>
                  </a:lnTo>
                  <a:lnTo>
                    <a:pt x="0" y="288"/>
                  </a:lnTo>
                  <a:lnTo>
                    <a:pt x="0" y="1007"/>
                  </a:lnTo>
                  <a:lnTo>
                    <a:pt x="1" y="1022"/>
                  </a:lnTo>
                  <a:lnTo>
                    <a:pt x="3" y="1036"/>
                  </a:lnTo>
                  <a:lnTo>
                    <a:pt x="6" y="1050"/>
                  </a:lnTo>
                  <a:lnTo>
                    <a:pt x="11" y="1063"/>
                  </a:lnTo>
                  <a:lnTo>
                    <a:pt x="17" y="1076"/>
                  </a:lnTo>
                  <a:lnTo>
                    <a:pt x="25" y="1088"/>
                  </a:lnTo>
                  <a:lnTo>
                    <a:pt x="32" y="1099"/>
                  </a:lnTo>
                  <a:lnTo>
                    <a:pt x="42" y="1110"/>
                  </a:lnTo>
                  <a:lnTo>
                    <a:pt x="53" y="1119"/>
                  </a:lnTo>
                  <a:lnTo>
                    <a:pt x="64" y="1127"/>
                  </a:lnTo>
                  <a:lnTo>
                    <a:pt x="76" y="1135"/>
                  </a:lnTo>
                  <a:lnTo>
                    <a:pt x="87" y="1140"/>
                  </a:lnTo>
                  <a:lnTo>
                    <a:pt x="102" y="1146"/>
                  </a:lnTo>
                  <a:lnTo>
                    <a:pt x="114" y="1149"/>
                  </a:lnTo>
                  <a:lnTo>
                    <a:pt x="130" y="1151"/>
                  </a:lnTo>
                  <a:lnTo>
                    <a:pt x="144" y="1152"/>
                  </a:lnTo>
                  <a:lnTo>
                    <a:pt x="1008" y="1152"/>
                  </a:lnTo>
                  <a:lnTo>
                    <a:pt x="1023" y="1151"/>
                  </a:lnTo>
                  <a:lnTo>
                    <a:pt x="1037" y="1149"/>
                  </a:lnTo>
                  <a:lnTo>
                    <a:pt x="1051" y="1146"/>
                  </a:lnTo>
                  <a:lnTo>
                    <a:pt x="1064" y="1140"/>
                  </a:lnTo>
                  <a:lnTo>
                    <a:pt x="1077" y="1135"/>
                  </a:lnTo>
                  <a:lnTo>
                    <a:pt x="1089" y="1127"/>
                  </a:lnTo>
                  <a:lnTo>
                    <a:pt x="1099" y="1119"/>
                  </a:lnTo>
                  <a:lnTo>
                    <a:pt x="1110" y="1110"/>
                  </a:lnTo>
                  <a:lnTo>
                    <a:pt x="1119" y="1099"/>
                  </a:lnTo>
                  <a:lnTo>
                    <a:pt x="1128" y="1088"/>
                  </a:lnTo>
                  <a:lnTo>
                    <a:pt x="1135" y="1076"/>
                  </a:lnTo>
                  <a:lnTo>
                    <a:pt x="1141" y="1063"/>
                  </a:lnTo>
                  <a:lnTo>
                    <a:pt x="1146" y="1050"/>
                  </a:lnTo>
                  <a:lnTo>
                    <a:pt x="1149" y="1036"/>
                  </a:lnTo>
                  <a:lnTo>
                    <a:pt x="1151" y="1022"/>
                  </a:lnTo>
                  <a:lnTo>
                    <a:pt x="1152" y="1007"/>
                  </a:lnTo>
                  <a:lnTo>
                    <a:pt x="1152" y="108"/>
                  </a:lnTo>
                  <a:lnTo>
                    <a:pt x="1151" y="97"/>
                  </a:lnTo>
                  <a:lnTo>
                    <a:pt x="1150" y="86"/>
                  </a:lnTo>
                  <a:lnTo>
                    <a:pt x="1147" y="75"/>
                  </a:lnTo>
                  <a:lnTo>
                    <a:pt x="1144" y="66"/>
                  </a:lnTo>
                  <a:lnTo>
                    <a:pt x="1139" y="56"/>
                  </a:lnTo>
                  <a:lnTo>
                    <a:pt x="1134" y="47"/>
                  </a:lnTo>
                  <a:lnTo>
                    <a:pt x="1128" y="40"/>
                  </a:lnTo>
                  <a:lnTo>
                    <a:pt x="1120" y="31"/>
                  </a:lnTo>
                  <a:lnTo>
                    <a:pt x="1112" y="24"/>
                  </a:lnTo>
                  <a:lnTo>
                    <a:pt x="1105" y="18"/>
                  </a:lnTo>
                  <a:lnTo>
                    <a:pt x="1095" y="13"/>
                  </a:lnTo>
                  <a:lnTo>
                    <a:pt x="1087" y="8"/>
                  </a:lnTo>
                  <a:lnTo>
                    <a:pt x="1076" y="5"/>
                  </a:lnTo>
                  <a:lnTo>
                    <a:pt x="1066" y="2"/>
                  </a:lnTo>
                  <a:lnTo>
                    <a:pt x="1055" y="1"/>
                  </a:lnTo>
                  <a:lnTo>
                    <a:pt x="104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1" name="Freeform 86">
              <a:extLst>
                <a:ext uri="{FF2B5EF4-FFF2-40B4-BE49-F238E27FC236}">
                  <a16:creationId xmlns:a16="http://schemas.microsoft.com/office/drawing/2014/main" id="{A5BA5E76-7D1F-487A-AAAF-59A5C6296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594" y="1989534"/>
              <a:ext cx="128588" cy="14288"/>
            </a:xfrm>
            <a:custGeom>
              <a:avLst/>
              <a:gdLst>
                <a:gd name="T0" fmla="*/ 18 w 324"/>
                <a:gd name="T1" fmla="*/ 36 h 36"/>
                <a:gd name="T2" fmla="*/ 306 w 324"/>
                <a:gd name="T3" fmla="*/ 36 h 36"/>
                <a:gd name="T4" fmla="*/ 310 w 324"/>
                <a:gd name="T5" fmla="*/ 35 h 36"/>
                <a:gd name="T6" fmla="*/ 313 w 324"/>
                <a:gd name="T7" fmla="*/ 34 h 36"/>
                <a:gd name="T8" fmla="*/ 316 w 324"/>
                <a:gd name="T9" fmla="*/ 33 h 36"/>
                <a:gd name="T10" fmla="*/ 318 w 324"/>
                <a:gd name="T11" fmla="*/ 31 h 36"/>
                <a:gd name="T12" fmla="*/ 320 w 324"/>
                <a:gd name="T13" fmla="*/ 28 h 36"/>
                <a:gd name="T14" fmla="*/ 323 w 324"/>
                <a:gd name="T15" fmla="*/ 26 h 36"/>
                <a:gd name="T16" fmla="*/ 324 w 324"/>
                <a:gd name="T17" fmla="*/ 21 h 36"/>
                <a:gd name="T18" fmla="*/ 324 w 324"/>
                <a:gd name="T19" fmla="*/ 18 h 36"/>
                <a:gd name="T20" fmla="*/ 324 w 324"/>
                <a:gd name="T21" fmla="*/ 15 h 36"/>
                <a:gd name="T22" fmla="*/ 323 w 324"/>
                <a:gd name="T23" fmla="*/ 12 h 36"/>
                <a:gd name="T24" fmla="*/ 320 w 324"/>
                <a:gd name="T25" fmla="*/ 8 h 36"/>
                <a:gd name="T26" fmla="*/ 318 w 324"/>
                <a:gd name="T27" fmla="*/ 5 h 36"/>
                <a:gd name="T28" fmla="*/ 316 w 324"/>
                <a:gd name="T29" fmla="*/ 3 h 36"/>
                <a:gd name="T30" fmla="*/ 313 w 324"/>
                <a:gd name="T31" fmla="*/ 2 h 36"/>
                <a:gd name="T32" fmla="*/ 310 w 324"/>
                <a:gd name="T33" fmla="*/ 1 h 36"/>
                <a:gd name="T34" fmla="*/ 306 w 324"/>
                <a:gd name="T35" fmla="*/ 0 h 36"/>
                <a:gd name="T36" fmla="*/ 18 w 324"/>
                <a:gd name="T37" fmla="*/ 0 h 36"/>
                <a:gd name="T38" fmla="*/ 15 w 324"/>
                <a:gd name="T39" fmla="*/ 1 h 36"/>
                <a:gd name="T40" fmla="*/ 10 w 324"/>
                <a:gd name="T41" fmla="*/ 2 h 36"/>
                <a:gd name="T42" fmla="*/ 8 w 324"/>
                <a:gd name="T43" fmla="*/ 3 h 36"/>
                <a:gd name="T44" fmla="*/ 5 w 324"/>
                <a:gd name="T45" fmla="*/ 5 h 36"/>
                <a:gd name="T46" fmla="*/ 3 w 324"/>
                <a:gd name="T47" fmla="*/ 8 h 36"/>
                <a:gd name="T48" fmla="*/ 2 w 324"/>
                <a:gd name="T49" fmla="*/ 12 h 36"/>
                <a:gd name="T50" fmla="*/ 1 w 324"/>
                <a:gd name="T51" fmla="*/ 15 h 36"/>
                <a:gd name="T52" fmla="*/ 0 w 324"/>
                <a:gd name="T53" fmla="*/ 18 h 36"/>
                <a:gd name="T54" fmla="*/ 1 w 324"/>
                <a:gd name="T55" fmla="*/ 21 h 36"/>
                <a:gd name="T56" fmla="*/ 2 w 324"/>
                <a:gd name="T57" fmla="*/ 26 h 36"/>
                <a:gd name="T58" fmla="*/ 3 w 324"/>
                <a:gd name="T59" fmla="*/ 28 h 36"/>
                <a:gd name="T60" fmla="*/ 5 w 324"/>
                <a:gd name="T61" fmla="*/ 31 h 36"/>
                <a:gd name="T62" fmla="*/ 8 w 324"/>
                <a:gd name="T63" fmla="*/ 33 h 36"/>
                <a:gd name="T64" fmla="*/ 10 w 324"/>
                <a:gd name="T65" fmla="*/ 34 h 36"/>
                <a:gd name="T66" fmla="*/ 15 w 324"/>
                <a:gd name="T67" fmla="*/ 35 h 36"/>
                <a:gd name="T68" fmla="*/ 18 w 324"/>
                <a:gd name="T6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18" y="36"/>
                  </a:moveTo>
                  <a:lnTo>
                    <a:pt x="306" y="36"/>
                  </a:lnTo>
                  <a:lnTo>
                    <a:pt x="310" y="35"/>
                  </a:lnTo>
                  <a:lnTo>
                    <a:pt x="313" y="34"/>
                  </a:lnTo>
                  <a:lnTo>
                    <a:pt x="316" y="33"/>
                  </a:lnTo>
                  <a:lnTo>
                    <a:pt x="318" y="31"/>
                  </a:lnTo>
                  <a:lnTo>
                    <a:pt x="320" y="28"/>
                  </a:lnTo>
                  <a:lnTo>
                    <a:pt x="323" y="26"/>
                  </a:lnTo>
                  <a:lnTo>
                    <a:pt x="324" y="21"/>
                  </a:lnTo>
                  <a:lnTo>
                    <a:pt x="324" y="18"/>
                  </a:lnTo>
                  <a:lnTo>
                    <a:pt x="324" y="15"/>
                  </a:lnTo>
                  <a:lnTo>
                    <a:pt x="323" y="12"/>
                  </a:lnTo>
                  <a:lnTo>
                    <a:pt x="320" y="8"/>
                  </a:lnTo>
                  <a:lnTo>
                    <a:pt x="318" y="5"/>
                  </a:lnTo>
                  <a:lnTo>
                    <a:pt x="316" y="3"/>
                  </a:lnTo>
                  <a:lnTo>
                    <a:pt x="313" y="2"/>
                  </a:lnTo>
                  <a:lnTo>
                    <a:pt x="310" y="1"/>
                  </a:lnTo>
                  <a:lnTo>
                    <a:pt x="30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10" y="2"/>
                  </a:lnTo>
                  <a:lnTo>
                    <a:pt x="8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2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6"/>
                  </a:lnTo>
                  <a:lnTo>
                    <a:pt x="3" y="28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0" y="34"/>
                  </a:lnTo>
                  <a:lnTo>
                    <a:pt x="15" y="35"/>
                  </a:lnTo>
                  <a:lnTo>
                    <a:pt x="1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2" name="Freeform 87">
              <a:extLst>
                <a:ext uri="{FF2B5EF4-FFF2-40B4-BE49-F238E27FC236}">
                  <a16:creationId xmlns:a16="http://schemas.microsoft.com/office/drawing/2014/main" id="{AA9CB7DC-8EE7-4404-A0A2-C734024AF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594" y="1946672"/>
              <a:ext cx="128588" cy="14288"/>
            </a:xfrm>
            <a:custGeom>
              <a:avLst/>
              <a:gdLst>
                <a:gd name="T0" fmla="*/ 18 w 324"/>
                <a:gd name="T1" fmla="*/ 36 h 36"/>
                <a:gd name="T2" fmla="*/ 306 w 324"/>
                <a:gd name="T3" fmla="*/ 36 h 36"/>
                <a:gd name="T4" fmla="*/ 310 w 324"/>
                <a:gd name="T5" fmla="*/ 35 h 36"/>
                <a:gd name="T6" fmla="*/ 313 w 324"/>
                <a:gd name="T7" fmla="*/ 34 h 36"/>
                <a:gd name="T8" fmla="*/ 316 w 324"/>
                <a:gd name="T9" fmla="*/ 33 h 36"/>
                <a:gd name="T10" fmla="*/ 318 w 324"/>
                <a:gd name="T11" fmla="*/ 31 h 36"/>
                <a:gd name="T12" fmla="*/ 320 w 324"/>
                <a:gd name="T13" fmla="*/ 28 h 36"/>
                <a:gd name="T14" fmla="*/ 323 w 324"/>
                <a:gd name="T15" fmla="*/ 26 h 36"/>
                <a:gd name="T16" fmla="*/ 324 w 324"/>
                <a:gd name="T17" fmla="*/ 21 h 36"/>
                <a:gd name="T18" fmla="*/ 324 w 324"/>
                <a:gd name="T19" fmla="*/ 18 h 36"/>
                <a:gd name="T20" fmla="*/ 324 w 324"/>
                <a:gd name="T21" fmla="*/ 15 h 36"/>
                <a:gd name="T22" fmla="*/ 323 w 324"/>
                <a:gd name="T23" fmla="*/ 12 h 36"/>
                <a:gd name="T24" fmla="*/ 320 w 324"/>
                <a:gd name="T25" fmla="*/ 8 h 36"/>
                <a:gd name="T26" fmla="*/ 318 w 324"/>
                <a:gd name="T27" fmla="*/ 5 h 36"/>
                <a:gd name="T28" fmla="*/ 316 w 324"/>
                <a:gd name="T29" fmla="*/ 3 h 36"/>
                <a:gd name="T30" fmla="*/ 313 w 324"/>
                <a:gd name="T31" fmla="*/ 2 h 36"/>
                <a:gd name="T32" fmla="*/ 310 w 324"/>
                <a:gd name="T33" fmla="*/ 1 h 36"/>
                <a:gd name="T34" fmla="*/ 306 w 324"/>
                <a:gd name="T35" fmla="*/ 0 h 36"/>
                <a:gd name="T36" fmla="*/ 18 w 324"/>
                <a:gd name="T37" fmla="*/ 0 h 36"/>
                <a:gd name="T38" fmla="*/ 15 w 324"/>
                <a:gd name="T39" fmla="*/ 1 h 36"/>
                <a:gd name="T40" fmla="*/ 10 w 324"/>
                <a:gd name="T41" fmla="*/ 2 h 36"/>
                <a:gd name="T42" fmla="*/ 8 w 324"/>
                <a:gd name="T43" fmla="*/ 3 h 36"/>
                <a:gd name="T44" fmla="*/ 5 w 324"/>
                <a:gd name="T45" fmla="*/ 5 h 36"/>
                <a:gd name="T46" fmla="*/ 3 w 324"/>
                <a:gd name="T47" fmla="*/ 8 h 36"/>
                <a:gd name="T48" fmla="*/ 2 w 324"/>
                <a:gd name="T49" fmla="*/ 12 h 36"/>
                <a:gd name="T50" fmla="*/ 1 w 324"/>
                <a:gd name="T51" fmla="*/ 15 h 36"/>
                <a:gd name="T52" fmla="*/ 0 w 324"/>
                <a:gd name="T53" fmla="*/ 18 h 36"/>
                <a:gd name="T54" fmla="*/ 1 w 324"/>
                <a:gd name="T55" fmla="*/ 21 h 36"/>
                <a:gd name="T56" fmla="*/ 2 w 324"/>
                <a:gd name="T57" fmla="*/ 26 h 36"/>
                <a:gd name="T58" fmla="*/ 3 w 324"/>
                <a:gd name="T59" fmla="*/ 28 h 36"/>
                <a:gd name="T60" fmla="*/ 5 w 324"/>
                <a:gd name="T61" fmla="*/ 31 h 36"/>
                <a:gd name="T62" fmla="*/ 8 w 324"/>
                <a:gd name="T63" fmla="*/ 33 h 36"/>
                <a:gd name="T64" fmla="*/ 10 w 324"/>
                <a:gd name="T65" fmla="*/ 34 h 36"/>
                <a:gd name="T66" fmla="*/ 15 w 324"/>
                <a:gd name="T67" fmla="*/ 35 h 36"/>
                <a:gd name="T68" fmla="*/ 18 w 324"/>
                <a:gd name="T6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18" y="36"/>
                  </a:moveTo>
                  <a:lnTo>
                    <a:pt x="306" y="36"/>
                  </a:lnTo>
                  <a:lnTo>
                    <a:pt x="310" y="35"/>
                  </a:lnTo>
                  <a:lnTo>
                    <a:pt x="313" y="34"/>
                  </a:lnTo>
                  <a:lnTo>
                    <a:pt x="316" y="33"/>
                  </a:lnTo>
                  <a:lnTo>
                    <a:pt x="318" y="31"/>
                  </a:lnTo>
                  <a:lnTo>
                    <a:pt x="320" y="28"/>
                  </a:lnTo>
                  <a:lnTo>
                    <a:pt x="323" y="26"/>
                  </a:lnTo>
                  <a:lnTo>
                    <a:pt x="324" y="21"/>
                  </a:lnTo>
                  <a:lnTo>
                    <a:pt x="324" y="18"/>
                  </a:lnTo>
                  <a:lnTo>
                    <a:pt x="324" y="15"/>
                  </a:lnTo>
                  <a:lnTo>
                    <a:pt x="323" y="12"/>
                  </a:lnTo>
                  <a:lnTo>
                    <a:pt x="320" y="8"/>
                  </a:lnTo>
                  <a:lnTo>
                    <a:pt x="318" y="5"/>
                  </a:lnTo>
                  <a:lnTo>
                    <a:pt x="316" y="3"/>
                  </a:lnTo>
                  <a:lnTo>
                    <a:pt x="313" y="2"/>
                  </a:lnTo>
                  <a:lnTo>
                    <a:pt x="310" y="1"/>
                  </a:lnTo>
                  <a:lnTo>
                    <a:pt x="30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10" y="2"/>
                  </a:lnTo>
                  <a:lnTo>
                    <a:pt x="8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2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6"/>
                  </a:lnTo>
                  <a:lnTo>
                    <a:pt x="3" y="28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0" y="34"/>
                  </a:lnTo>
                  <a:lnTo>
                    <a:pt x="15" y="35"/>
                  </a:lnTo>
                  <a:lnTo>
                    <a:pt x="1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3" name="Freeform 88">
              <a:extLst>
                <a:ext uri="{FF2B5EF4-FFF2-40B4-BE49-F238E27FC236}">
                  <a16:creationId xmlns:a16="http://schemas.microsoft.com/office/drawing/2014/main" id="{E326CB99-D96B-429B-9B36-639DC9916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594" y="1903809"/>
              <a:ext cx="128588" cy="14288"/>
            </a:xfrm>
            <a:custGeom>
              <a:avLst/>
              <a:gdLst>
                <a:gd name="T0" fmla="*/ 18 w 324"/>
                <a:gd name="T1" fmla="*/ 36 h 36"/>
                <a:gd name="T2" fmla="*/ 306 w 324"/>
                <a:gd name="T3" fmla="*/ 36 h 36"/>
                <a:gd name="T4" fmla="*/ 310 w 324"/>
                <a:gd name="T5" fmla="*/ 35 h 36"/>
                <a:gd name="T6" fmla="*/ 313 w 324"/>
                <a:gd name="T7" fmla="*/ 34 h 36"/>
                <a:gd name="T8" fmla="*/ 316 w 324"/>
                <a:gd name="T9" fmla="*/ 33 h 36"/>
                <a:gd name="T10" fmla="*/ 318 w 324"/>
                <a:gd name="T11" fmla="*/ 31 h 36"/>
                <a:gd name="T12" fmla="*/ 320 w 324"/>
                <a:gd name="T13" fmla="*/ 28 h 36"/>
                <a:gd name="T14" fmla="*/ 323 w 324"/>
                <a:gd name="T15" fmla="*/ 26 h 36"/>
                <a:gd name="T16" fmla="*/ 324 w 324"/>
                <a:gd name="T17" fmla="*/ 21 h 36"/>
                <a:gd name="T18" fmla="*/ 324 w 324"/>
                <a:gd name="T19" fmla="*/ 18 h 36"/>
                <a:gd name="T20" fmla="*/ 324 w 324"/>
                <a:gd name="T21" fmla="*/ 15 h 36"/>
                <a:gd name="T22" fmla="*/ 323 w 324"/>
                <a:gd name="T23" fmla="*/ 12 h 36"/>
                <a:gd name="T24" fmla="*/ 320 w 324"/>
                <a:gd name="T25" fmla="*/ 8 h 36"/>
                <a:gd name="T26" fmla="*/ 318 w 324"/>
                <a:gd name="T27" fmla="*/ 5 h 36"/>
                <a:gd name="T28" fmla="*/ 316 w 324"/>
                <a:gd name="T29" fmla="*/ 3 h 36"/>
                <a:gd name="T30" fmla="*/ 313 w 324"/>
                <a:gd name="T31" fmla="*/ 2 h 36"/>
                <a:gd name="T32" fmla="*/ 310 w 324"/>
                <a:gd name="T33" fmla="*/ 1 h 36"/>
                <a:gd name="T34" fmla="*/ 306 w 324"/>
                <a:gd name="T35" fmla="*/ 0 h 36"/>
                <a:gd name="T36" fmla="*/ 18 w 324"/>
                <a:gd name="T37" fmla="*/ 0 h 36"/>
                <a:gd name="T38" fmla="*/ 15 w 324"/>
                <a:gd name="T39" fmla="*/ 1 h 36"/>
                <a:gd name="T40" fmla="*/ 10 w 324"/>
                <a:gd name="T41" fmla="*/ 2 h 36"/>
                <a:gd name="T42" fmla="*/ 8 w 324"/>
                <a:gd name="T43" fmla="*/ 3 h 36"/>
                <a:gd name="T44" fmla="*/ 5 w 324"/>
                <a:gd name="T45" fmla="*/ 5 h 36"/>
                <a:gd name="T46" fmla="*/ 3 w 324"/>
                <a:gd name="T47" fmla="*/ 8 h 36"/>
                <a:gd name="T48" fmla="*/ 2 w 324"/>
                <a:gd name="T49" fmla="*/ 12 h 36"/>
                <a:gd name="T50" fmla="*/ 1 w 324"/>
                <a:gd name="T51" fmla="*/ 15 h 36"/>
                <a:gd name="T52" fmla="*/ 0 w 324"/>
                <a:gd name="T53" fmla="*/ 18 h 36"/>
                <a:gd name="T54" fmla="*/ 1 w 324"/>
                <a:gd name="T55" fmla="*/ 21 h 36"/>
                <a:gd name="T56" fmla="*/ 2 w 324"/>
                <a:gd name="T57" fmla="*/ 26 h 36"/>
                <a:gd name="T58" fmla="*/ 3 w 324"/>
                <a:gd name="T59" fmla="*/ 28 h 36"/>
                <a:gd name="T60" fmla="*/ 5 w 324"/>
                <a:gd name="T61" fmla="*/ 31 h 36"/>
                <a:gd name="T62" fmla="*/ 8 w 324"/>
                <a:gd name="T63" fmla="*/ 33 h 36"/>
                <a:gd name="T64" fmla="*/ 10 w 324"/>
                <a:gd name="T65" fmla="*/ 34 h 36"/>
                <a:gd name="T66" fmla="*/ 15 w 324"/>
                <a:gd name="T67" fmla="*/ 35 h 36"/>
                <a:gd name="T68" fmla="*/ 18 w 324"/>
                <a:gd name="T6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18" y="36"/>
                  </a:moveTo>
                  <a:lnTo>
                    <a:pt x="306" y="36"/>
                  </a:lnTo>
                  <a:lnTo>
                    <a:pt x="310" y="35"/>
                  </a:lnTo>
                  <a:lnTo>
                    <a:pt x="313" y="34"/>
                  </a:lnTo>
                  <a:lnTo>
                    <a:pt x="316" y="33"/>
                  </a:lnTo>
                  <a:lnTo>
                    <a:pt x="318" y="31"/>
                  </a:lnTo>
                  <a:lnTo>
                    <a:pt x="320" y="28"/>
                  </a:lnTo>
                  <a:lnTo>
                    <a:pt x="323" y="26"/>
                  </a:lnTo>
                  <a:lnTo>
                    <a:pt x="324" y="21"/>
                  </a:lnTo>
                  <a:lnTo>
                    <a:pt x="324" y="18"/>
                  </a:lnTo>
                  <a:lnTo>
                    <a:pt x="324" y="15"/>
                  </a:lnTo>
                  <a:lnTo>
                    <a:pt x="323" y="12"/>
                  </a:lnTo>
                  <a:lnTo>
                    <a:pt x="320" y="8"/>
                  </a:lnTo>
                  <a:lnTo>
                    <a:pt x="318" y="5"/>
                  </a:lnTo>
                  <a:lnTo>
                    <a:pt x="316" y="3"/>
                  </a:lnTo>
                  <a:lnTo>
                    <a:pt x="313" y="2"/>
                  </a:lnTo>
                  <a:lnTo>
                    <a:pt x="310" y="1"/>
                  </a:lnTo>
                  <a:lnTo>
                    <a:pt x="30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10" y="2"/>
                  </a:lnTo>
                  <a:lnTo>
                    <a:pt x="8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2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6"/>
                  </a:lnTo>
                  <a:lnTo>
                    <a:pt x="3" y="28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0" y="34"/>
                  </a:lnTo>
                  <a:lnTo>
                    <a:pt x="15" y="35"/>
                  </a:lnTo>
                  <a:lnTo>
                    <a:pt x="18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4" name="Freeform 89">
              <a:extLst>
                <a:ext uri="{FF2B5EF4-FFF2-40B4-BE49-F238E27FC236}">
                  <a16:creationId xmlns:a16="http://schemas.microsoft.com/office/drawing/2014/main" id="{7868DC06-6CFE-4822-A578-CA4550D09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1431" y="2203847"/>
              <a:ext cx="128588" cy="14288"/>
            </a:xfrm>
            <a:custGeom>
              <a:avLst/>
              <a:gdLst>
                <a:gd name="T0" fmla="*/ 306 w 324"/>
                <a:gd name="T1" fmla="*/ 0 h 36"/>
                <a:gd name="T2" fmla="*/ 18 w 324"/>
                <a:gd name="T3" fmla="*/ 0 h 36"/>
                <a:gd name="T4" fmla="*/ 14 w 324"/>
                <a:gd name="T5" fmla="*/ 1 h 36"/>
                <a:gd name="T6" fmla="*/ 11 w 324"/>
                <a:gd name="T7" fmla="*/ 2 h 36"/>
                <a:gd name="T8" fmla="*/ 8 w 324"/>
                <a:gd name="T9" fmla="*/ 3 h 36"/>
                <a:gd name="T10" fmla="*/ 6 w 324"/>
                <a:gd name="T11" fmla="*/ 5 h 36"/>
                <a:gd name="T12" fmla="*/ 4 w 324"/>
                <a:gd name="T13" fmla="*/ 8 h 36"/>
                <a:gd name="T14" fmla="*/ 1 w 324"/>
                <a:gd name="T15" fmla="*/ 10 h 36"/>
                <a:gd name="T16" fmla="*/ 0 w 324"/>
                <a:gd name="T17" fmla="*/ 15 h 36"/>
                <a:gd name="T18" fmla="*/ 0 w 324"/>
                <a:gd name="T19" fmla="*/ 18 h 36"/>
                <a:gd name="T20" fmla="*/ 0 w 324"/>
                <a:gd name="T21" fmla="*/ 21 h 36"/>
                <a:gd name="T22" fmla="*/ 1 w 324"/>
                <a:gd name="T23" fmla="*/ 24 h 36"/>
                <a:gd name="T24" fmla="*/ 4 w 324"/>
                <a:gd name="T25" fmla="*/ 28 h 36"/>
                <a:gd name="T26" fmla="*/ 6 w 324"/>
                <a:gd name="T27" fmla="*/ 31 h 36"/>
                <a:gd name="T28" fmla="*/ 8 w 324"/>
                <a:gd name="T29" fmla="*/ 33 h 36"/>
                <a:gd name="T30" fmla="*/ 11 w 324"/>
                <a:gd name="T31" fmla="*/ 34 h 36"/>
                <a:gd name="T32" fmla="*/ 14 w 324"/>
                <a:gd name="T33" fmla="*/ 35 h 36"/>
                <a:gd name="T34" fmla="*/ 18 w 324"/>
                <a:gd name="T35" fmla="*/ 36 h 36"/>
                <a:gd name="T36" fmla="*/ 306 w 324"/>
                <a:gd name="T37" fmla="*/ 36 h 36"/>
                <a:gd name="T38" fmla="*/ 309 w 324"/>
                <a:gd name="T39" fmla="*/ 35 h 36"/>
                <a:gd name="T40" fmla="*/ 312 w 324"/>
                <a:gd name="T41" fmla="*/ 34 h 36"/>
                <a:gd name="T42" fmla="*/ 316 w 324"/>
                <a:gd name="T43" fmla="*/ 33 h 36"/>
                <a:gd name="T44" fmla="*/ 319 w 324"/>
                <a:gd name="T45" fmla="*/ 31 h 36"/>
                <a:gd name="T46" fmla="*/ 321 w 324"/>
                <a:gd name="T47" fmla="*/ 28 h 36"/>
                <a:gd name="T48" fmla="*/ 322 w 324"/>
                <a:gd name="T49" fmla="*/ 24 h 36"/>
                <a:gd name="T50" fmla="*/ 323 w 324"/>
                <a:gd name="T51" fmla="*/ 21 h 36"/>
                <a:gd name="T52" fmla="*/ 324 w 324"/>
                <a:gd name="T53" fmla="*/ 18 h 36"/>
                <a:gd name="T54" fmla="*/ 323 w 324"/>
                <a:gd name="T55" fmla="*/ 15 h 36"/>
                <a:gd name="T56" fmla="*/ 322 w 324"/>
                <a:gd name="T57" fmla="*/ 10 h 36"/>
                <a:gd name="T58" fmla="*/ 321 w 324"/>
                <a:gd name="T59" fmla="*/ 8 h 36"/>
                <a:gd name="T60" fmla="*/ 319 w 324"/>
                <a:gd name="T61" fmla="*/ 5 h 36"/>
                <a:gd name="T62" fmla="*/ 316 w 324"/>
                <a:gd name="T63" fmla="*/ 3 h 36"/>
                <a:gd name="T64" fmla="*/ 312 w 324"/>
                <a:gd name="T65" fmla="*/ 2 h 36"/>
                <a:gd name="T66" fmla="*/ 309 w 324"/>
                <a:gd name="T67" fmla="*/ 1 h 36"/>
                <a:gd name="T68" fmla="*/ 306 w 324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306" y="0"/>
                  </a:moveTo>
                  <a:lnTo>
                    <a:pt x="18" y="0"/>
                  </a:lnTo>
                  <a:lnTo>
                    <a:pt x="14" y="1"/>
                  </a:lnTo>
                  <a:lnTo>
                    <a:pt x="11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" y="24"/>
                  </a:lnTo>
                  <a:lnTo>
                    <a:pt x="4" y="28"/>
                  </a:lnTo>
                  <a:lnTo>
                    <a:pt x="6" y="31"/>
                  </a:lnTo>
                  <a:lnTo>
                    <a:pt x="8" y="33"/>
                  </a:lnTo>
                  <a:lnTo>
                    <a:pt x="11" y="34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306" y="36"/>
                  </a:lnTo>
                  <a:lnTo>
                    <a:pt x="309" y="35"/>
                  </a:lnTo>
                  <a:lnTo>
                    <a:pt x="312" y="34"/>
                  </a:lnTo>
                  <a:lnTo>
                    <a:pt x="316" y="33"/>
                  </a:lnTo>
                  <a:lnTo>
                    <a:pt x="319" y="31"/>
                  </a:lnTo>
                  <a:lnTo>
                    <a:pt x="321" y="28"/>
                  </a:lnTo>
                  <a:lnTo>
                    <a:pt x="322" y="24"/>
                  </a:lnTo>
                  <a:lnTo>
                    <a:pt x="323" y="21"/>
                  </a:lnTo>
                  <a:lnTo>
                    <a:pt x="324" y="18"/>
                  </a:lnTo>
                  <a:lnTo>
                    <a:pt x="323" y="15"/>
                  </a:lnTo>
                  <a:lnTo>
                    <a:pt x="322" y="10"/>
                  </a:lnTo>
                  <a:lnTo>
                    <a:pt x="321" y="8"/>
                  </a:lnTo>
                  <a:lnTo>
                    <a:pt x="319" y="5"/>
                  </a:lnTo>
                  <a:lnTo>
                    <a:pt x="316" y="3"/>
                  </a:lnTo>
                  <a:lnTo>
                    <a:pt x="312" y="2"/>
                  </a:lnTo>
                  <a:lnTo>
                    <a:pt x="309" y="1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5" name="Freeform 90">
              <a:extLst>
                <a:ext uri="{FF2B5EF4-FFF2-40B4-BE49-F238E27FC236}">
                  <a16:creationId xmlns:a16="http://schemas.microsoft.com/office/drawing/2014/main" id="{A87D154D-541C-4C73-ADCE-7086E6E73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1431" y="2160984"/>
              <a:ext cx="128588" cy="14288"/>
            </a:xfrm>
            <a:custGeom>
              <a:avLst/>
              <a:gdLst>
                <a:gd name="T0" fmla="*/ 306 w 324"/>
                <a:gd name="T1" fmla="*/ 0 h 36"/>
                <a:gd name="T2" fmla="*/ 18 w 324"/>
                <a:gd name="T3" fmla="*/ 0 h 36"/>
                <a:gd name="T4" fmla="*/ 14 w 324"/>
                <a:gd name="T5" fmla="*/ 1 h 36"/>
                <a:gd name="T6" fmla="*/ 11 w 324"/>
                <a:gd name="T7" fmla="*/ 2 h 36"/>
                <a:gd name="T8" fmla="*/ 8 w 324"/>
                <a:gd name="T9" fmla="*/ 3 h 36"/>
                <a:gd name="T10" fmla="*/ 6 w 324"/>
                <a:gd name="T11" fmla="*/ 5 h 36"/>
                <a:gd name="T12" fmla="*/ 4 w 324"/>
                <a:gd name="T13" fmla="*/ 8 h 36"/>
                <a:gd name="T14" fmla="*/ 1 w 324"/>
                <a:gd name="T15" fmla="*/ 10 h 36"/>
                <a:gd name="T16" fmla="*/ 0 w 324"/>
                <a:gd name="T17" fmla="*/ 15 h 36"/>
                <a:gd name="T18" fmla="*/ 0 w 324"/>
                <a:gd name="T19" fmla="*/ 18 h 36"/>
                <a:gd name="T20" fmla="*/ 0 w 324"/>
                <a:gd name="T21" fmla="*/ 21 h 36"/>
                <a:gd name="T22" fmla="*/ 1 w 324"/>
                <a:gd name="T23" fmla="*/ 24 h 36"/>
                <a:gd name="T24" fmla="*/ 4 w 324"/>
                <a:gd name="T25" fmla="*/ 28 h 36"/>
                <a:gd name="T26" fmla="*/ 6 w 324"/>
                <a:gd name="T27" fmla="*/ 31 h 36"/>
                <a:gd name="T28" fmla="*/ 8 w 324"/>
                <a:gd name="T29" fmla="*/ 33 h 36"/>
                <a:gd name="T30" fmla="*/ 11 w 324"/>
                <a:gd name="T31" fmla="*/ 34 h 36"/>
                <a:gd name="T32" fmla="*/ 14 w 324"/>
                <a:gd name="T33" fmla="*/ 35 h 36"/>
                <a:gd name="T34" fmla="*/ 18 w 324"/>
                <a:gd name="T35" fmla="*/ 36 h 36"/>
                <a:gd name="T36" fmla="*/ 306 w 324"/>
                <a:gd name="T37" fmla="*/ 36 h 36"/>
                <a:gd name="T38" fmla="*/ 309 w 324"/>
                <a:gd name="T39" fmla="*/ 35 h 36"/>
                <a:gd name="T40" fmla="*/ 312 w 324"/>
                <a:gd name="T41" fmla="*/ 34 h 36"/>
                <a:gd name="T42" fmla="*/ 316 w 324"/>
                <a:gd name="T43" fmla="*/ 33 h 36"/>
                <a:gd name="T44" fmla="*/ 319 w 324"/>
                <a:gd name="T45" fmla="*/ 31 h 36"/>
                <a:gd name="T46" fmla="*/ 321 w 324"/>
                <a:gd name="T47" fmla="*/ 28 h 36"/>
                <a:gd name="T48" fmla="*/ 322 w 324"/>
                <a:gd name="T49" fmla="*/ 24 h 36"/>
                <a:gd name="T50" fmla="*/ 323 w 324"/>
                <a:gd name="T51" fmla="*/ 21 h 36"/>
                <a:gd name="T52" fmla="*/ 324 w 324"/>
                <a:gd name="T53" fmla="*/ 18 h 36"/>
                <a:gd name="T54" fmla="*/ 323 w 324"/>
                <a:gd name="T55" fmla="*/ 15 h 36"/>
                <a:gd name="T56" fmla="*/ 322 w 324"/>
                <a:gd name="T57" fmla="*/ 10 h 36"/>
                <a:gd name="T58" fmla="*/ 321 w 324"/>
                <a:gd name="T59" fmla="*/ 8 h 36"/>
                <a:gd name="T60" fmla="*/ 319 w 324"/>
                <a:gd name="T61" fmla="*/ 5 h 36"/>
                <a:gd name="T62" fmla="*/ 316 w 324"/>
                <a:gd name="T63" fmla="*/ 3 h 36"/>
                <a:gd name="T64" fmla="*/ 312 w 324"/>
                <a:gd name="T65" fmla="*/ 2 h 36"/>
                <a:gd name="T66" fmla="*/ 309 w 324"/>
                <a:gd name="T67" fmla="*/ 1 h 36"/>
                <a:gd name="T68" fmla="*/ 306 w 324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306" y="0"/>
                  </a:moveTo>
                  <a:lnTo>
                    <a:pt x="18" y="0"/>
                  </a:lnTo>
                  <a:lnTo>
                    <a:pt x="14" y="1"/>
                  </a:lnTo>
                  <a:lnTo>
                    <a:pt x="11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" y="24"/>
                  </a:lnTo>
                  <a:lnTo>
                    <a:pt x="4" y="28"/>
                  </a:lnTo>
                  <a:lnTo>
                    <a:pt x="6" y="31"/>
                  </a:lnTo>
                  <a:lnTo>
                    <a:pt x="8" y="33"/>
                  </a:lnTo>
                  <a:lnTo>
                    <a:pt x="11" y="34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306" y="36"/>
                  </a:lnTo>
                  <a:lnTo>
                    <a:pt x="309" y="35"/>
                  </a:lnTo>
                  <a:lnTo>
                    <a:pt x="312" y="34"/>
                  </a:lnTo>
                  <a:lnTo>
                    <a:pt x="316" y="33"/>
                  </a:lnTo>
                  <a:lnTo>
                    <a:pt x="319" y="31"/>
                  </a:lnTo>
                  <a:lnTo>
                    <a:pt x="321" y="28"/>
                  </a:lnTo>
                  <a:lnTo>
                    <a:pt x="322" y="24"/>
                  </a:lnTo>
                  <a:lnTo>
                    <a:pt x="323" y="21"/>
                  </a:lnTo>
                  <a:lnTo>
                    <a:pt x="324" y="18"/>
                  </a:lnTo>
                  <a:lnTo>
                    <a:pt x="323" y="15"/>
                  </a:lnTo>
                  <a:lnTo>
                    <a:pt x="322" y="10"/>
                  </a:lnTo>
                  <a:lnTo>
                    <a:pt x="321" y="8"/>
                  </a:lnTo>
                  <a:lnTo>
                    <a:pt x="319" y="5"/>
                  </a:lnTo>
                  <a:lnTo>
                    <a:pt x="316" y="3"/>
                  </a:lnTo>
                  <a:lnTo>
                    <a:pt x="312" y="2"/>
                  </a:lnTo>
                  <a:lnTo>
                    <a:pt x="309" y="1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83287853-5582-415C-AA6C-2B7404565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1431" y="2118122"/>
              <a:ext cx="128588" cy="14288"/>
            </a:xfrm>
            <a:custGeom>
              <a:avLst/>
              <a:gdLst>
                <a:gd name="T0" fmla="*/ 306 w 324"/>
                <a:gd name="T1" fmla="*/ 0 h 36"/>
                <a:gd name="T2" fmla="*/ 18 w 324"/>
                <a:gd name="T3" fmla="*/ 0 h 36"/>
                <a:gd name="T4" fmla="*/ 14 w 324"/>
                <a:gd name="T5" fmla="*/ 1 h 36"/>
                <a:gd name="T6" fmla="*/ 11 w 324"/>
                <a:gd name="T7" fmla="*/ 2 h 36"/>
                <a:gd name="T8" fmla="*/ 8 w 324"/>
                <a:gd name="T9" fmla="*/ 3 h 36"/>
                <a:gd name="T10" fmla="*/ 6 w 324"/>
                <a:gd name="T11" fmla="*/ 5 h 36"/>
                <a:gd name="T12" fmla="*/ 4 w 324"/>
                <a:gd name="T13" fmla="*/ 8 h 36"/>
                <a:gd name="T14" fmla="*/ 1 w 324"/>
                <a:gd name="T15" fmla="*/ 12 h 36"/>
                <a:gd name="T16" fmla="*/ 0 w 324"/>
                <a:gd name="T17" fmla="*/ 15 h 36"/>
                <a:gd name="T18" fmla="*/ 0 w 324"/>
                <a:gd name="T19" fmla="*/ 18 h 36"/>
                <a:gd name="T20" fmla="*/ 0 w 324"/>
                <a:gd name="T21" fmla="*/ 21 h 36"/>
                <a:gd name="T22" fmla="*/ 1 w 324"/>
                <a:gd name="T23" fmla="*/ 24 h 36"/>
                <a:gd name="T24" fmla="*/ 4 w 324"/>
                <a:gd name="T25" fmla="*/ 28 h 36"/>
                <a:gd name="T26" fmla="*/ 6 w 324"/>
                <a:gd name="T27" fmla="*/ 31 h 36"/>
                <a:gd name="T28" fmla="*/ 8 w 324"/>
                <a:gd name="T29" fmla="*/ 33 h 36"/>
                <a:gd name="T30" fmla="*/ 11 w 324"/>
                <a:gd name="T31" fmla="*/ 34 h 36"/>
                <a:gd name="T32" fmla="*/ 14 w 324"/>
                <a:gd name="T33" fmla="*/ 35 h 36"/>
                <a:gd name="T34" fmla="*/ 18 w 324"/>
                <a:gd name="T35" fmla="*/ 36 h 36"/>
                <a:gd name="T36" fmla="*/ 306 w 324"/>
                <a:gd name="T37" fmla="*/ 36 h 36"/>
                <a:gd name="T38" fmla="*/ 309 w 324"/>
                <a:gd name="T39" fmla="*/ 35 h 36"/>
                <a:gd name="T40" fmla="*/ 312 w 324"/>
                <a:gd name="T41" fmla="*/ 34 h 36"/>
                <a:gd name="T42" fmla="*/ 316 w 324"/>
                <a:gd name="T43" fmla="*/ 33 h 36"/>
                <a:gd name="T44" fmla="*/ 319 w 324"/>
                <a:gd name="T45" fmla="*/ 31 h 36"/>
                <a:gd name="T46" fmla="*/ 321 w 324"/>
                <a:gd name="T47" fmla="*/ 28 h 36"/>
                <a:gd name="T48" fmla="*/ 322 w 324"/>
                <a:gd name="T49" fmla="*/ 24 h 36"/>
                <a:gd name="T50" fmla="*/ 323 w 324"/>
                <a:gd name="T51" fmla="*/ 21 h 36"/>
                <a:gd name="T52" fmla="*/ 324 w 324"/>
                <a:gd name="T53" fmla="*/ 18 h 36"/>
                <a:gd name="T54" fmla="*/ 323 w 324"/>
                <a:gd name="T55" fmla="*/ 15 h 36"/>
                <a:gd name="T56" fmla="*/ 322 w 324"/>
                <a:gd name="T57" fmla="*/ 12 h 36"/>
                <a:gd name="T58" fmla="*/ 321 w 324"/>
                <a:gd name="T59" fmla="*/ 8 h 36"/>
                <a:gd name="T60" fmla="*/ 319 w 324"/>
                <a:gd name="T61" fmla="*/ 5 h 36"/>
                <a:gd name="T62" fmla="*/ 316 w 324"/>
                <a:gd name="T63" fmla="*/ 3 h 36"/>
                <a:gd name="T64" fmla="*/ 312 w 324"/>
                <a:gd name="T65" fmla="*/ 2 h 36"/>
                <a:gd name="T66" fmla="*/ 309 w 324"/>
                <a:gd name="T67" fmla="*/ 1 h 36"/>
                <a:gd name="T68" fmla="*/ 306 w 324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306" y="0"/>
                  </a:moveTo>
                  <a:lnTo>
                    <a:pt x="18" y="0"/>
                  </a:lnTo>
                  <a:lnTo>
                    <a:pt x="14" y="1"/>
                  </a:lnTo>
                  <a:lnTo>
                    <a:pt x="11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" y="24"/>
                  </a:lnTo>
                  <a:lnTo>
                    <a:pt x="4" y="28"/>
                  </a:lnTo>
                  <a:lnTo>
                    <a:pt x="6" y="31"/>
                  </a:lnTo>
                  <a:lnTo>
                    <a:pt x="8" y="33"/>
                  </a:lnTo>
                  <a:lnTo>
                    <a:pt x="11" y="34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306" y="36"/>
                  </a:lnTo>
                  <a:lnTo>
                    <a:pt x="309" y="35"/>
                  </a:lnTo>
                  <a:lnTo>
                    <a:pt x="312" y="34"/>
                  </a:lnTo>
                  <a:lnTo>
                    <a:pt x="316" y="33"/>
                  </a:lnTo>
                  <a:lnTo>
                    <a:pt x="319" y="31"/>
                  </a:lnTo>
                  <a:lnTo>
                    <a:pt x="321" y="28"/>
                  </a:lnTo>
                  <a:lnTo>
                    <a:pt x="322" y="24"/>
                  </a:lnTo>
                  <a:lnTo>
                    <a:pt x="323" y="21"/>
                  </a:lnTo>
                  <a:lnTo>
                    <a:pt x="324" y="18"/>
                  </a:lnTo>
                  <a:lnTo>
                    <a:pt x="323" y="15"/>
                  </a:lnTo>
                  <a:lnTo>
                    <a:pt x="322" y="12"/>
                  </a:lnTo>
                  <a:lnTo>
                    <a:pt x="321" y="8"/>
                  </a:lnTo>
                  <a:lnTo>
                    <a:pt x="319" y="5"/>
                  </a:lnTo>
                  <a:lnTo>
                    <a:pt x="316" y="3"/>
                  </a:lnTo>
                  <a:lnTo>
                    <a:pt x="312" y="2"/>
                  </a:lnTo>
                  <a:lnTo>
                    <a:pt x="309" y="1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7" name="Freeform 92">
              <a:extLst>
                <a:ext uri="{FF2B5EF4-FFF2-40B4-BE49-F238E27FC236}">
                  <a16:creationId xmlns:a16="http://schemas.microsoft.com/office/drawing/2014/main" id="{484ED084-E3CF-469C-8EA7-FC863B982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594" y="2203847"/>
              <a:ext cx="128588" cy="14288"/>
            </a:xfrm>
            <a:custGeom>
              <a:avLst/>
              <a:gdLst>
                <a:gd name="T0" fmla="*/ 306 w 324"/>
                <a:gd name="T1" fmla="*/ 0 h 36"/>
                <a:gd name="T2" fmla="*/ 18 w 324"/>
                <a:gd name="T3" fmla="*/ 0 h 36"/>
                <a:gd name="T4" fmla="*/ 15 w 324"/>
                <a:gd name="T5" fmla="*/ 1 h 36"/>
                <a:gd name="T6" fmla="*/ 10 w 324"/>
                <a:gd name="T7" fmla="*/ 2 h 36"/>
                <a:gd name="T8" fmla="*/ 8 w 324"/>
                <a:gd name="T9" fmla="*/ 3 h 36"/>
                <a:gd name="T10" fmla="*/ 5 w 324"/>
                <a:gd name="T11" fmla="*/ 5 h 36"/>
                <a:gd name="T12" fmla="*/ 3 w 324"/>
                <a:gd name="T13" fmla="*/ 8 h 36"/>
                <a:gd name="T14" fmla="*/ 2 w 324"/>
                <a:gd name="T15" fmla="*/ 10 h 36"/>
                <a:gd name="T16" fmla="*/ 1 w 324"/>
                <a:gd name="T17" fmla="*/ 15 h 36"/>
                <a:gd name="T18" fmla="*/ 0 w 324"/>
                <a:gd name="T19" fmla="*/ 18 h 36"/>
                <a:gd name="T20" fmla="*/ 1 w 324"/>
                <a:gd name="T21" fmla="*/ 21 h 36"/>
                <a:gd name="T22" fmla="*/ 2 w 324"/>
                <a:gd name="T23" fmla="*/ 24 h 36"/>
                <a:gd name="T24" fmla="*/ 3 w 324"/>
                <a:gd name="T25" fmla="*/ 28 h 36"/>
                <a:gd name="T26" fmla="*/ 5 w 324"/>
                <a:gd name="T27" fmla="*/ 31 h 36"/>
                <a:gd name="T28" fmla="*/ 8 w 324"/>
                <a:gd name="T29" fmla="*/ 33 h 36"/>
                <a:gd name="T30" fmla="*/ 10 w 324"/>
                <a:gd name="T31" fmla="*/ 34 h 36"/>
                <a:gd name="T32" fmla="*/ 15 w 324"/>
                <a:gd name="T33" fmla="*/ 35 h 36"/>
                <a:gd name="T34" fmla="*/ 18 w 324"/>
                <a:gd name="T35" fmla="*/ 36 h 36"/>
                <a:gd name="T36" fmla="*/ 306 w 324"/>
                <a:gd name="T37" fmla="*/ 36 h 36"/>
                <a:gd name="T38" fmla="*/ 310 w 324"/>
                <a:gd name="T39" fmla="*/ 35 h 36"/>
                <a:gd name="T40" fmla="*/ 313 w 324"/>
                <a:gd name="T41" fmla="*/ 34 h 36"/>
                <a:gd name="T42" fmla="*/ 316 w 324"/>
                <a:gd name="T43" fmla="*/ 33 h 36"/>
                <a:gd name="T44" fmla="*/ 318 w 324"/>
                <a:gd name="T45" fmla="*/ 31 h 36"/>
                <a:gd name="T46" fmla="*/ 320 w 324"/>
                <a:gd name="T47" fmla="*/ 28 h 36"/>
                <a:gd name="T48" fmla="*/ 323 w 324"/>
                <a:gd name="T49" fmla="*/ 24 h 36"/>
                <a:gd name="T50" fmla="*/ 324 w 324"/>
                <a:gd name="T51" fmla="*/ 21 h 36"/>
                <a:gd name="T52" fmla="*/ 324 w 324"/>
                <a:gd name="T53" fmla="*/ 18 h 36"/>
                <a:gd name="T54" fmla="*/ 324 w 324"/>
                <a:gd name="T55" fmla="*/ 15 h 36"/>
                <a:gd name="T56" fmla="*/ 323 w 324"/>
                <a:gd name="T57" fmla="*/ 10 h 36"/>
                <a:gd name="T58" fmla="*/ 320 w 324"/>
                <a:gd name="T59" fmla="*/ 8 h 36"/>
                <a:gd name="T60" fmla="*/ 318 w 324"/>
                <a:gd name="T61" fmla="*/ 5 h 36"/>
                <a:gd name="T62" fmla="*/ 316 w 324"/>
                <a:gd name="T63" fmla="*/ 3 h 36"/>
                <a:gd name="T64" fmla="*/ 313 w 324"/>
                <a:gd name="T65" fmla="*/ 2 h 36"/>
                <a:gd name="T66" fmla="*/ 310 w 324"/>
                <a:gd name="T67" fmla="*/ 1 h 36"/>
                <a:gd name="T68" fmla="*/ 306 w 324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306" y="0"/>
                  </a:moveTo>
                  <a:lnTo>
                    <a:pt x="18" y="0"/>
                  </a:lnTo>
                  <a:lnTo>
                    <a:pt x="15" y="1"/>
                  </a:lnTo>
                  <a:lnTo>
                    <a:pt x="10" y="2"/>
                  </a:lnTo>
                  <a:lnTo>
                    <a:pt x="8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3" y="28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0" y="34"/>
                  </a:lnTo>
                  <a:lnTo>
                    <a:pt x="15" y="35"/>
                  </a:lnTo>
                  <a:lnTo>
                    <a:pt x="18" y="36"/>
                  </a:lnTo>
                  <a:lnTo>
                    <a:pt x="306" y="36"/>
                  </a:lnTo>
                  <a:lnTo>
                    <a:pt x="310" y="35"/>
                  </a:lnTo>
                  <a:lnTo>
                    <a:pt x="313" y="34"/>
                  </a:lnTo>
                  <a:lnTo>
                    <a:pt x="316" y="33"/>
                  </a:lnTo>
                  <a:lnTo>
                    <a:pt x="318" y="31"/>
                  </a:lnTo>
                  <a:lnTo>
                    <a:pt x="320" y="28"/>
                  </a:lnTo>
                  <a:lnTo>
                    <a:pt x="323" y="24"/>
                  </a:lnTo>
                  <a:lnTo>
                    <a:pt x="324" y="21"/>
                  </a:lnTo>
                  <a:lnTo>
                    <a:pt x="324" y="18"/>
                  </a:lnTo>
                  <a:lnTo>
                    <a:pt x="324" y="15"/>
                  </a:lnTo>
                  <a:lnTo>
                    <a:pt x="323" y="10"/>
                  </a:lnTo>
                  <a:lnTo>
                    <a:pt x="320" y="8"/>
                  </a:lnTo>
                  <a:lnTo>
                    <a:pt x="318" y="5"/>
                  </a:lnTo>
                  <a:lnTo>
                    <a:pt x="316" y="3"/>
                  </a:lnTo>
                  <a:lnTo>
                    <a:pt x="313" y="2"/>
                  </a:lnTo>
                  <a:lnTo>
                    <a:pt x="310" y="1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8" name="Freeform 93">
              <a:extLst>
                <a:ext uri="{FF2B5EF4-FFF2-40B4-BE49-F238E27FC236}">
                  <a16:creationId xmlns:a16="http://schemas.microsoft.com/office/drawing/2014/main" id="{DDAD6C20-4F22-4581-A5E1-9CC4426D3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594" y="2160984"/>
              <a:ext cx="128588" cy="14288"/>
            </a:xfrm>
            <a:custGeom>
              <a:avLst/>
              <a:gdLst>
                <a:gd name="T0" fmla="*/ 306 w 324"/>
                <a:gd name="T1" fmla="*/ 0 h 36"/>
                <a:gd name="T2" fmla="*/ 18 w 324"/>
                <a:gd name="T3" fmla="*/ 0 h 36"/>
                <a:gd name="T4" fmla="*/ 15 w 324"/>
                <a:gd name="T5" fmla="*/ 1 h 36"/>
                <a:gd name="T6" fmla="*/ 10 w 324"/>
                <a:gd name="T7" fmla="*/ 2 h 36"/>
                <a:gd name="T8" fmla="*/ 8 w 324"/>
                <a:gd name="T9" fmla="*/ 3 h 36"/>
                <a:gd name="T10" fmla="*/ 5 w 324"/>
                <a:gd name="T11" fmla="*/ 5 h 36"/>
                <a:gd name="T12" fmla="*/ 3 w 324"/>
                <a:gd name="T13" fmla="*/ 8 h 36"/>
                <a:gd name="T14" fmla="*/ 2 w 324"/>
                <a:gd name="T15" fmla="*/ 10 h 36"/>
                <a:gd name="T16" fmla="*/ 1 w 324"/>
                <a:gd name="T17" fmla="*/ 15 h 36"/>
                <a:gd name="T18" fmla="*/ 0 w 324"/>
                <a:gd name="T19" fmla="*/ 18 h 36"/>
                <a:gd name="T20" fmla="*/ 1 w 324"/>
                <a:gd name="T21" fmla="*/ 21 h 36"/>
                <a:gd name="T22" fmla="*/ 2 w 324"/>
                <a:gd name="T23" fmla="*/ 24 h 36"/>
                <a:gd name="T24" fmla="*/ 3 w 324"/>
                <a:gd name="T25" fmla="*/ 28 h 36"/>
                <a:gd name="T26" fmla="*/ 5 w 324"/>
                <a:gd name="T27" fmla="*/ 31 h 36"/>
                <a:gd name="T28" fmla="*/ 8 w 324"/>
                <a:gd name="T29" fmla="*/ 33 h 36"/>
                <a:gd name="T30" fmla="*/ 10 w 324"/>
                <a:gd name="T31" fmla="*/ 34 h 36"/>
                <a:gd name="T32" fmla="*/ 15 w 324"/>
                <a:gd name="T33" fmla="*/ 35 h 36"/>
                <a:gd name="T34" fmla="*/ 18 w 324"/>
                <a:gd name="T35" fmla="*/ 36 h 36"/>
                <a:gd name="T36" fmla="*/ 306 w 324"/>
                <a:gd name="T37" fmla="*/ 36 h 36"/>
                <a:gd name="T38" fmla="*/ 310 w 324"/>
                <a:gd name="T39" fmla="*/ 35 h 36"/>
                <a:gd name="T40" fmla="*/ 313 w 324"/>
                <a:gd name="T41" fmla="*/ 34 h 36"/>
                <a:gd name="T42" fmla="*/ 316 w 324"/>
                <a:gd name="T43" fmla="*/ 33 h 36"/>
                <a:gd name="T44" fmla="*/ 318 w 324"/>
                <a:gd name="T45" fmla="*/ 31 h 36"/>
                <a:gd name="T46" fmla="*/ 320 w 324"/>
                <a:gd name="T47" fmla="*/ 28 h 36"/>
                <a:gd name="T48" fmla="*/ 323 w 324"/>
                <a:gd name="T49" fmla="*/ 24 h 36"/>
                <a:gd name="T50" fmla="*/ 324 w 324"/>
                <a:gd name="T51" fmla="*/ 21 h 36"/>
                <a:gd name="T52" fmla="*/ 324 w 324"/>
                <a:gd name="T53" fmla="*/ 18 h 36"/>
                <a:gd name="T54" fmla="*/ 324 w 324"/>
                <a:gd name="T55" fmla="*/ 15 h 36"/>
                <a:gd name="T56" fmla="*/ 323 w 324"/>
                <a:gd name="T57" fmla="*/ 10 h 36"/>
                <a:gd name="T58" fmla="*/ 320 w 324"/>
                <a:gd name="T59" fmla="*/ 8 h 36"/>
                <a:gd name="T60" fmla="*/ 318 w 324"/>
                <a:gd name="T61" fmla="*/ 5 h 36"/>
                <a:gd name="T62" fmla="*/ 316 w 324"/>
                <a:gd name="T63" fmla="*/ 3 h 36"/>
                <a:gd name="T64" fmla="*/ 313 w 324"/>
                <a:gd name="T65" fmla="*/ 2 h 36"/>
                <a:gd name="T66" fmla="*/ 310 w 324"/>
                <a:gd name="T67" fmla="*/ 1 h 36"/>
                <a:gd name="T68" fmla="*/ 306 w 324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306" y="0"/>
                  </a:moveTo>
                  <a:lnTo>
                    <a:pt x="18" y="0"/>
                  </a:lnTo>
                  <a:lnTo>
                    <a:pt x="15" y="1"/>
                  </a:lnTo>
                  <a:lnTo>
                    <a:pt x="10" y="2"/>
                  </a:lnTo>
                  <a:lnTo>
                    <a:pt x="8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3" y="28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0" y="34"/>
                  </a:lnTo>
                  <a:lnTo>
                    <a:pt x="15" y="35"/>
                  </a:lnTo>
                  <a:lnTo>
                    <a:pt x="18" y="36"/>
                  </a:lnTo>
                  <a:lnTo>
                    <a:pt x="306" y="36"/>
                  </a:lnTo>
                  <a:lnTo>
                    <a:pt x="310" y="35"/>
                  </a:lnTo>
                  <a:lnTo>
                    <a:pt x="313" y="34"/>
                  </a:lnTo>
                  <a:lnTo>
                    <a:pt x="316" y="33"/>
                  </a:lnTo>
                  <a:lnTo>
                    <a:pt x="318" y="31"/>
                  </a:lnTo>
                  <a:lnTo>
                    <a:pt x="320" y="28"/>
                  </a:lnTo>
                  <a:lnTo>
                    <a:pt x="323" y="24"/>
                  </a:lnTo>
                  <a:lnTo>
                    <a:pt x="324" y="21"/>
                  </a:lnTo>
                  <a:lnTo>
                    <a:pt x="324" y="18"/>
                  </a:lnTo>
                  <a:lnTo>
                    <a:pt x="324" y="15"/>
                  </a:lnTo>
                  <a:lnTo>
                    <a:pt x="323" y="10"/>
                  </a:lnTo>
                  <a:lnTo>
                    <a:pt x="320" y="8"/>
                  </a:lnTo>
                  <a:lnTo>
                    <a:pt x="318" y="5"/>
                  </a:lnTo>
                  <a:lnTo>
                    <a:pt x="316" y="3"/>
                  </a:lnTo>
                  <a:lnTo>
                    <a:pt x="313" y="2"/>
                  </a:lnTo>
                  <a:lnTo>
                    <a:pt x="310" y="1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9" name="Freeform 94">
              <a:extLst>
                <a:ext uri="{FF2B5EF4-FFF2-40B4-BE49-F238E27FC236}">
                  <a16:creationId xmlns:a16="http://schemas.microsoft.com/office/drawing/2014/main" id="{703A2B8B-4B40-4FD5-94C3-8DC81279D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8594" y="2118122"/>
              <a:ext cx="128588" cy="14288"/>
            </a:xfrm>
            <a:custGeom>
              <a:avLst/>
              <a:gdLst>
                <a:gd name="T0" fmla="*/ 306 w 324"/>
                <a:gd name="T1" fmla="*/ 0 h 36"/>
                <a:gd name="T2" fmla="*/ 18 w 324"/>
                <a:gd name="T3" fmla="*/ 0 h 36"/>
                <a:gd name="T4" fmla="*/ 15 w 324"/>
                <a:gd name="T5" fmla="*/ 1 h 36"/>
                <a:gd name="T6" fmla="*/ 10 w 324"/>
                <a:gd name="T7" fmla="*/ 2 h 36"/>
                <a:gd name="T8" fmla="*/ 8 w 324"/>
                <a:gd name="T9" fmla="*/ 3 h 36"/>
                <a:gd name="T10" fmla="*/ 5 w 324"/>
                <a:gd name="T11" fmla="*/ 5 h 36"/>
                <a:gd name="T12" fmla="*/ 3 w 324"/>
                <a:gd name="T13" fmla="*/ 8 h 36"/>
                <a:gd name="T14" fmla="*/ 2 w 324"/>
                <a:gd name="T15" fmla="*/ 12 h 36"/>
                <a:gd name="T16" fmla="*/ 1 w 324"/>
                <a:gd name="T17" fmla="*/ 15 h 36"/>
                <a:gd name="T18" fmla="*/ 0 w 324"/>
                <a:gd name="T19" fmla="*/ 18 h 36"/>
                <a:gd name="T20" fmla="*/ 1 w 324"/>
                <a:gd name="T21" fmla="*/ 21 h 36"/>
                <a:gd name="T22" fmla="*/ 2 w 324"/>
                <a:gd name="T23" fmla="*/ 24 h 36"/>
                <a:gd name="T24" fmla="*/ 3 w 324"/>
                <a:gd name="T25" fmla="*/ 28 h 36"/>
                <a:gd name="T26" fmla="*/ 5 w 324"/>
                <a:gd name="T27" fmla="*/ 31 h 36"/>
                <a:gd name="T28" fmla="*/ 8 w 324"/>
                <a:gd name="T29" fmla="*/ 33 h 36"/>
                <a:gd name="T30" fmla="*/ 10 w 324"/>
                <a:gd name="T31" fmla="*/ 34 h 36"/>
                <a:gd name="T32" fmla="*/ 15 w 324"/>
                <a:gd name="T33" fmla="*/ 35 h 36"/>
                <a:gd name="T34" fmla="*/ 18 w 324"/>
                <a:gd name="T35" fmla="*/ 36 h 36"/>
                <a:gd name="T36" fmla="*/ 306 w 324"/>
                <a:gd name="T37" fmla="*/ 36 h 36"/>
                <a:gd name="T38" fmla="*/ 310 w 324"/>
                <a:gd name="T39" fmla="*/ 35 h 36"/>
                <a:gd name="T40" fmla="*/ 313 w 324"/>
                <a:gd name="T41" fmla="*/ 34 h 36"/>
                <a:gd name="T42" fmla="*/ 316 w 324"/>
                <a:gd name="T43" fmla="*/ 33 h 36"/>
                <a:gd name="T44" fmla="*/ 318 w 324"/>
                <a:gd name="T45" fmla="*/ 31 h 36"/>
                <a:gd name="T46" fmla="*/ 320 w 324"/>
                <a:gd name="T47" fmla="*/ 28 h 36"/>
                <a:gd name="T48" fmla="*/ 323 w 324"/>
                <a:gd name="T49" fmla="*/ 24 h 36"/>
                <a:gd name="T50" fmla="*/ 324 w 324"/>
                <a:gd name="T51" fmla="*/ 21 h 36"/>
                <a:gd name="T52" fmla="*/ 324 w 324"/>
                <a:gd name="T53" fmla="*/ 18 h 36"/>
                <a:gd name="T54" fmla="*/ 324 w 324"/>
                <a:gd name="T55" fmla="*/ 15 h 36"/>
                <a:gd name="T56" fmla="*/ 323 w 324"/>
                <a:gd name="T57" fmla="*/ 12 h 36"/>
                <a:gd name="T58" fmla="*/ 320 w 324"/>
                <a:gd name="T59" fmla="*/ 8 h 36"/>
                <a:gd name="T60" fmla="*/ 318 w 324"/>
                <a:gd name="T61" fmla="*/ 5 h 36"/>
                <a:gd name="T62" fmla="*/ 316 w 324"/>
                <a:gd name="T63" fmla="*/ 3 h 36"/>
                <a:gd name="T64" fmla="*/ 313 w 324"/>
                <a:gd name="T65" fmla="*/ 2 h 36"/>
                <a:gd name="T66" fmla="*/ 310 w 324"/>
                <a:gd name="T67" fmla="*/ 1 h 36"/>
                <a:gd name="T68" fmla="*/ 306 w 324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" h="36">
                  <a:moveTo>
                    <a:pt x="306" y="0"/>
                  </a:moveTo>
                  <a:lnTo>
                    <a:pt x="18" y="0"/>
                  </a:lnTo>
                  <a:lnTo>
                    <a:pt x="15" y="1"/>
                  </a:lnTo>
                  <a:lnTo>
                    <a:pt x="10" y="2"/>
                  </a:lnTo>
                  <a:lnTo>
                    <a:pt x="8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2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3" y="28"/>
                  </a:lnTo>
                  <a:lnTo>
                    <a:pt x="5" y="31"/>
                  </a:lnTo>
                  <a:lnTo>
                    <a:pt x="8" y="33"/>
                  </a:lnTo>
                  <a:lnTo>
                    <a:pt x="10" y="34"/>
                  </a:lnTo>
                  <a:lnTo>
                    <a:pt x="15" y="35"/>
                  </a:lnTo>
                  <a:lnTo>
                    <a:pt x="18" y="36"/>
                  </a:lnTo>
                  <a:lnTo>
                    <a:pt x="306" y="36"/>
                  </a:lnTo>
                  <a:lnTo>
                    <a:pt x="310" y="35"/>
                  </a:lnTo>
                  <a:lnTo>
                    <a:pt x="313" y="34"/>
                  </a:lnTo>
                  <a:lnTo>
                    <a:pt x="316" y="33"/>
                  </a:lnTo>
                  <a:lnTo>
                    <a:pt x="318" y="31"/>
                  </a:lnTo>
                  <a:lnTo>
                    <a:pt x="320" y="28"/>
                  </a:lnTo>
                  <a:lnTo>
                    <a:pt x="323" y="24"/>
                  </a:lnTo>
                  <a:lnTo>
                    <a:pt x="324" y="21"/>
                  </a:lnTo>
                  <a:lnTo>
                    <a:pt x="324" y="18"/>
                  </a:lnTo>
                  <a:lnTo>
                    <a:pt x="324" y="15"/>
                  </a:lnTo>
                  <a:lnTo>
                    <a:pt x="323" y="12"/>
                  </a:lnTo>
                  <a:lnTo>
                    <a:pt x="320" y="8"/>
                  </a:lnTo>
                  <a:lnTo>
                    <a:pt x="318" y="5"/>
                  </a:lnTo>
                  <a:lnTo>
                    <a:pt x="316" y="3"/>
                  </a:lnTo>
                  <a:lnTo>
                    <a:pt x="313" y="2"/>
                  </a:lnTo>
                  <a:lnTo>
                    <a:pt x="310" y="1"/>
                  </a:lnTo>
                  <a:lnTo>
                    <a:pt x="3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0" name="Freeform 95">
              <a:extLst>
                <a:ext uri="{FF2B5EF4-FFF2-40B4-BE49-F238E27FC236}">
                  <a16:creationId xmlns:a16="http://schemas.microsoft.com/office/drawing/2014/main" id="{499F5ACB-B832-47DC-9680-12BADD95B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1431" y="2032397"/>
              <a:ext cx="285750" cy="14288"/>
            </a:xfrm>
            <a:custGeom>
              <a:avLst/>
              <a:gdLst>
                <a:gd name="T0" fmla="*/ 702 w 720"/>
                <a:gd name="T1" fmla="*/ 0 h 36"/>
                <a:gd name="T2" fmla="*/ 18 w 720"/>
                <a:gd name="T3" fmla="*/ 0 h 36"/>
                <a:gd name="T4" fmla="*/ 14 w 720"/>
                <a:gd name="T5" fmla="*/ 1 h 36"/>
                <a:gd name="T6" fmla="*/ 11 w 720"/>
                <a:gd name="T7" fmla="*/ 2 h 36"/>
                <a:gd name="T8" fmla="*/ 8 w 720"/>
                <a:gd name="T9" fmla="*/ 3 h 36"/>
                <a:gd name="T10" fmla="*/ 6 w 720"/>
                <a:gd name="T11" fmla="*/ 5 h 36"/>
                <a:gd name="T12" fmla="*/ 4 w 720"/>
                <a:gd name="T13" fmla="*/ 8 h 36"/>
                <a:gd name="T14" fmla="*/ 1 w 720"/>
                <a:gd name="T15" fmla="*/ 10 h 36"/>
                <a:gd name="T16" fmla="*/ 0 w 720"/>
                <a:gd name="T17" fmla="*/ 15 h 36"/>
                <a:gd name="T18" fmla="*/ 0 w 720"/>
                <a:gd name="T19" fmla="*/ 18 h 36"/>
                <a:gd name="T20" fmla="*/ 0 w 720"/>
                <a:gd name="T21" fmla="*/ 21 h 36"/>
                <a:gd name="T22" fmla="*/ 1 w 720"/>
                <a:gd name="T23" fmla="*/ 24 h 36"/>
                <a:gd name="T24" fmla="*/ 4 w 720"/>
                <a:gd name="T25" fmla="*/ 28 h 36"/>
                <a:gd name="T26" fmla="*/ 6 w 720"/>
                <a:gd name="T27" fmla="*/ 31 h 36"/>
                <a:gd name="T28" fmla="*/ 8 w 720"/>
                <a:gd name="T29" fmla="*/ 33 h 36"/>
                <a:gd name="T30" fmla="*/ 11 w 720"/>
                <a:gd name="T31" fmla="*/ 34 h 36"/>
                <a:gd name="T32" fmla="*/ 14 w 720"/>
                <a:gd name="T33" fmla="*/ 35 h 36"/>
                <a:gd name="T34" fmla="*/ 18 w 720"/>
                <a:gd name="T35" fmla="*/ 36 h 36"/>
                <a:gd name="T36" fmla="*/ 702 w 720"/>
                <a:gd name="T37" fmla="*/ 36 h 36"/>
                <a:gd name="T38" fmla="*/ 706 w 720"/>
                <a:gd name="T39" fmla="*/ 35 h 36"/>
                <a:gd name="T40" fmla="*/ 709 w 720"/>
                <a:gd name="T41" fmla="*/ 34 h 36"/>
                <a:gd name="T42" fmla="*/ 712 w 720"/>
                <a:gd name="T43" fmla="*/ 33 h 36"/>
                <a:gd name="T44" fmla="*/ 714 w 720"/>
                <a:gd name="T45" fmla="*/ 31 h 36"/>
                <a:gd name="T46" fmla="*/ 716 w 720"/>
                <a:gd name="T47" fmla="*/ 28 h 36"/>
                <a:gd name="T48" fmla="*/ 719 w 720"/>
                <a:gd name="T49" fmla="*/ 24 h 36"/>
                <a:gd name="T50" fmla="*/ 720 w 720"/>
                <a:gd name="T51" fmla="*/ 21 h 36"/>
                <a:gd name="T52" fmla="*/ 720 w 720"/>
                <a:gd name="T53" fmla="*/ 18 h 36"/>
                <a:gd name="T54" fmla="*/ 720 w 720"/>
                <a:gd name="T55" fmla="*/ 15 h 36"/>
                <a:gd name="T56" fmla="*/ 719 w 720"/>
                <a:gd name="T57" fmla="*/ 10 h 36"/>
                <a:gd name="T58" fmla="*/ 716 w 720"/>
                <a:gd name="T59" fmla="*/ 8 h 36"/>
                <a:gd name="T60" fmla="*/ 714 w 720"/>
                <a:gd name="T61" fmla="*/ 5 h 36"/>
                <a:gd name="T62" fmla="*/ 712 w 720"/>
                <a:gd name="T63" fmla="*/ 3 h 36"/>
                <a:gd name="T64" fmla="*/ 709 w 720"/>
                <a:gd name="T65" fmla="*/ 2 h 36"/>
                <a:gd name="T66" fmla="*/ 706 w 720"/>
                <a:gd name="T67" fmla="*/ 1 h 36"/>
                <a:gd name="T68" fmla="*/ 702 w 720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0" h="36">
                  <a:moveTo>
                    <a:pt x="702" y="0"/>
                  </a:moveTo>
                  <a:lnTo>
                    <a:pt x="18" y="0"/>
                  </a:lnTo>
                  <a:lnTo>
                    <a:pt x="14" y="1"/>
                  </a:lnTo>
                  <a:lnTo>
                    <a:pt x="11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" y="24"/>
                  </a:lnTo>
                  <a:lnTo>
                    <a:pt x="4" y="28"/>
                  </a:lnTo>
                  <a:lnTo>
                    <a:pt x="6" y="31"/>
                  </a:lnTo>
                  <a:lnTo>
                    <a:pt x="8" y="33"/>
                  </a:lnTo>
                  <a:lnTo>
                    <a:pt x="11" y="34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702" y="36"/>
                  </a:lnTo>
                  <a:lnTo>
                    <a:pt x="706" y="35"/>
                  </a:lnTo>
                  <a:lnTo>
                    <a:pt x="709" y="34"/>
                  </a:lnTo>
                  <a:lnTo>
                    <a:pt x="712" y="33"/>
                  </a:lnTo>
                  <a:lnTo>
                    <a:pt x="714" y="31"/>
                  </a:lnTo>
                  <a:lnTo>
                    <a:pt x="716" y="28"/>
                  </a:lnTo>
                  <a:lnTo>
                    <a:pt x="719" y="24"/>
                  </a:lnTo>
                  <a:lnTo>
                    <a:pt x="720" y="21"/>
                  </a:lnTo>
                  <a:lnTo>
                    <a:pt x="720" y="18"/>
                  </a:lnTo>
                  <a:lnTo>
                    <a:pt x="720" y="15"/>
                  </a:lnTo>
                  <a:lnTo>
                    <a:pt x="719" y="10"/>
                  </a:lnTo>
                  <a:lnTo>
                    <a:pt x="716" y="8"/>
                  </a:lnTo>
                  <a:lnTo>
                    <a:pt x="714" y="5"/>
                  </a:lnTo>
                  <a:lnTo>
                    <a:pt x="712" y="3"/>
                  </a:lnTo>
                  <a:lnTo>
                    <a:pt x="709" y="2"/>
                  </a:lnTo>
                  <a:lnTo>
                    <a:pt x="706" y="1"/>
                  </a:lnTo>
                  <a:lnTo>
                    <a:pt x="7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1" name="Freeform 96">
              <a:extLst>
                <a:ext uri="{FF2B5EF4-FFF2-40B4-BE49-F238E27FC236}">
                  <a16:creationId xmlns:a16="http://schemas.microsoft.com/office/drawing/2014/main" id="{8A0D7303-072B-4A41-A1D8-755F69355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1431" y="2075259"/>
              <a:ext cx="285750" cy="14288"/>
            </a:xfrm>
            <a:custGeom>
              <a:avLst/>
              <a:gdLst>
                <a:gd name="T0" fmla="*/ 702 w 720"/>
                <a:gd name="T1" fmla="*/ 0 h 36"/>
                <a:gd name="T2" fmla="*/ 18 w 720"/>
                <a:gd name="T3" fmla="*/ 0 h 36"/>
                <a:gd name="T4" fmla="*/ 14 w 720"/>
                <a:gd name="T5" fmla="*/ 1 h 36"/>
                <a:gd name="T6" fmla="*/ 11 w 720"/>
                <a:gd name="T7" fmla="*/ 2 h 36"/>
                <a:gd name="T8" fmla="*/ 8 w 720"/>
                <a:gd name="T9" fmla="*/ 3 h 36"/>
                <a:gd name="T10" fmla="*/ 6 w 720"/>
                <a:gd name="T11" fmla="*/ 5 h 36"/>
                <a:gd name="T12" fmla="*/ 4 w 720"/>
                <a:gd name="T13" fmla="*/ 8 h 36"/>
                <a:gd name="T14" fmla="*/ 1 w 720"/>
                <a:gd name="T15" fmla="*/ 10 h 36"/>
                <a:gd name="T16" fmla="*/ 0 w 720"/>
                <a:gd name="T17" fmla="*/ 15 h 36"/>
                <a:gd name="T18" fmla="*/ 0 w 720"/>
                <a:gd name="T19" fmla="*/ 18 h 36"/>
                <a:gd name="T20" fmla="*/ 0 w 720"/>
                <a:gd name="T21" fmla="*/ 21 h 36"/>
                <a:gd name="T22" fmla="*/ 1 w 720"/>
                <a:gd name="T23" fmla="*/ 24 h 36"/>
                <a:gd name="T24" fmla="*/ 4 w 720"/>
                <a:gd name="T25" fmla="*/ 28 h 36"/>
                <a:gd name="T26" fmla="*/ 6 w 720"/>
                <a:gd name="T27" fmla="*/ 31 h 36"/>
                <a:gd name="T28" fmla="*/ 8 w 720"/>
                <a:gd name="T29" fmla="*/ 33 h 36"/>
                <a:gd name="T30" fmla="*/ 11 w 720"/>
                <a:gd name="T31" fmla="*/ 34 h 36"/>
                <a:gd name="T32" fmla="*/ 14 w 720"/>
                <a:gd name="T33" fmla="*/ 35 h 36"/>
                <a:gd name="T34" fmla="*/ 18 w 720"/>
                <a:gd name="T35" fmla="*/ 36 h 36"/>
                <a:gd name="T36" fmla="*/ 702 w 720"/>
                <a:gd name="T37" fmla="*/ 36 h 36"/>
                <a:gd name="T38" fmla="*/ 706 w 720"/>
                <a:gd name="T39" fmla="*/ 35 h 36"/>
                <a:gd name="T40" fmla="*/ 709 w 720"/>
                <a:gd name="T41" fmla="*/ 34 h 36"/>
                <a:gd name="T42" fmla="*/ 712 w 720"/>
                <a:gd name="T43" fmla="*/ 33 h 36"/>
                <a:gd name="T44" fmla="*/ 714 w 720"/>
                <a:gd name="T45" fmla="*/ 31 h 36"/>
                <a:gd name="T46" fmla="*/ 716 w 720"/>
                <a:gd name="T47" fmla="*/ 28 h 36"/>
                <a:gd name="T48" fmla="*/ 719 w 720"/>
                <a:gd name="T49" fmla="*/ 24 h 36"/>
                <a:gd name="T50" fmla="*/ 720 w 720"/>
                <a:gd name="T51" fmla="*/ 21 h 36"/>
                <a:gd name="T52" fmla="*/ 720 w 720"/>
                <a:gd name="T53" fmla="*/ 18 h 36"/>
                <a:gd name="T54" fmla="*/ 720 w 720"/>
                <a:gd name="T55" fmla="*/ 15 h 36"/>
                <a:gd name="T56" fmla="*/ 719 w 720"/>
                <a:gd name="T57" fmla="*/ 10 h 36"/>
                <a:gd name="T58" fmla="*/ 716 w 720"/>
                <a:gd name="T59" fmla="*/ 8 h 36"/>
                <a:gd name="T60" fmla="*/ 714 w 720"/>
                <a:gd name="T61" fmla="*/ 5 h 36"/>
                <a:gd name="T62" fmla="*/ 712 w 720"/>
                <a:gd name="T63" fmla="*/ 3 h 36"/>
                <a:gd name="T64" fmla="*/ 709 w 720"/>
                <a:gd name="T65" fmla="*/ 2 h 36"/>
                <a:gd name="T66" fmla="*/ 706 w 720"/>
                <a:gd name="T67" fmla="*/ 1 h 36"/>
                <a:gd name="T68" fmla="*/ 702 w 720"/>
                <a:gd name="T6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0" h="36">
                  <a:moveTo>
                    <a:pt x="702" y="0"/>
                  </a:moveTo>
                  <a:lnTo>
                    <a:pt x="18" y="0"/>
                  </a:lnTo>
                  <a:lnTo>
                    <a:pt x="14" y="1"/>
                  </a:lnTo>
                  <a:lnTo>
                    <a:pt x="11" y="2"/>
                  </a:lnTo>
                  <a:lnTo>
                    <a:pt x="8" y="3"/>
                  </a:lnTo>
                  <a:lnTo>
                    <a:pt x="6" y="5"/>
                  </a:lnTo>
                  <a:lnTo>
                    <a:pt x="4" y="8"/>
                  </a:lnTo>
                  <a:lnTo>
                    <a:pt x="1" y="10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1" y="24"/>
                  </a:lnTo>
                  <a:lnTo>
                    <a:pt x="4" y="28"/>
                  </a:lnTo>
                  <a:lnTo>
                    <a:pt x="6" y="31"/>
                  </a:lnTo>
                  <a:lnTo>
                    <a:pt x="8" y="33"/>
                  </a:lnTo>
                  <a:lnTo>
                    <a:pt x="11" y="34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702" y="36"/>
                  </a:lnTo>
                  <a:lnTo>
                    <a:pt x="706" y="35"/>
                  </a:lnTo>
                  <a:lnTo>
                    <a:pt x="709" y="34"/>
                  </a:lnTo>
                  <a:lnTo>
                    <a:pt x="712" y="33"/>
                  </a:lnTo>
                  <a:lnTo>
                    <a:pt x="714" y="31"/>
                  </a:lnTo>
                  <a:lnTo>
                    <a:pt x="716" y="28"/>
                  </a:lnTo>
                  <a:lnTo>
                    <a:pt x="719" y="24"/>
                  </a:lnTo>
                  <a:lnTo>
                    <a:pt x="720" y="21"/>
                  </a:lnTo>
                  <a:lnTo>
                    <a:pt x="720" y="18"/>
                  </a:lnTo>
                  <a:lnTo>
                    <a:pt x="720" y="15"/>
                  </a:lnTo>
                  <a:lnTo>
                    <a:pt x="719" y="10"/>
                  </a:lnTo>
                  <a:lnTo>
                    <a:pt x="716" y="8"/>
                  </a:lnTo>
                  <a:lnTo>
                    <a:pt x="714" y="5"/>
                  </a:lnTo>
                  <a:lnTo>
                    <a:pt x="712" y="3"/>
                  </a:lnTo>
                  <a:lnTo>
                    <a:pt x="709" y="2"/>
                  </a:lnTo>
                  <a:lnTo>
                    <a:pt x="706" y="1"/>
                  </a:lnTo>
                  <a:lnTo>
                    <a:pt x="7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32" name="Freeform 97">
              <a:extLst>
                <a:ext uri="{FF2B5EF4-FFF2-40B4-BE49-F238E27FC236}">
                  <a16:creationId xmlns:a16="http://schemas.microsoft.com/office/drawing/2014/main" id="{D33348F1-1CB2-413E-B6E7-AB755F62A3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431" y="1875234"/>
              <a:ext cx="128588" cy="128588"/>
            </a:xfrm>
            <a:custGeom>
              <a:avLst/>
              <a:gdLst>
                <a:gd name="T0" fmla="*/ 72 w 324"/>
                <a:gd name="T1" fmla="*/ 72 h 324"/>
                <a:gd name="T2" fmla="*/ 252 w 324"/>
                <a:gd name="T3" fmla="*/ 72 h 324"/>
                <a:gd name="T4" fmla="*/ 252 w 324"/>
                <a:gd name="T5" fmla="*/ 252 h 324"/>
                <a:gd name="T6" fmla="*/ 72 w 324"/>
                <a:gd name="T7" fmla="*/ 252 h 324"/>
                <a:gd name="T8" fmla="*/ 72 w 324"/>
                <a:gd name="T9" fmla="*/ 72 h 324"/>
                <a:gd name="T10" fmla="*/ 36 w 324"/>
                <a:gd name="T11" fmla="*/ 324 h 324"/>
                <a:gd name="T12" fmla="*/ 288 w 324"/>
                <a:gd name="T13" fmla="*/ 324 h 324"/>
                <a:gd name="T14" fmla="*/ 295 w 324"/>
                <a:gd name="T15" fmla="*/ 323 h 324"/>
                <a:gd name="T16" fmla="*/ 302 w 324"/>
                <a:gd name="T17" fmla="*/ 321 h 324"/>
                <a:gd name="T18" fmla="*/ 308 w 324"/>
                <a:gd name="T19" fmla="*/ 318 h 324"/>
                <a:gd name="T20" fmla="*/ 314 w 324"/>
                <a:gd name="T21" fmla="*/ 314 h 324"/>
                <a:gd name="T22" fmla="*/ 318 w 324"/>
                <a:gd name="T23" fmla="*/ 308 h 324"/>
                <a:gd name="T24" fmla="*/ 321 w 324"/>
                <a:gd name="T25" fmla="*/ 302 h 324"/>
                <a:gd name="T26" fmla="*/ 323 w 324"/>
                <a:gd name="T27" fmla="*/ 295 h 324"/>
                <a:gd name="T28" fmla="*/ 324 w 324"/>
                <a:gd name="T29" fmla="*/ 288 h 324"/>
                <a:gd name="T30" fmla="*/ 324 w 324"/>
                <a:gd name="T31" fmla="*/ 36 h 324"/>
                <a:gd name="T32" fmla="*/ 323 w 324"/>
                <a:gd name="T33" fmla="*/ 28 h 324"/>
                <a:gd name="T34" fmla="*/ 321 w 324"/>
                <a:gd name="T35" fmla="*/ 22 h 324"/>
                <a:gd name="T36" fmla="*/ 318 w 324"/>
                <a:gd name="T37" fmla="*/ 15 h 324"/>
                <a:gd name="T38" fmla="*/ 314 w 324"/>
                <a:gd name="T39" fmla="*/ 10 h 324"/>
                <a:gd name="T40" fmla="*/ 308 w 324"/>
                <a:gd name="T41" fmla="*/ 6 h 324"/>
                <a:gd name="T42" fmla="*/ 302 w 324"/>
                <a:gd name="T43" fmla="*/ 3 h 324"/>
                <a:gd name="T44" fmla="*/ 295 w 324"/>
                <a:gd name="T45" fmla="*/ 0 h 324"/>
                <a:gd name="T46" fmla="*/ 288 w 324"/>
                <a:gd name="T47" fmla="*/ 0 h 324"/>
                <a:gd name="T48" fmla="*/ 36 w 324"/>
                <a:gd name="T49" fmla="*/ 0 h 324"/>
                <a:gd name="T50" fmla="*/ 28 w 324"/>
                <a:gd name="T51" fmla="*/ 0 h 324"/>
                <a:gd name="T52" fmla="*/ 22 w 324"/>
                <a:gd name="T53" fmla="*/ 3 h 324"/>
                <a:gd name="T54" fmla="*/ 15 w 324"/>
                <a:gd name="T55" fmla="*/ 6 h 324"/>
                <a:gd name="T56" fmla="*/ 10 w 324"/>
                <a:gd name="T57" fmla="*/ 10 h 324"/>
                <a:gd name="T58" fmla="*/ 6 w 324"/>
                <a:gd name="T59" fmla="*/ 15 h 324"/>
                <a:gd name="T60" fmla="*/ 3 w 324"/>
                <a:gd name="T61" fmla="*/ 22 h 324"/>
                <a:gd name="T62" fmla="*/ 0 w 324"/>
                <a:gd name="T63" fmla="*/ 28 h 324"/>
                <a:gd name="T64" fmla="*/ 0 w 324"/>
                <a:gd name="T65" fmla="*/ 36 h 324"/>
                <a:gd name="T66" fmla="*/ 0 w 324"/>
                <a:gd name="T67" fmla="*/ 288 h 324"/>
                <a:gd name="T68" fmla="*/ 0 w 324"/>
                <a:gd name="T69" fmla="*/ 295 h 324"/>
                <a:gd name="T70" fmla="*/ 3 w 324"/>
                <a:gd name="T71" fmla="*/ 302 h 324"/>
                <a:gd name="T72" fmla="*/ 6 w 324"/>
                <a:gd name="T73" fmla="*/ 308 h 324"/>
                <a:gd name="T74" fmla="*/ 10 w 324"/>
                <a:gd name="T75" fmla="*/ 314 h 324"/>
                <a:gd name="T76" fmla="*/ 15 w 324"/>
                <a:gd name="T77" fmla="*/ 318 h 324"/>
                <a:gd name="T78" fmla="*/ 22 w 324"/>
                <a:gd name="T79" fmla="*/ 321 h 324"/>
                <a:gd name="T80" fmla="*/ 28 w 324"/>
                <a:gd name="T81" fmla="*/ 323 h 324"/>
                <a:gd name="T82" fmla="*/ 36 w 324"/>
                <a:gd name="T83" fmla="*/ 324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24" h="324">
                  <a:moveTo>
                    <a:pt x="72" y="72"/>
                  </a:moveTo>
                  <a:lnTo>
                    <a:pt x="252" y="72"/>
                  </a:lnTo>
                  <a:lnTo>
                    <a:pt x="252" y="252"/>
                  </a:lnTo>
                  <a:lnTo>
                    <a:pt x="72" y="252"/>
                  </a:lnTo>
                  <a:lnTo>
                    <a:pt x="72" y="72"/>
                  </a:lnTo>
                  <a:close/>
                  <a:moveTo>
                    <a:pt x="36" y="324"/>
                  </a:moveTo>
                  <a:lnTo>
                    <a:pt x="288" y="324"/>
                  </a:lnTo>
                  <a:lnTo>
                    <a:pt x="295" y="323"/>
                  </a:lnTo>
                  <a:lnTo>
                    <a:pt x="302" y="321"/>
                  </a:lnTo>
                  <a:lnTo>
                    <a:pt x="308" y="318"/>
                  </a:lnTo>
                  <a:lnTo>
                    <a:pt x="314" y="314"/>
                  </a:lnTo>
                  <a:lnTo>
                    <a:pt x="318" y="308"/>
                  </a:lnTo>
                  <a:lnTo>
                    <a:pt x="321" y="302"/>
                  </a:lnTo>
                  <a:lnTo>
                    <a:pt x="323" y="295"/>
                  </a:lnTo>
                  <a:lnTo>
                    <a:pt x="324" y="288"/>
                  </a:lnTo>
                  <a:lnTo>
                    <a:pt x="324" y="36"/>
                  </a:lnTo>
                  <a:lnTo>
                    <a:pt x="323" y="28"/>
                  </a:lnTo>
                  <a:lnTo>
                    <a:pt x="321" y="22"/>
                  </a:lnTo>
                  <a:lnTo>
                    <a:pt x="318" y="15"/>
                  </a:lnTo>
                  <a:lnTo>
                    <a:pt x="314" y="10"/>
                  </a:lnTo>
                  <a:lnTo>
                    <a:pt x="308" y="6"/>
                  </a:lnTo>
                  <a:lnTo>
                    <a:pt x="302" y="3"/>
                  </a:lnTo>
                  <a:lnTo>
                    <a:pt x="295" y="0"/>
                  </a:lnTo>
                  <a:lnTo>
                    <a:pt x="288" y="0"/>
                  </a:lnTo>
                  <a:lnTo>
                    <a:pt x="36" y="0"/>
                  </a:lnTo>
                  <a:lnTo>
                    <a:pt x="28" y="0"/>
                  </a:lnTo>
                  <a:lnTo>
                    <a:pt x="22" y="3"/>
                  </a:lnTo>
                  <a:lnTo>
                    <a:pt x="15" y="6"/>
                  </a:lnTo>
                  <a:lnTo>
                    <a:pt x="10" y="10"/>
                  </a:lnTo>
                  <a:lnTo>
                    <a:pt x="6" y="15"/>
                  </a:lnTo>
                  <a:lnTo>
                    <a:pt x="3" y="22"/>
                  </a:lnTo>
                  <a:lnTo>
                    <a:pt x="0" y="28"/>
                  </a:lnTo>
                  <a:lnTo>
                    <a:pt x="0" y="36"/>
                  </a:lnTo>
                  <a:lnTo>
                    <a:pt x="0" y="288"/>
                  </a:lnTo>
                  <a:lnTo>
                    <a:pt x="0" y="295"/>
                  </a:lnTo>
                  <a:lnTo>
                    <a:pt x="3" y="302"/>
                  </a:lnTo>
                  <a:lnTo>
                    <a:pt x="6" y="308"/>
                  </a:lnTo>
                  <a:lnTo>
                    <a:pt x="10" y="314"/>
                  </a:lnTo>
                  <a:lnTo>
                    <a:pt x="15" y="318"/>
                  </a:lnTo>
                  <a:lnTo>
                    <a:pt x="22" y="321"/>
                  </a:lnTo>
                  <a:lnTo>
                    <a:pt x="28" y="323"/>
                  </a:lnTo>
                  <a:lnTo>
                    <a:pt x="36" y="3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2880" tIns="91440" rIns="182880" bIns="91440" numCol="1" anchor="t" anchorCtr="0" compatLnSpc="1">
              <a:prstTxWarp prst="textNoShape">
                <a:avLst/>
              </a:prstTxWarp>
            </a:bodyPr>
            <a:lstStyle/>
            <a:p>
              <a:pPr algn="l" defTabSz="1828800" rtl="0"/>
              <a:endPara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AD89978B-70BC-4C5C-A9BC-AE73674D44C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493" y="1734766"/>
            <a:ext cx="2903853" cy="434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4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  <p:bldP spid="11" grpId="0"/>
      <p:bldP spid="12" grpId="0"/>
      <p:bldP spid="13" grpId="0"/>
      <p:bldP spid="14" grpId="0"/>
      <p:bldP spid="17" grpId="0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字魂58号-创中黑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book</dc:creator>
  <cp:lastModifiedBy>冠宇 侯</cp:lastModifiedBy>
  <cp:revision>12</cp:revision>
  <dcterms:created xsi:type="dcterms:W3CDTF">2023-08-09T12:44:55Z</dcterms:created>
  <dcterms:modified xsi:type="dcterms:W3CDTF">2025-04-22T04:13:31Z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