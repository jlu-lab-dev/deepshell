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3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CDFED-0F72-48CC-BE09-68B60C867D86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A24BA-B737-448B-BE55-44DE7AC29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8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61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B647AAC-A7F5-4C2D-8623-949620926445}"/>
              </a:ext>
            </a:extLst>
          </p:cNvPr>
          <p:cNvSpPr/>
          <p:nvPr/>
        </p:nvSpPr>
        <p:spPr>
          <a:xfrm>
            <a:off x="1" y="1"/>
            <a:ext cx="3966881" cy="6857999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1F4709-3494-49EC-A65E-ADBC90AA44A9}"/>
              </a:ext>
            </a:extLst>
          </p:cNvPr>
          <p:cNvSpPr/>
          <p:nvPr/>
        </p:nvSpPr>
        <p:spPr>
          <a:xfrm>
            <a:off x="1232647" y="1143000"/>
            <a:ext cx="9726706" cy="457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1905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80">
            <a:extLst>
              <a:ext uri="{FF2B5EF4-FFF2-40B4-BE49-F238E27FC236}">
                <a16:creationId xmlns:a16="http://schemas.microsoft.com/office/drawing/2014/main" id="{293BED9E-239A-4864-8F95-C336CFCFD940}"/>
              </a:ext>
            </a:extLst>
          </p:cNvPr>
          <p:cNvSpPr>
            <a:spLocks noEditPoints="1"/>
          </p:cNvSpPr>
          <p:nvPr/>
        </p:nvSpPr>
        <p:spPr bwMode="auto">
          <a:xfrm>
            <a:off x="2785707" y="2052507"/>
            <a:ext cx="828040" cy="831850"/>
          </a:xfrm>
          <a:custGeom>
            <a:avLst/>
            <a:gdLst>
              <a:gd name="T0" fmla="*/ 1017 w 1017"/>
              <a:gd name="T1" fmla="*/ 28 h 1017"/>
              <a:gd name="T2" fmla="*/ 1017 w 1017"/>
              <a:gd name="T3" fmla="*/ 25 h 1017"/>
              <a:gd name="T4" fmla="*/ 1015 w 1017"/>
              <a:gd name="T5" fmla="*/ 19 h 1017"/>
              <a:gd name="T6" fmla="*/ 1014 w 1017"/>
              <a:gd name="T7" fmla="*/ 17 h 1017"/>
              <a:gd name="T8" fmla="*/ 1011 w 1017"/>
              <a:gd name="T9" fmla="*/ 12 h 1017"/>
              <a:gd name="T10" fmla="*/ 1008 w 1017"/>
              <a:gd name="T11" fmla="*/ 9 h 1017"/>
              <a:gd name="T12" fmla="*/ 1005 w 1017"/>
              <a:gd name="T13" fmla="*/ 6 h 1017"/>
              <a:gd name="T14" fmla="*/ 1003 w 1017"/>
              <a:gd name="T15" fmla="*/ 5 h 1017"/>
              <a:gd name="T16" fmla="*/ 1002 w 1017"/>
              <a:gd name="T17" fmla="*/ 4 h 1017"/>
              <a:gd name="T18" fmla="*/ 1002 w 1017"/>
              <a:gd name="T19" fmla="*/ 4 h 1017"/>
              <a:gd name="T20" fmla="*/ 995 w 1017"/>
              <a:gd name="T21" fmla="*/ 1 h 1017"/>
              <a:gd name="T22" fmla="*/ 991 w 1017"/>
              <a:gd name="T23" fmla="*/ 0 h 1017"/>
              <a:gd name="T24" fmla="*/ 984 w 1017"/>
              <a:gd name="T25" fmla="*/ 0 h 1017"/>
              <a:gd name="T26" fmla="*/ 983 w 1017"/>
              <a:gd name="T27" fmla="*/ 0 h 1017"/>
              <a:gd name="T28" fmla="*/ 977 w 1017"/>
              <a:gd name="T29" fmla="*/ 1 h 1017"/>
              <a:gd name="T30" fmla="*/ 973 w 1017"/>
              <a:gd name="T31" fmla="*/ 2 h 1017"/>
              <a:gd name="T32" fmla="*/ 968 w 1017"/>
              <a:gd name="T33" fmla="*/ 5 h 1017"/>
              <a:gd name="T34" fmla="*/ 968 w 1017"/>
              <a:gd name="T35" fmla="*/ 5 h 1017"/>
              <a:gd name="T36" fmla="*/ 10 w 1017"/>
              <a:gd name="T37" fmla="*/ 676 h 1017"/>
              <a:gd name="T38" fmla="*/ 1 w 1017"/>
              <a:gd name="T39" fmla="*/ 689 h 1017"/>
              <a:gd name="T40" fmla="*/ 0 w 1017"/>
              <a:gd name="T41" fmla="*/ 704 h 1017"/>
              <a:gd name="T42" fmla="*/ 3 w 1017"/>
              <a:gd name="T43" fmla="*/ 713 h 1017"/>
              <a:gd name="T44" fmla="*/ 13 w 1017"/>
              <a:gd name="T45" fmla="*/ 724 h 1017"/>
              <a:gd name="T46" fmla="*/ 27 w 1017"/>
              <a:gd name="T47" fmla="*/ 731 h 1017"/>
              <a:gd name="T48" fmla="*/ 350 w 1017"/>
              <a:gd name="T49" fmla="*/ 985 h 1017"/>
              <a:gd name="T50" fmla="*/ 351 w 1017"/>
              <a:gd name="T51" fmla="*/ 988 h 1017"/>
              <a:gd name="T52" fmla="*/ 354 w 1017"/>
              <a:gd name="T53" fmla="*/ 1000 h 1017"/>
              <a:gd name="T54" fmla="*/ 357 w 1017"/>
              <a:gd name="T55" fmla="*/ 1005 h 1017"/>
              <a:gd name="T56" fmla="*/ 365 w 1017"/>
              <a:gd name="T57" fmla="*/ 1012 h 1017"/>
              <a:gd name="T58" fmla="*/ 368 w 1017"/>
              <a:gd name="T59" fmla="*/ 1014 h 1017"/>
              <a:gd name="T60" fmla="*/ 376 w 1017"/>
              <a:gd name="T61" fmla="*/ 1016 h 1017"/>
              <a:gd name="T62" fmla="*/ 382 w 1017"/>
              <a:gd name="T63" fmla="*/ 1017 h 1017"/>
              <a:gd name="T64" fmla="*/ 393 w 1017"/>
              <a:gd name="T65" fmla="*/ 1015 h 1017"/>
              <a:gd name="T66" fmla="*/ 399 w 1017"/>
              <a:gd name="T67" fmla="*/ 1012 h 1017"/>
              <a:gd name="T68" fmla="*/ 405 w 1017"/>
              <a:gd name="T69" fmla="*/ 1006 h 1017"/>
              <a:gd name="T70" fmla="*/ 524 w 1017"/>
              <a:gd name="T71" fmla="*/ 821 h 1017"/>
              <a:gd name="T72" fmla="*/ 876 w 1017"/>
              <a:gd name="T73" fmla="*/ 1013 h 1017"/>
              <a:gd name="T74" fmla="*/ 891 w 1017"/>
              <a:gd name="T75" fmla="*/ 1017 h 1017"/>
              <a:gd name="T76" fmla="*/ 906 w 1017"/>
              <a:gd name="T77" fmla="*/ 1013 h 1017"/>
              <a:gd name="T78" fmla="*/ 921 w 1017"/>
              <a:gd name="T79" fmla="*/ 996 h 1017"/>
              <a:gd name="T80" fmla="*/ 1017 w 1017"/>
              <a:gd name="T81" fmla="*/ 34 h 1017"/>
              <a:gd name="T82" fmla="*/ 367 w 1017"/>
              <a:gd name="T83" fmla="*/ 667 h 1017"/>
              <a:gd name="T84" fmla="*/ 367 w 1017"/>
              <a:gd name="T85" fmla="*/ 667 h 1017"/>
              <a:gd name="T86" fmla="*/ 760 w 1017"/>
              <a:gd name="T87" fmla="*/ 328 h 1017"/>
              <a:gd name="T88" fmla="*/ 557 w 1017"/>
              <a:gd name="T89" fmla="*/ 76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7" h="1017">
                <a:moveTo>
                  <a:pt x="1017" y="31"/>
                </a:moveTo>
                <a:lnTo>
                  <a:pt x="1017" y="31"/>
                </a:lnTo>
                <a:lnTo>
                  <a:pt x="1017" y="28"/>
                </a:lnTo>
                <a:lnTo>
                  <a:pt x="1017" y="28"/>
                </a:lnTo>
                <a:lnTo>
                  <a:pt x="1017" y="25"/>
                </a:lnTo>
                <a:lnTo>
                  <a:pt x="1017" y="25"/>
                </a:lnTo>
                <a:lnTo>
                  <a:pt x="1016" y="23"/>
                </a:lnTo>
                <a:lnTo>
                  <a:pt x="1016" y="23"/>
                </a:lnTo>
                <a:lnTo>
                  <a:pt x="1015" y="19"/>
                </a:lnTo>
                <a:lnTo>
                  <a:pt x="1015" y="19"/>
                </a:lnTo>
                <a:lnTo>
                  <a:pt x="1014" y="17"/>
                </a:lnTo>
                <a:lnTo>
                  <a:pt x="1014" y="17"/>
                </a:lnTo>
                <a:lnTo>
                  <a:pt x="1013" y="15"/>
                </a:lnTo>
                <a:lnTo>
                  <a:pt x="1013" y="15"/>
                </a:lnTo>
                <a:lnTo>
                  <a:pt x="1011" y="12"/>
                </a:lnTo>
                <a:lnTo>
                  <a:pt x="1011" y="12"/>
                </a:lnTo>
                <a:lnTo>
                  <a:pt x="1008" y="9"/>
                </a:lnTo>
                <a:lnTo>
                  <a:pt x="1008" y="9"/>
                </a:lnTo>
                <a:lnTo>
                  <a:pt x="1006" y="7"/>
                </a:lnTo>
                <a:lnTo>
                  <a:pt x="1006" y="7"/>
                </a:lnTo>
                <a:lnTo>
                  <a:pt x="1005" y="6"/>
                </a:lnTo>
                <a:lnTo>
                  <a:pt x="1005" y="6"/>
                </a:lnTo>
                <a:lnTo>
                  <a:pt x="1003" y="5"/>
                </a:lnTo>
                <a:lnTo>
                  <a:pt x="1003" y="5"/>
                </a:lnTo>
                <a:lnTo>
                  <a:pt x="1002" y="4"/>
                </a:lnTo>
                <a:lnTo>
                  <a:pt x="1002" y="4"/>
                </a:lnTo>
                <a:lnTo>
                  <a:pt x="1002" y="4"/>
                </a:lnTo>
                <a:lnTo>
                  <a:pt x="1002" y="4"/>
                </a:lnTo>
                <a:lnTo>
                  <a:pt x="1002" y="4"/>
                </a:lnTo>
                <a:lnTo>
                  <a:pt x="1002" y="4"/>
                </a:lnTo>
                <a:lnTo>
                  <a:pt x="998" y="2"/>
                </a:lnTo>
                <a:lnTo>
                  <a:pt x="998" y="2"/>
                </a:lnTo>
                <a:lnTo>
                  <a:pt x="995" y="1"/>
                </a:lnTo>
                <a:lnTo>
                  <a:pt x="995" y="1"/>
                </a:lnTo>
                <a:lnTo>
                  <a:pt x="991" y="0"/>
                </a:lnTo>
                <a:lnTo>
                  <a:pt x="991" y="0"/>
                </a:lnTo>
                <a:lnTo>
                  <a:pt x="988" y="0"/>
                </a:lnTo>
                <a:lnTo>
                  <a:pt x="988" y="0"/>
                </a:lnTo>
                <a:lnTo>
                  <a:pt x="984" y="0"/>
                </a:lnTo>
                <a:lnTo>
                  <a:pt x="984" y="0"/>
                </a:lnTo>
                <a:lnTo>
                  <a:pt x="983" y="0"/>
                </a:lnTo>
                <a:lnTo>
                  <a:pt x="983" y="0"/>
                </a:lnTo>
                <a:lnTo>
                  <a:pt x="981" y="0"/>
                </a:lnTo>
                <a:lnTo>
                  <a:pt x="981" y="0"/>
                </a:lnTo>
                <a:lnTo>
                  <a:pt x="977" y="1"/>
                </a:lnTo>
                <a:lnTo>
                  <a:pt x="977" y="1"/>
                </a:lnTo>
                <a:lnTo>
                  <a:pt x="973" y="2"/>
                </a:lnTo>
                <a:lnTo>
                  <a:pt x="973" y="2"/>
                </a:lnTo>
                <a:lnTo>
                  <a:pt x="971" y="3"/>
                </a:lnTo>
                <a:lnTo>
                  <a:pt x="971" y="3"/>
                </a:lnTo>
                <a:lnTo>
                  <a:pt x="968" y="5"/>
                </a:lnTo>
                <a:lnTo>
                  <a:pt x="968" y="5"/>
                </a:lnTo>
                <a:lnTo>
                  <a:pt x="968" y="5"/>
                </a:lnTo>
                <a:lnTo>
                  <a:pt x="968" y="5"/>
                </a:lnTo>
                <a:lnTo>
                  <a:pt x="14" y="673"/>
                </a:lnTo>
                <a:lnTo>
                  <a:pt x="14" y="673"/>
                </a:lnTo>
                <a:lnTo>
                  <a:pt x="10" y="676"/>
                </a:lnTo>
                <a:lnTo>
                  <a:pt x="6" y="680"/>
                </a:lnTo>
                <a:lnTo>
                  <a:pt x="3" y="684"/>
                </a:lnTo>
                <a:lnTo>
                  <a:pt x="1" y="689"/>
                </a:lnTo>
                <a:lnTo>
                  <a:pt x="0" y="693"/>
                </a:lnTo>
                <a:lnTo>
                  <a:pt x="0" y="698"/>
                </a:lnTo>
                <a:lnTo>
                  <a:pt x="0" y="704"/>
                </a:lnTo>
                <a:lnTo>
                  <a:pt x="1" y="708"/>
                </a:lnTo>
                <a:lnTo>
                  <a:pt x="1" y="708"/>
                </a:lnTo>
                <a:lnTo>
                  <a:pt x="3" y="713"/>
                </a:lnTo>
                <a:lnTo>
                  <a:pt x="6" y="718"/>
                </a:lnTo>
                <a:lnTo>
                  <a:pt x="10" y="721"/>
                </a:lnTo>
                <a:lnTo>
                  <a:pt x="13" y="724"/>
                </a:lnTo>
                <a:lnTo>
                  <a:pt x="17" y="727"/>
                </a:lnTo>
                <a:lnTo>
                  <a:pt x="21" y="730"/>
                </a:lnTo>
                <a:lnTo>
                  <a:pt x="27" y="731"/>
                </a:lnTo>
                <a:lnTo>
                  <a:pt x="32" y="731"/>
                </a:lnTo>
                <a:lnTo>
                  <a:pt x="350" y="731"/>
                </a:lnTo>
                <a:lnTo>
                  <a:pt x="350" y="985"/>
                </a:lnTo>
                <a:lnTo>
                  <a:pt x="350" y="985"/>
                </a:lnTo>
                <a:lnTo>
                  <a:pt x="351" y="988"/>
                </a:lnTo>
                <a:lnTo>
                  <a:pt x="351" y="988"/>
                </a:lnTo>
                <a:lnTo>
                  <a:pt x="352" y="995"/>
                </a:lnTo>
                <a:lnTo>
                  <a:pt x="352" y="995"/>
                </a:lnTo>
                <a:lnTo>
                  <a:pt x="354" y="1000"/>
                </a:lnTo>
                <a:lnTo>
                  <a:pt x="354" y="1000"/>
                </a:lnTo>
                <a:lnTo>
                  <a:pt x="357" y="1005"/>
                </a:lnTo>
                <a:lnTo>
                  <a:pt x="357" y="1005"/>
                </a:lnTo>
                <a:lnTo>
                  <a:pt x="362" y="1010"/>
                </a:lnTo>
                <a:lnTo>
                  <a:pt x="362" y="1010"/>
                </a:lnTo>
                <a:lnTo>
                  <a:pt x="365" y="1012"/>
                </a:lnTo>
                <a:lnTo>
                  <a:pt x="365" y="1012"/>
                </a:lnTo>
                <a:lnTo>
                  <a:pt x="368" y="1014"/>
                </a:lnTo>
                <a:lnTo>
                  <a:pt x="368" y="1014"/>
                </a:lnTo>
                <a:lnTo>
                  <a:pt x="370" y="1015"/>
                </a:lnTo>
                <a:lnTo>
                  <a:pt x="370" y="1015"/>
                </a:lnTo>
                <a:lnTo>
                  <a:pt x="376" y="1016"/>
                </a:lnTo>
                <a:lnTo>
                  <a:pt x="382" y="1017"/>
                </a:lnTo>
                <a:lnTo>
                  <a:pt x="382" y="1017"/>
                </a:lnTo>
                <a:lnTo>
                  <a:pt x="382" y="1017"/>
                </a:lnTo>
                <a:lnTo>
                  <a:pt x="387" y="1016"/>
                </a:lnTo>
                <a:lnTo>
                  <a:pt x="393" y="1015"/>
                </a:lnTo>
                <a:lnTo>
                  <a:pt x="393" y="1015"/>
                </a:lnTo>
                <a:lnTo>
                  <a:pt x="395" y="1014"/>
                </a:lnTo>
                <a:lnTo>
                  <a:pt x="395" y="1014"/>
                </a:lnTo>
                <a:lnTo>
                  <a:pt x="399" y="1012"/>
                </a:lnTo>
                <a:lnTo>
                  <a:pt x="403" y="1007"/>
                </a:lnTo>
                <a:lnTo>
                  <a:pt x="403" y="1007"/>
                </a:lnTo>
                <a:lnTo>
                  <a:pt x="405" y="1006"/>
                </a:lnTo>
                <a:lnTo>
                  <a:pt x="405" y="1006"/>
                </a:lnTo>
                <a:lnTo>
                  <a:pt x="409" y="1002"/>
                </a:lnTo>
                <a:lnTo>
                  <a:pt x="524" y="821"/>
                </a:lnTo>
                <a:lnTo>
                  <a:pt x="524" y="821"/>
                </a:lnTo>
                <a:lnTo>
                  <a:pt x="526" y="822"/>
                </a:lnTo>
                <a:lnTo>
                  <a:pt x="876" y="1013"/>
                </a:lnTo>
                <a:lnTo>
                  <a:pt x="876" y="1013"/>
                </a:lnTo>
                <a:lnTo>
                  <a:pt x="883" y="1016"/>
                </a:lnTo>
                <a:lnTo>
                  <a:pt x="891" y="1017"/>
                </a:lnTo>
                <a:lnTo>
                  <a:pt x="898" y="1016"/>
                </a:lnTo>
                <a:lnTo>
                  <a:pt x="906" y="1013"/>
                </a:lnTo>
                <a:lnTo>
                  <a:pt x="906" y="1013"/>
                </a:lnTo>
                <a:lnTo>
                  <a:pt x="912" y="1009"/>
                </a:lnTo>
                <a:lnTo>
                  <a:pt x="917" y="1003"/>
                </a:lnTo>
                <a:lnTo>
                  <a:pt x="921" y="996"/>
                </a:lnTo>
                <a:lnTo>
                  <a:pt x="922" y="988"/>
                </a:lnTo>
                <a:lnTo>
                  <a:pt x="1017" y="34"/>
                </a:lnTo>
                <a:lnTo>
                  <a:pt x="1017" y="34"/>
                </a:lnTo>
                <a:lnTo>
                  <a:pt x="1017" y="31"/>
                </a:lnTo>
                <a:lnTo>
                  <a:pt x="1017" y="31"/>
                </a:lnTo>
                <a:close/>
                <a:moveTo>
                  <a:pt x="367" y="667"/>
                </a:moveTo>
                <a:lnTo>
                  <a:pt x="133" y="667"/>
                </a:lnTo>
                <a:lnTo>
                  <a:pt x="773" y="219"/>
                </a:lnTo>
                <a:lnTo>
                  <a:pt x="367" y="667"/>
                </a:lnTo>
                <a:close/>
                <a:moveTo>
                  <a:pt x="413" y="875"/>
                </a:moveTo>
                <a:lnTo>
                  <a:pt x="413" y="711"/>
                </a:lnTo>
                <a:lnTo>
                  <a:pt x="760" y="328"/>
                </a:lnTo>
                <a:lnTo>
                  <a:pt x="413" y="875"/>
                </a:lnTo>
                <a:close/>
                <a:moveTo>
                  <a:pt x="864" y="934"/>
                </a:moveTo>
                <a:lnTo>
                  <a:pt x="557" y="767"/>
                </a:lnTo>
                <a:lnTo>
                  <a:pt x="941" y="162"/>
                </a:lnTo>
                <a:lnTo>
                  <a:pt x="864" y="934"/>
                </a:lnTo>
                <a:close/>
              </a:path>
            </a:pathLst>
          </a:custGeom>
          <a:solidFill>
            <a:srgbClr val="ECCEC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0269C4DF-905B-4E62-811F-E90427F571E6}"/>
              </a:ext>
            </a:extLst>
          </p:cNvPr>
          <p:cNvSpPr>
            <a:spLocks noEditPoints="1"/>
          </p:cNvSpPr>
          <p:nvPr/>
        </p:nvSpPr>
        <p:spPr bwMode="auto">
          <a:xfrm>
            <a:off x="5507952" y="2066477"/>
            <a:ext cx="831850" cy="831850"/>
          </a:xfrm>
          <a:custGeom>
            <a:avLst/>
            <a:gdLst>
              <a:gd name="T0" fmla="*/ 410 w 1017"/>
              <a:gd name="T1" fmla="*/ 428 h 1018"/>
              <a:gd name="T2" fmla="*/ 220 w 1017"/>
              <a:gd name="T3" fmla="*/ 735 h 1018"/>
              <a:gd name="T4" fmla="*/ 283 w 1017"/>
              <a:gd name="T5" fmla="*/ 797 h 1018"/>
              <a:gd name="T6" fmla="*/ 581 w 1017"/>
              <a:gd name="T7" fmla="*/ 613 h 1018"/>
              <a:gd name="T8" fmla="*/ 781 w 1017"/>
              <a:gd name="T9" fmla="*/ 326 h 1018"/>
              <a:gd name="T10" fmla="*/ 778 w 1017"/>
              <a:gd name="T11" fmla="*/ 239 h 1018"/>
              <a:gd name="T12" fmla="*/ 691 w 1017"/>
              <a:gd name="T13" fmla="*/ 236 h 1018"/>
              <a:gd name="T14" fmla="*/ 405 w 1017"/>
              <a:gd name="T15" fmla="*/ 584 h 1018"/>
              <a:gd name="T16" fmla="*/ 567 w 1017"/>
              <a:gd name="T17" fmla="*/ 531 h 1018"/>
              <a:gd name="T18" fmla="*/ 473 w 1017"/>
              <a:gd name="T19" fmla="*/ 562 h 1018"/>
              <a:gd name="T20" fmla="*/ 448 w 1017"/>
              <a:gd name="T21" fmla="*/ 487 h 1018"/>
              <a:gd name="T22" fmla="*/ 539 w 1017"/>
              <a:gd name="T23" fmla="*/ 453 h 1018"/>
              <a:gd name="T24" fmla="*/ 571 w 1017"/>
              <a:gd name="T25" fmla="*/ 520 h 1018"/>
              <a:gd name="T26" fmla="*/ 382 w 1017"/>
              <a:gd name="T27" fmla="*/ 16 h 1018"/>
              <a:gd name="T28" fmla="*/ 184 w 1017"/>
              <a:gd name="T29" fmla="*/ 116 h 1018"/>
              <a:gd name="T30" fmla="*/ 49 w 1017"/>
              <a:gd name="T31" fmla="*/ 289 h 1018"/>
              <a:gd name="T32" fmla="*/ 0 w 1017"/>
              <a:gd name="T33" fmla="*/ 509 h 1018"/>
              <a:gd name="T34" fmla="*/ 40 w 1017"/>
              <a:gd name="T35" fmla="*/ 707 h 1018"/>
              <a:gd name="T36" fmla="*/ 166 w 1017"/>
              <a:gd name="T37" fmla="*/ 885 h 1018"/>
              <a:gd name="T38" fmla="*/ 357 w 1017"/>
              <a:gd name="T39" fmla="*/ 995 h 1018"/>
              <a:gd name="T40" fmla="*/ 560 w 1017"/>
              <a:gd name="T41" fmla="*/ 1015 h 1018"/>
              <a:gd name="T42" fmla="*/ 772 w 1017"/>
              <a:gd name="T43" fmla="*/ 944 h 1018"/>
              <a:gd name="T44" fmla="*/ 930 w 1017"/>
              <a:gd name="T45" fmla="*/ 793 h 1018"/>
              <a:gd name="T46" fmla="*/ 1012 w 1017"/>
              <a:gd name="T47" fmla="*/ 586 h 1018"/>
              <a:gd name="T48" fmla="*/ 1001 w 1017"/>
              <a:gd name="T49" fmla="*/ 382 h 1018"/>
              <a:gd name="T50" fmla="*/ 901 w 1017"/>
              <a:gd name="T51" fmla="*/ 186 h 1018"/>
              <a:gd name="T52" fmla="*/ 728 w 1017"/>
              <a:gd name="T53" fmla="*/ 50 h 1018"/>
              <a:gd name="T54" fmla="*/ 508 w 1017"/>
              <a:gd name="T55" fmla="*/ 0 h 1018"/>
              <a:gd name="T56" fmla="*/ 376 w 1017"/>
              <a:gd name="T57" fmla="*/ 935 h 1018"/>
              <a:gd name="T58" fmla="*/ 209 w 1017"/>
              <a:gd name="T59" fmla="*/ 838 h 1018"/>
              <a:gd name="T60" fmla="*/ 99 w 1017"/>
              <a:gd name="T61" fmla="*/ 682 h 1018"/>
              <a:gd name="T62" fmla="*/ 63 w 1017"/>
              <a:gd name="T63" fmla="*/ 509 h 1018"/>
              <a:gd name="T64" fmla="*/ 107 w 1017"/>
              <a:gd name="T65" fmla="*/ 315 h 1018"/>
              <a:gd name="T66" fmla="*/ 225 w 1017"/>
              <a:gd name="T67" fmla="*/ 165 h 1018"/>
              <a:gd name="T68" fmla="*/ 397 w 1017"/>
              <a:gd name="T69" fmla="*/ 77 h 1018"/>
              <a:gd name="T70" fmla="*/ 576 w 1017"/>
              <a:gd name="T71" fmla="*/ 69 h 1018"/>
              <a:gd name="T72" fmla="*/ 757 w 1017"/>
              <a:gd name="T73" fmla="*/ 139 h 1018"/>
              <a:gd name="T74" fmla="*/ 889 w 1017"/>
              <a:gd name="T75" fmla="*/ 278 h 1018"/>
              <a:gd name="T76" fmla="*/ 952 w 1017"/>
              <a:gd name="T77" fmla="*/ 463 h 1018"/>
              <a:gd name="T78" fmla="*/ 933 w 1017"/>
              <a:gd name="T79" fmla="*/ 642 h 1018"/>
              <a:gd name="T80" fmla="*/ 838 w 1017"/>
              <a:gd name="T81" fmla="*/ 808 h 1018"/>
              <a:gd name="T82" fmla="*/ 681 w 1017"/>
              <a:gd name="T83" fmla="*/ 919 h 1018"/>
              <a:gd name="T84" fmla="*/ 508 w 1017"/>
              <a:gd name="T85" fmla="*/ 954 h 1018"/>
              <a:gd name="T86" fmla="*/ 540 w 1017"/>
              <a:gd name="T87" fmla="*/ 165 h 1018"/>
              <a:gd name="T88" fmla="*/ 515 w 1017"/>
              <a:gd name="T89" fmla="*/ 128 h 1018"/>
              <a:gd name="T90" fmla="*/ 477 w 1017"/>
              <a:gd name="T91" fmla="*/ 152 h 1018"/>
              <a:gd name="T92" fmla="*/ 502 w 1017"/>
              <a:gd name="T93" fmla="*/ 190 h 1018"/>
              <a:gd name="T94" fmla="*/ 482 w 1017"/>
              <a:gd name="T95" fmla="*/ 841 h 1018"/>
              <a:gd name="T96" fmla="*/ 490 w 1017"/>
              <a:gd name="T97" fmla="*/ 885 h 1018"/>
              <a:gd name="T98" fmla="*/ 534 w 1017"/>
              <a:gd name="T99" fmla="*/ 877 h 1018"/>
              <a:gd name="T100" fmla="*/ 526 w 1017"/>
              <a:gd name="T101" fmla="*/ 833 h 1018"/>
              <a:gd name="T102" fmla="*/ 840 w 1017"/>
              <a:gd name="T103" fmla="*/ 483 h 1018"/>
              <a:gd name="T104" fmla="*/ 831 w 1017"/>
              <a:gd name="T105" fmla="*/ 527 h 1018"/>
              <a:gd name="T106" fmla="*/ 876 w 1017"/>
              <a:gd name="T107" fmla="*/ 535 h 1018"/>
              <a:gd name="T108" fmla="*/ 885 w 1017"/>
              <a:gd name="T109" fmla="*/ 491 h 1018"/>
              <a:gd name="T110" fmla="*/ 152 w 1017"/>
              <a:gd name="T111" fmla="*/ 477 h 1018"/>
              <a:gd name="T112" fmla="*/ 128 w 1017"/>
              <a:gd name="T113" fmla="*/ 515 h 1018"/>
              <a:gd name="T114" fmla="*/ 165 w 1017"/>
              <a:gd name="T115" fmla="*/ 540 h 1018"/>
              <a:gd name="T116" fmla="*/ 190 w 1017"/>
              <a:gd name="T117" fmla="*/ 502 h 10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17" h="1018">
                <a:moveTo>
                  <a:pt x="691" y="236"/>
                </a:moveTo>
                <a:lnTo>
                  <a:pt x="455" y="394"/>
                </a:lnTo>
                <a:lnTo>
                  <a:pt x="455" y="394"/>
                </a:lnTo>
                <a:lnTo>
                  <a:pt x="445" y="399"/>
                </a:lnTo>
                <a:lnTo>
                  <a:pt x="436" y="404"/>
                </a:lnTo>
                <a:lnTo>
                  <a:pt x="427" y="411"/>
                </a:lnTo>
                <a:lnTo>
                  <a:pt x="418" y="418"/>
                </a:lnTo>
                <a:lnTo>
                  <a:pt x="418" y="418"/>
                </a:lnTo>
                <a:lnTo>
                  <a:pt x="410" y="428"/>
                </a:lnTo>
                <a:lnTo>
                  <a:pt x="402" y="439"/>
                </a:lnTo>
                <a:lnTo>
                  <a:pt x="396" y="450"/>
                </a:lnTo>
                <a:lnTo>
                  <a:pt x="390" y="460"/>
                </a:lnTo>
                <a:lnTo>
                  <a:pt x="236" y="691"/>
                </a:lnTo>
                <a:lnTo>
                  <a:pt x="236" y="691"/>
                </a:lnTo>
                <a:lnTo>
                  <a:pt x="228" y="702"/>
                </a:lnTo>
                <a:lnTo>
                  <a:pt x="224" y="712"/>
                </a:lnTo>
                <a:lnTo>
                  <a:pt x="221" y="723"/>
                </a:lnTo>
                <a:lnTo>
                  <a:pt x="220" y="735"/>
                </a:lnTo>
                <a:lnTo>
                  <a:pt x="221" y="747"/>
                </a:lnTo>
                <a:lnTo>
                  <a:pt x="225" y="759"/>
                </a:lnTo>
                <a:lnTo>
                  <a:pt x="231" y="769"/>
                </a:lnTo>
                <a:lnTo>
                  <a:pt x="238" y="779"/>
                </a:lnTo>
                <a:lnTo>
                  <a:pt x="238" y="779"/>
                </a:lnTo>
                <a:lnTo>
                  <a:pt x="248" y="786"/>
                </a:lnTo>
                <a:lnTo>
                  <a:pt x="260" y="793"/>
                </a:lnTo>
                <a:lnTo>
                  <a:pt x="271" y="796"/>
                </a:lnTo>
                <a:lnTo>
                  <a:pt x="283" y="797"/>
                </a:lnTo>
                <a:lnTo>
                  <a:pt x="283" y="797"/>
                </a:lnTo>
                <a:lnTo>
                  <a:pt x="295" y="796"/>
                </a:lnTo>
                <a:lnTo>
                  <a:pt x="306" y="793"/>
                </a:lnTo>
                <a:lnTo>
                  <a:pt x="316" y="789"/>
                </a:lnTo>
                <a:lnTo>
                  <a:pt x="326" y="781"/>
                </a:lnTo>
                <a:lnTo>
                  <a:pt x="561" y="624"/>
                </a:lnTo>
                <a:lnTo>
                  <a:pt x="561" y="624"/>
                </a:lnTo>
                <a:lnTo>
                  <a:pt x="572" y="619"/>
                </a:lnTo>
                <a:lnTo>
                  <a:pt x="581" y="613"/>
                </a:lnTo>
                <a:lnTo>
                  <a:pt x="590" y="606"/>
                </a:lnTo>
                <a:lnTo>
                  <a:pt x="599" y="599"/>
                </a:lnTo>
                <a:lnTo>
                  <a:pt x="599" y="599"/>
                </a:lnTo>
                <a:lnTo>
                  <a:pt x="607" y="589"/>
                </a:lnTo>
                <a:lnTo>
                  <a:pt x="615" y="579"/>
                </a:lnTo>
                <a:lnTo>
                  <a:pt x="621" y="569"/>
                </a:lnTo>
                <a:lnTo>
                  <a:pt x="626" y="558"/>
                </a:lnTo>
                <a:lnTo>
                  <a:pt x="781" y="326"/>
                </a:lnTo>
                <a:lnTo>
                  <a:pt x="781" y="326"/>
                </a:lnTo>
                <a:lnTo>
                  <a:pt x="789" y="317"/>
                </a:lnTo>
                <a:lnTo>
                  <a:pt x="793" y="306"/>
                </a:lnTo>
                <a:lnTo>
                  <a:pt x="796" y="294"/>
                </a:lnTo>
                <a:lnTo>
                  <a:pt x="797" y="282"/>
                </a:lnTo>
                <a:lnTo>
                  <a:pt x="795" y="270"/>
                </a:lnTo>
                <a:lnTo>
                  <a:pt x="792" y="260"/>
                </a:lnTo>
                <a:lnTo>
                  <a:pt x="786" y="249"/>
                </a:lnTo>
                <a:lnTo>
                  <a:pt x="778" y="239"/>
                </a:lnTo>
                <a:lnTo>
                  <a:pt x="778" y="239"/>
                </a:lnTo>
                <a:lnTo>
                  <a:pt x="769" y="232"/>
                </a:lnTo>
                <a:lnTo>
                  <a:pt x="758" y="225"/>
                </a:lnTo>
                <a:lnTo>
                  <a:pt x="747" y="222"/>
                </a:lnTo>
                <a:lnTo>
                  <a:pt x="735" y="221"/>
                </a:lnTo>
                <a:lnTo>
                  <a:pt x="723" y="222"/>
                </a:lnTo>
                <a:lnTo>
                  <a:pt x="711" y="224"/>
                </a:lnTo>
                <a:lnTo>
                  <a:pt x="701" y="230"/>
                </a:lnTo>
                <a:lnTo>
                  <a:pt x="691" y="236"/>
                </a:lnTo>
                <a:lnTo>
                  <a:pt x="691" y="236"/>
                </a:lnTo>
                <a:close/>
                <a:moveTo>
                  <a:pt x="289" y="730"/>
                </a:moveTo>
                <a:lnTo>
                  <a:pt x="283" y="734"/>
                </a:lnTo>
                <a:lnTo>
                  <a:pt x="283" y="734"/>
                </a:lnTo>
                <a:lnTo>
                  <a:pt x="283" y="765"/>
                </a:lnTo>
                <a:lnTo>
                  <a:pt x="283" y="734"/>
                </a:lnTo>
                <a:lnTo>
                  <a:pt x="396" y="566"/>
                </a:lnTo>
                <a:lnTo>
                  <a:pt x="396" y="566"/>
                </a:lnTo>
                <a:lnTo>
                  <a:pt x="400" y="575"/>
                </a:lnTo>
                <a:lnTo>
                  <a:pt x="405" y="584"/>
                </a:lnTo>
                <a:lnTo>
                  <a:pt x="412" y="591"/>
                </a:lnTo>
                <a:lnTo>
                  <a:pt x="418" y="599"/>
                </a:lnTo>
                <a:lnTo>
                  <a:pt x="418" y="599"/>
                </a:lnTo>
                <a:lnTo>
                  <a:pt x="426" y="605"/>
                </a:lnTo>
                <a:lnTo>
                  <a:pt x="433" y="612"/>
                </a:lnTo>
                <a:lnTo>
                  <a:pt x="442" y="617"/>
                </a:lnTo>
                <a:lnTo>
                  <a:pt x="451" y="621"/>
                </a:lnTo>
                <a:lnTo>
                  <a:pt x="289" y="730"/>
                </a:lnTo>
                <a:close/>
                <a:moveTo>
                  <a:pt x="567" y="531"/>
                </a:moveTo>
                <a:lnTo>
                  <a:pt x="552" y="554"/>
                </a:lnTo>
                <a:lnTo>
                  <a:pt x="530" y="569"/>
                </a:lnTo>
                <a:lnTo>
                  <a:pt x="530" y="569"/>
                </a:lnTo>
                <a:lnTo>
                  <a:pt x="519" y="572"/>
                </a:lnTo>
                <a:lnTo>
                  <a:pt x="508" y="573"/>
                </a:lnTo>
                <a:lnTo>
                  <a:pt x="508" y="573"/>
                </a:lnTo>
                <a:lnTo>
                  <a:pt x="496" y="571"/>
                </a:lnTo>
                <a:lnTo>
                  <a:pt x="484" y="568"/>
                </a:lnTo>
                <a:lnTo>
                  <a:pt x="473" y="562"/>
                </a:lnTo>
                <a:lnTo>
                  <a:pt x="463" y="554"/>
                </a:lnTo>
                <a:lnTo>
                  <a:pt x="463" y="554"/>
                </a:lnTo>
                <a:lnTo>
                  <a:pt x="456" y="544"/>
                </a:lnTo>
                <a:lnTo>
                  <a:pt x="449" y="533"/>
                </a:lnTo>
                <a:lnTo>
                  <a:pt x="446" y="521"/>
                </a:lnTo>
                <a:lnTo>
                  <a:pt x="445" y="509"/>
                </a:lnTo>
                <a:lnTo>
                  <a:pt x="445" y="509"/>
                </a:lnTo>
                <a:lnTo>
                  <a:pt x="446" y="498"/>
                </a:lnTo>
                <a:lnTo>
                  <a:pt x="448" y="487"/>
                </a:lnTo>
                <a:lnTo>
                  <a:pt x="463" y="465"/>
                </a:lnTo>
                <a:lnTo>
                  <a:pt x="486" y="450"/>
                </a:lnTo>
                <a:lnTo>
                  <a:pt x="486" y="450"/>
                </a:lnTo>
                <a:lnTo>
                  <a:pt x="495" y="447"/>
                </a:lnTo>
                <a:lnTo>
                  <a:pt x="503" y="446"/>
                </a:lnTo>
                <a:lnTo>
                  <a:pt x="513" y="446"/>
                </a:lnTo>
                <a:lnTo>
                  <a:pt x="521" y="447"/>
                </a:lnTo>
                <a:lnTo>
                  <a:pt x="530" y="450"/>
                </a:lnTo>
                <a:lnTo>
                  <a:pt x="539" y="453"/>
                </a:lnTo>
                <a:lnTo>
                  <a:pt x="546" y="458"/>
                </a:lnTo>
                <a:lnTo>
                  <a:pt x="554" y="463"/>
                </a:lnTo>
                <a:lnTo>
                  <a:pt x="554" y="463"/>
                </a:lnTo>
                <a:lnTo>
                  <a:pt x="561" y="473"/>
                </a:lnTo>
                <a:lnTo>
                  <a:pt x="567" y="485"/>
                </a:lnTo>
                <a:lnTo>
                  <a:pt x="571" y="497"/>
                </a:lnTo>
                <a:lnTo>
                  <a:pt x="572" y="509"/>
                </a:lnTo>
                <a:lnTo>
                  <a:pt x="572" y="509"/>
                </a:lnTo>
                <a:lnTo>
                  <a:pt x="571" y="520"/>
                </a:lnTo>
                <a:lnTo>
                  <a:pt x="567" y="531"/>
                </a:lnTo>
                <a:lnTo>
                  <a:pt x="567" y="531"/>
                </a:lnTo>
                <a:close/>
                <a:moveTo>
                  <a:pt x="508" y="0"/>
                </a:moveTo>
                <a:lnTo>
                  <a:pt x="508" y="0"/>
                </a:lnTo>
                <a:lnTo>
                  <a:pt x="483" y="1"/>
                </a:lnTo>
                <a:lnTo>
                  <a:pt x="456" y="2"/>
                </a:lnTo>
                <a:lnTo>
                  <a:pt x="431" y="5"/>
                </a:lnTo>
                <a:lnTo>
                  <a:pt x="405" y="11"/>
                </a:lnTo>
                <a:lnTo>
                  <a:pt x="382" y="16"/>
                </a:lnTo>
                <a:lnTo>
                  <a:pt x="357" y="23"/>
                </a:lnTo>
                <a:lnTo>
                  <a:pt x="334" y="31"/>
                </a:lnTo>
                <a:lnTo>
                  <a:pt x="310" y="40"/>
                </a:lnTo>
                <a:lnTo>
                  <a:pt x="287" y="50"/>
                </a:lnTo>
                <a:lnTo>
                  <a:pt x="266" y="61"/>
                </a:lnTo>
                <a:lnTo>
                  <a:pt x="245" y="74"/>
                </a:lnTo>
                <a:lnTo>
                  <a:pt x="224" y="87"/>
                </a:lnTo>
                <a:lnTo>
                  <a:pt x="204" y="101"/>
                </a:lnTo>
                <a:lnTo>
                  <a:pt x="184" y="116"/>
                </a:lnTo>
                <a:lnTo>
                  <a:pt x="166" y="132"/>
                </a:lnTo>
                <a:lnTo>
                  <a:pt x="149" y="149"/>
                </a:lnTo>
                <a:lnTo>
                  <a:pt x="132" y="167"/>
                </a:lnTo>
                <a:lnTo>
                  <a:pt x="116" y="186"/>
                </a:lnTo>
                <a:lnTo>
                  <a:pt x="101" y="205"/>
                </a:lnTo>
                <a:lnTo>
                  <a:pt x="87" y="224"/>
                </a:lnTo>
                <a:lnTo>
                  <a:pt x="73" y="245"/>
                </a:lnTo>
                <a:lnTo>
                  <a:pt x="61" y="266"/>
                </a:lnTo>
                <a:lnTo>
                  <a:pt x="49" y="289"/>
                </a:lnTo>
                <a:lnTo>
                  <a:pt x="40" y="311"/>
                </a:lnTo>
                <a:lnTo>
                  <a:pt x="30" y="334"/>
                </a:lnTo>
                <a:lnTo>
                  <a:pt x="22" y="357"/>
                </a:lnTo>
                <a:lnTo>
                  <a:pt x="16" y="382"/>
                </a:lnTo>
                <a:lnTo>
                  <a:pt x="10" y="407"/>
                </a:lnTo>
                <a:lnTo>
                  <a:pt x="5" y="431"/>
                </a:lnTo>
                <a:lnTo>
                  <a:pt x="2" y="457"/>
                </a:lnTo>
                <a:lnTo>
                  <a:pt x="0" y="483"/>
                </a:lnTo>
                <a:lnTo>
                  <a:pt x="0" y="509"/>
                </a:lnTo>
                <a:lnTo>
                  <a:pt x="0" y="509"/>
                </a:lnTo>
                <a:lnTo>
                  <a:pt x="0" y="535"/>
                </a:lnTo>
                <a:lnTo>
                  <a:pt x="2" y="561"/>
                </a:lnTo>
                <a:lnTo>
                  <a:pt x="5" y="586"/>
                </a:lnTo>
                <a:lnTo>
                  <a:pt x="10" y="612"/>
                </a:lnTo>
                <a:lnTo>
                  <a:pt x="16" y="636"/>
                </a:lnTo>
                <a:lnTo>
                  <a:pt x="22" y="660"/>
                </a:lnTo>
                <a:lnTo>
                  <a:pt x="30" y="683"/>
                </a:lnTo>
                <a:lnTo>
                  <a:pt x="40" y="707"/>
                </a:lnTo>
                <a:lnTo>
                  <a:pt x="49" y="730"/>
                </a:lnTo>
                <a:lnTo>
                  <a:pt x="61" y="751"/>
                </a:lnTo>
                <a:lnTo>
                  <a:pt x="73" y="772"/>
                </a:lnTo>
                <a:lnTo>
                  <a:pt x="87" y="793"/>
                </a:lnTo>
                <a:lnTo>
                  <a:pt x="101" y="813"/>
                </a:lnTo>
                <a:lnTo>
                  <a:pt x="116" y="833"/>
                </a:lnTo>
                <a:lnTo>
                  <a:pt x="132" y="851"/>
                </a:lnTo>
                <a:lnTo>
                  <a:pt x="149" y="868"/>
                </a:lnTo>
                <a:lnTo>
                  <a:pt x="166" y="885"/>
                </a:lnTo>
                <a:lnTo>
                  <a:pt x="184" y="901"/>
                </a:lnTo>
                <a:lnTo>
                  <a:pt x="204" y="916"/>
                </a:lnTo>
                <a:lnTo>
                  <a:pt x="224" y="930"/>
                </a:lnTo>
                <a:lnTo>
                  <a:pt x="245" y="944"/>
                </a:lnTo>
                <a:lnTo>
                  <a:pt x="266" y="956"/>
                </a:lnTo>
                <a:lnTo>
                  <a:pt x="287" y="968"/>
                </a:lnTo>
                <a:lnTo>
                  <a:pt x="310" y="977"/>
                </a:lnTo>
                <a:lnTo>
                  <a:pt x="334" y="987"/>
                </a:lnTo>
                <a:lnTo>
                  <a:pt x="357" y="995"/>
                </a:lnTo>
                <a:lnTo>
                  <a:pt x="382" y="1002"/>
                </a:lnTo>
                <a:lnTo>
                  <a:pt x="405" y="1007"/>
                </a:lnTo>
                <a:lnTo>
                  <a:pt x="431" y="1012"/>
                </a:lnTo>
                <a:lnTo>
                  <a:pt x="456" y="1015"/>
                </a:lnTo>
                <a:lnTo>
                  <a:pt x="483" y="1017"/>
                </a:lnTo>
                <a:lnTo>
                  <a:pt x="508" y="1018"/>
                </a:lnTo>
                <a:lnTo>
                  <a:pt x="508" y="1018"/>
                </a:lnTo>
                <a:lnTo>
                  <a:pt x="534" y="1017"/>
                </a:lnTo>
                <a:lnTo>
                  <a:pt x="560" y="1015"/>
                </a:lnTo>
                <a:lnTo>
                  <a:pt x="586" y="1012"/>
                </a:lnTo>
                <a:lnTo>
                  <a:pt x="610" y="1007"/>
                </a:lnTo>
                <a:lnTo>
                  <a:pt x="635" y="1002"/>
                </a:lnTo>
                <a:lnTo>
                  <a:pt x="660" y="995"/>
                </a:lnTo>
                <a:lnTo>
                  <a:pt x="683" y="987"/>
                </a:lnTo>
                <a:lnTo>
                  <a:pt x="706" y="977"/>
                </a:lnTo>
                <a:lnTo>
                  <a:pt x="728" y="968"/>
                </a:lnTo>
                <a:lnTo>
                  <a:pt x="751" y="956"/>
                </a:lnTo>
                <a:lnTo>
                  <a:pt x="772" y="944"/>
                </a:lnTo>
                <a:lnTo>
                  <a:pt x="793" y="930"/>
                </a:lnTo>
                <a:lnTo>
                  <a:pt x="812" y="916"/>
                </a:lnTo>
                <a:lnTo>
                  <a:pt x="831" y="901"/>
                </a:lnTo>
                <a:lnTo>
                  <a:pt x="851" y="885"/>
                </a:lnTo>
                <a:lnTo>
                  <a:pt x="868" y="868"/>
                </a:lnTo>
                <a:lnTo>
                  <a:pt x="885" y="851"/>
                </a:lnTo>
                <a:lnTo>
                  <a:pt x="901" y="833"/>
                </a:lnTo>
                <a:lnTo>
                  <a:pt x="916" y="813"/>
                </a:lnTo>
                <a:lnTo>
                  <a:pt x="930" y="793"/>
                </a:lnTo>
                <a:lnTo>
                  <a:pt x="943" y="772"/>
                </a:lnTo>
                <a:lnTo>
                  <a:pt x="956" y="751"/>
                </a:lnTo>
                <a:lnTo>
                  <a:pt x="967" y="730"/>
                </a:lnTo>
                <a:lnTo>
                  <a:pt x="977" y="707"/>
                </a:lnTo>
                <a:lnTo>
                  <a:pt x="986" y="683"/>
                </a:lnTo>
                <a:lnTo>
                  <a:pt x="995" y="660"/>
                </a:lnTo>
                <a:lnTo>
                  <a:pt x="1001" y="636"/>
                </a:lnTo>
                <a:lnTo>
                  <a:pt x="1007" y="612"/>
                </a:lnTo>
                <a:lnTo>
                  <a:pt x="1012" y="586"/>
                </a:lnTo>
                <a:lnTo>
                  <a:pt x="1015" y="561"/>
                </a:lnTo>
                <a:lnTo>
                  <a:pt x="1017" y="535"/>
                </a:lnTo>
                <a:lnTo>
                  <a:pt x="1017" y="509"/>
                </a:lnTo>
                <a:lnTo>
                  <a:pt x="1017" y="509"/>
                </a:lnTo>
                <a:lnTo>
                  <a:pt x="1017" y="483"/>
                </a:lnTo>
                <a:lnTo>
                  <a:pt x="1015" y="457"/>
                </a:lnTo>
                <a:lnTo>
                  <a:pt x="1012" y="431"/>
                </a:lnTo>
                <a:lnTo>
                  <a:pt x="1007" y="407"/>
                </a:lnTo>
                <a:lnTo>
                  <a:pt x="1001" y="382"/>
                </a:lnTo>
                <a:lnTo>
                  <a:pt x="995" y="357"/>
                </a:lnTo>
                <a:lnTo>
                  <a:pt x="986" y="334"/>
                </a:lnTo>
                <a:lnTo>
                  <a:pt x="977" y="311"/>
                </a:lnTo>
                <a:lnTo>
                  <a:pt x="967" y="289"/>
                </a:lnTo>
                <a:lnTo>
                  <a:pt x="956" y="266"/>
                </a:lnTo>
                <a:lnTo>
                  <a:pt x="943" y="245"/>
                </a:lnTo>
                <a:lnTo>
                  <a:pt x="930" y="224"/>
                </a:lnTo>
                <a:lnTo>
                  <a:pt x="916" y="205"/>
                </a:lnTo>
                <a:lnTo>
                  <a:pt x="901" y="186"/>
                </a:lnTo>
                <a:lnTo>
                  <a:pt x="885" y="167"/>
                </a:lnTo>
                <a:lnTo>
                  <a:pt x="868" y="149"/>
                </a:lnTo>
                <a:lnTo>
                  <a:pt x="851" y="132"/>
                </a:lnTo>
                <a:lnTo>
                  <a:pt x="831" y="116"/>
                </a:lnTo>
                <a:lnTo>
                  <a:pt x="812" y="101"/>
                </a:lnTo>
                <a:lnTo>
                  <a:pt x="793" y="87"/>
                </a:lnTo>
                <a:lnTo>
                  <a:pt x="772" y="74"/>
                </a:lnTo>
                <a:lnTo>
                  <a:pt x="751" y="61"/>
                </a:lnTo>
                <a:lnTo>
                  <a:pt x="728" y="50"/>
                </a:lnTo>
                <a:lnTo>
                  <a:pt x="706" y="40"/>
                </a:lnTo>
                <a:lnTo>
                  <a:pt x="683" y="31"/>
                </a:lnTo>
                <a:lnTo>
                  <a:pt x="660" y="23"/>
                </a:lnTo>
                <a:lnTo>
                  <a:pt x="635" y="16"/>
                </a:lnTo>
                <a:lnTo>
                  <a:pt x="610" y="11"/>
                </a:lnTo>
                <a:lnTo>
                  <a:pt x="586" y="5"/>
                </a:lnTo>
                <a:lnTo>
                  <a:pt x="560" y="2"/>
                </a:lnTo>
                <a:lnTo>
                  <a:pt x="534" y="1"/>
                </a:lnTo>
                <a:lnTo>
                  <a:pt x="508" y="0"/>
                </a:lnTo>
                <a:lnTo>
                  <a:pt x="508" y="0"/>
                </a:lnTo>
                <a:close/>
                <a:moveTo>
                  <a:pt x="508" y="954"/>
                </a:moveTo>
                <a:lnTo>
                  <a:pt x="508" y="954"/>
                </a:lnTo>
                <a:lnTo>
                  <a:pt x="486" y="954"/>
                </a:lnTo>
                <a:lnTo>
                  <a:pt x="463" y="952"/>
                </a:lnTo>
                <a:lnTo>
                  <a:pt x="441" y="948"/>
                </a:lnTo>
                <a:lnTo>
                  <a:pt x="418" y="945"/>
                </a:lnTo>
                <a:lnTo>
                  <a:pt x="397" y="940"/>
                </a:lnTo>
                <a:lnTo>
                  <a:pt x="376" y="935"/>
                </a:lnTo>
                <a:lnTo>
                  <a:pt x="355" y="927"/>
                </a:lnTo>
                <a:lnTo>
                  <a:pt x="336" y="919"/>
                </a:lnTo>
                <a:lnTo>
                  <a:pt x="315" y="910"/>
                </a:lnTo>
                <a:lnTo>
                  <a:pt x="296" y="900"/>
                </a:lnTo>
                <a:lnTo>
                  <a:pt x="278" y="889"/>
                </a:lnTo>
                <a:lnTo>
                  <a:pt x="260" y="878"/>
                </a:lnTo>
                <a:lnTo>
                  <a:pt x="242" y="866"/>
                </a:lnTo>
                <a:lnTo>
                  <a:pt x="225" y="852"/>
                </a:lnTo>
                <a:lnTo>
                  <a:pt x="209" y="838"/>
                </a:lnTo>
                <a:lnTo>
                  <a:pt x="194" y="824"/>
                </a:lnTo>
                <a:lnTo>
                  <a:pt x="179" y="808"/>
                </a:lnTo>
                <a:lnTo>
                  <a:pt x="165" y="792"/>
                </a:lnTo>
                <a:lnTo>
                  <a:pt x="151" y="775"/>
                </a:lnTo>
                <a:lnTo>
                  <a:pt x="139" y="757"/>
                </a:lnTo>
                <a:lnTo>
                  <a:pt x="128" y="739"/>
                </a:lnTo>
                <a:lnTo>
                  <a:pt x="117" y="721"/>
                </a:lnTo>
                <a:lnTo>
                  <a:pt x="107" y="702"/>
                </a:lnTo>
                <a:lnTo>
                  <a:pt x="99" y="682"/>
                </a:lnTo>
                <a:lnTo>
                  <a:pt x="90" y="662"/>
                </a:lnTo>
                <a:lnTo>
                  <a:pt x="84" y="642"/>
                </a:lnTo>
                <a:lnTo>
                  <a:pt x="77" y="620"/>
                </a:lnTo>
                <a:lnTo>
                  <a:pt x="72" y="599"/>
                </a:lnTo>
                <a:lnTo>
                  <a:pt x="69" y="576"/>
                </a:lnTo>
                <a:lnTo>
                  <a:pt x="65" y="555"/>
                </a:lnTo>
                <a:lnTo>
                  <a:pt x="63" y="532"/>
                </a:lnTo>
                <a:lnTo>
                  <a:pt x="63" y="509"/>
                </a:lnTo>
                <a:lnTo>
                  <a:pt x="63" y="509"/>
                </a:lnTo>
                <a:lnTo>
                  <a:pt x="63" y="486"/>
                </a:lnTo>
                <a:lnTo>
                  <a:pt x="65" y="463"/>
                </a:lnTo>
                <a:lnTo>
                  <a:pt x="69" y="441"/>
                </a:lnTo>
                <a:lnTo>
                  <a:pt x="72" y="420"/>
                </a:lnTo>
                <a:lnTo>
                  <a:pt x="77" y="398"/>
                </a:lnTo>
                <a:lnTo>
                  <a:pt x="84" y="377"/>
                </a:lnTo>
                <a:lnTo>
                  <a:pt x="90" y="356"/>
                </a:lnTo>
                <a:lnTo>
                  <a:pt x="99" y="336"/>
                </a:lnTo>
                <a:lnTo>
                  <a:pt x="107" y="315"/>
                </a:lnTo>
                <a:lnTo>
                  <a:pt x="117" y="297"/>
                </a:lnTo>
                <a:lnTo>
                  <a:pt x="128" y="278"/>
                </a:lnTo>
                <a:lnTo>
                  <a:pt x="139" y="260"/>
                </a:lnTo>
                <a:lnTo>
                  <a:pt x="151" y="242"/>
                </a:lnTo>
                <a:lnTo>
                  <a:pt x="165" y="225"/>
                </a:lnTo>
                <a:lnTo>
                  <a:pt x="179" y="209"/>
                </a:lnTo>
                <a:lnTo>
                  <a:pt x="194" y="194"/>
                </a:lnTo>
                <a:lnTo>
                  <a:pt x="209" y="179"/>
                </a:lnTo>
                <a:lnTo>
                  <a:pt x="225" y="165"/>
                </a:lnTo>
                <a:lnTo>
                  <a:pt x="242" y="152"/>
                </a:lnTo>
                <a:lnTo>
                  <a:pt x="260" y="139"/>
                </a:lnTo>
                <a:lnTo>
                  <a:pt x="278" y="128"/>
                </a:lnTo>
                <a:lnTo>
                  <a:pt x="296" y="117"/>
                </a:lnTo>
                <a:lnTo>
                  <a:pt x="315" y="107"/>
                </a:lnTo>
                <a:lnTo>
                  <a:pt x="336" y="99"/>
                </a:lnTo>
                <a:lnTo>
                  <a:pt x="355" y="90"/>
                </a:lnTo>
                <a:lnTo>
                  <a:pt x="376" y="84"/>
                </a:lnTo>
                <a:lnTo>
                  <a:pt x="397" y="77"/>
                </a:lnTo>
                <a:lnTo>
                  <a:pt x="418" y="73"/>
                </a:lnTo>
                <a:lnTo>
                  <a:pt x="441" y="69"/>
                </a:lnTo>
                <a:lnTo>
                  <a:pt x="463" y="65"/>
                </a:lnTo>
                <a:lnTo>
                  <a:pt x="486" y="64"/>
                </a:lnTo>
                <a:lnTo>
                  <a:pt x="508" y="63"/>
                </a:lnTo>
                <a:lnTo>
                  <a:pt x="508" y="63"/>
                </a:lnTo>
                <a:lnTo>
                  <a:pt x="531" y="64"/>
                </a:lnTo>
                <a:lnTo>
                  <a:pt x="554" y="65"/>
                </a:lnTo>
                <a:lnTo>
                  <a:pt x="576" y="69"/>
                </a:lnTo>
                <a:lnTo>
                  <a:pt x="598" y="73"/>
                </a:lnTo>
                <a:lnTo>
                  <a:pt x="620" y="77"/>
                </a:lnTo>
                <a:lnTo>
                  <a:pt x="640" y="84"/>
                </a:lnTo>
                <a:lnTo>
                  <a:pt x="661" y="90"/>
                </a:lnTo>
                <a:lnTo>
                  <a:pt x="681" y="99"/>
                </a:lnTo>
                <a:lnTo>
                  <a:pt x="702" y="107"/>
                </a:lnTo>
                <a:lnTo>
                  <a:pt x="721" y="117"/>
                </a:lnTo>
                <a:lnTo>
                  <a:pt x="739" y="128"/>
                </a:lnTo>
                <a:lnTo>
                  <a:pt x="757" y="139"/>
                </a:lnTo>
                <a:lnTo>
                  <a:pt x="775" y="152"/>
                </a:lnTo>
                <a:lnTo>
                  <a:pt x="792" y="165"/>
                </a:lnTo>
                <a:lnTo>
                  <a:pt x="808" y="179"/>
                </a:lnTo>
                <a:lnTo>
                  <a:pt x="823" y="194"/>
                </a:lnTo>
                <a:lnTo>
                  <a:pt x="838" y="209"/>
                </a:lnTo>
                <a:lnTo>
                  <a:pt x="852" y="225"/>
                </a:lnTo>
                <a:lnTo>
                  <a:pt x="865" y="242"/>
                </a:lnTo>
                <a:lnTo>
                  <a:pt x="878" y="260"/>
                </a:lnTo>
                <a:lnTo>
                  <a:pt x="889" y="278"/>
                </a:lnTo>
                <a:lnTo>
                  <a:pt x="900" y="297"/>
                </a:lnTo>
                <a:lnTo>
                  <a:pt x="910" y="315"/>
                </a:lnTo>
                <a:lnTo>
                  <a:pt x="918" y="336"/>
                </a:lnTo>
                <a:lnTo>
                  <a:pt x="927" y="356"/>
                </a:lnTo>
                <a:lnTo>
                  <a:pt x="933" y="377"/>
                </a:lnTo>
                <a:lnTo>
                  <a:pt x="940" y="398"/>
                </a:lnTo>
                <a:lnTo>
                  <a:pt x="944" y="420"/>
                </a:lnTo>
                <a:lnTo>
                  <a:pt x="948" y="441"/>
                </a:lnTo>
                <a:lnTo>
                  <a:pt x="952" y="463"/>
                </a:lnTo>
                <a:lnTo>
                  <a:pt x="953" y="486"/>
                </a:lnTo>
                <a:lnTo>
                  <a:pt x="954" y="509"/>
                </a:lnTo>
                <a:lnTo>
                  <a:pt x="954" y="509"/>
                </a:lnTo>
                <a:lnTo>
                  <a:pt x="953" y="532"/>
                </a:lnTo>
                <a:lnTo>
                  <a:pt x="952" y="555"/>
                </a:lnTo>
                <a:lnTo>
                  <a:pt x="948" y="576"/>
                </a:lnTo>
                <a:lnTo>
                  <a:pt x="944" y="599"/>
                </a:lnTo>
                <a:lnTo>
                  <a:pt x="940" y="620"/>
                </a:lnTo>
                <a:lnTo>
                  <a:pt x="933" y="642"/>
                </a:lnTo>
                <a:lnTo>
                  <a:pt x="927" y="662"/>
                </a:lnTo>
                <a:lnTo>
                  <a:pt x="918" y="682"/>
                </a:lnTo>
                <a:lnTo>
                  <a:pt x="910" y="702"/>
                </a:lnTo>
                <a:lnTo>
                  <a:pt x="900" y="721"/>
                </a:lnTo>
                <a:lnTo>
                  <a:pt x="889" y="739"/>
                </a:lnTo>
                <a:lnTo>
                  <a:pt x="878" y="757"/>
                </a:lnTo>
                <a:lnTo>
                  <a:pt x="865" y="775"/>
                </a:lnTo>
                <a:lnTo>
                  <a:pt x="852" y="792"/>
                </a:lnTo>
                <a:lnTo>
                  <a:pt x="838" y="808"/>
                </a:lnTo>
                <a:lnTo>
                  <a:pt x="823" y="824"/>
                </a:lnTo>
                <a:lnTo>
                  <a:pt x="808" y="838"/>
                </a:lnTo>
                <a:lnTo>
                  <a:pt x="792" y="852"/>
                </a:lnTo>
                <a:lnTo>
                  <a:pt x="775" y="866"/>
                </a:lnTo>
                <a:lnTo>
                  <a:pt x="757" y="878"/>
                </a:lnTo>
                <a:lnTo>
                  <a:pt x="739" y="889"/>
                </a:lnTo>
                <a:lnTo>
                  <a:pt x="721" y="900"/>
                </a:lnTo>
                <a:lnTo>
                  <a:pt x="702" y="910"/>
                </a:lnTo>
                <a:lnTo>
                  <a:pt x="681" y="919"/>
                </a:lnTo>
                <a:lnTo>
                  <a:pt x="661" y="927"/>
                </a:lnTo>
                <a:lnTo>
                  <a:pt x="640" y="935"/>
                </a:lnTo>
                <a:lnTo>
                  <a:pt x="620" y="940"/>
                </a:lnTo>
                <a:lnTo>
                  <a:pt x="598" y="945"/>
                </a:lnTo>
                <a:lnTo>
                  <a:pt x="576" y="948"/>
                </a:lnTo>
                <a:lnTo>
                  <a:pt x="554" y="952"/>
                </a:lnTo>
                <a:lnTo>
                  <a:pt x="531" y="954"/>
                </a:lnTo>
                <a:lnTo>
                  <a:pt x="508" y="954"/>
                </a:lnTo>
                <a:lnTo>
                  <a:pt x="508" y="954"/>
                </a:lnTo>
                <a:close/>
                <a:moveTo>
                  <a:pt x="508" y="191"/>
                </a:moveTo>
                <a:lnTo>
                  <a:pt x="508" y="191"/>
                </a:lnTo>
                <a:lnTo>
                  <a:pt x="515" y="190"/>
                </a:lnTo>
                <a:lnTo>
                  <a:pt x="520" y="188"/>
                </a:lnTo>
                <a:lnTo>
                  <a:pt x="526" y="186"/>
                </a:lnTo>
                <a:lnTo>
                  <a:pt x="531" y="181"/>
                </a:lnTo>
                <a:lnTo>
                  <a:pt x="534" y="177"/>
                </a:lnTo>
                <a:lnTo>
                  <a:pt x="537" y="172"/>
                </a:lnTo>
                <a:lnTo>
                  <a:pt x="540" y="165"/>
                </a:lnTo>
                <a:lnTo>
                  <a:pt x="541" y="159"/>
                </a:lnTo>
                <a:lnTo>
                  <a:pt x="541" y="159"/>
                </a:lnTo>
                <a:lnTo>
                  <a:pt x="540" y="152"/>
                </a:lnTo>
                <a:lnTo>
                  <a:pt x="537" y="147"/>
                </a:lnTo>
                <a:lnTo>
                  <a:pt x="534" y="142"/>
                </a:lnTo>
                <a:lnTo>
                  <a:pt x="531" y="136"/>
                </a:lnTo>
                <a:lnTo>
                  <a:pt x="526" y="133"/>
                </a:lnTo>
                <a:lnTo>
                  <a:pt x="520" y="130"/>
                </a:lnTo>
                <a:lnTo>
                  <a:pt x="515" y="128"/>
                </a:lnTo>
                <a:lnTo>
                  <a:pt x="508" y="128"/>
                </a:lnTo>
                <a:lnTo>
                  <a:pt x="508" y="128"/>
                </a:lnTo>
                <a:lnTo>
                  <a:pt x="502" y="128"/>
                </a:lnTo>
                <a:lnTo>
                  <a:pt x="496" y="130"/>
                </a:lnTo>
                <a:lnTo>
                  <a:pt x="490" y="133"/>
                </a:lnTo>
                <a:lnTo>
                  <a:pt x="486" y="136"/>
                </a:lnTo>
                <a:lnTo>
                  <a:pt x="482" y="142"/>
                </a:lnTo>
                <a:lnTo>
                  <a:pt x="479" y="147"/>
                </a:lnTo>
                <a:lnTo>
                  <a:pt x="477" y="152"/>
                </a:lnTo>
                <a:lnTo>
                  <a:pt x="476" y="159"/>
                </a:lnTo>
                <a:lnTo>
                  <a:pt x="476" y="159"/>
                </a:lnTo>
                <a:lnTo>
                  <a:pt x="477" y="165"/>
                </a:lnTo>
                <a:lnTo>
                  <a:pt x="479" y="172"/>
                </a:lnTo>
                <a:lnTo>
                  <a:pt x="482" y="177"/>
                </a:lnTo>
                <a:lnTo>
                  <a:pt x="486" y="181"/>
                </a:lnTo>
                <a:lnTo>
                  <a:pt x="490" y="186"/>
                </a:lnTo>
                <a:lnTo>
                  <a:pt x="496" y="188"/>
                </a:lnTo>
                <a:lnTo>
                  <a:pt x="502" y="190"/>
                </a:lnTo>
                <a:lnTo>
                  <a:pt x="508" y="191"/>
                </a:lnTo>
                <a:lnTo>
                  <a:pt x="508" y="191"/>
                </a:lnTo>
                <a:close/>
                <a:moveTo>
                  <a:pt x="508" y="827"/>
                </a:moveTo>
                <a:lnTo>
                  <a:pt x="508" y="827"/>
                </a:lnTo>
                <a:lnTo>
                  <a:pt x="502" y="827"/>
                </a:lnTo>
                <a:lnTo>
                  <a:pt x="496" y="829"/>
                </a:lnTo>
                <a:lnTo>
                  <a:pt x="490" y="833"/>
                </a:lnTo>
                <a:lnTo>
                  <a:pt x="486" y="836"/>
                </a:lnTo>
                <a:lnTo>
                  <a:pt x="482" y="841"/>
                </a:lnTo>
                <a:lnTo>
                  <a:pt x="479" y="847"/>
                </a:lnTo>
                <a:lnTo>
                  <a:pt x="477" y="852"/>
                </a:lnTo>
                <a:lnTo>
                  <a:pt x="476" y="858"/>
                </a:lnTo>
                <a:lnTo>
                  <a:pt x="476" y="858"/>
                </a:lnTo>
                <a:lnTo>
                  <a:pt x="477" y="865"/>
                </a:lnTo>
                <a:lnTo>
                  <a:pt x="479" y="871"/>
                </a:lnTo>
                <a:lnTo>
                  <a:pt x="482" y="877"/>
                </a:lnTo>
                <a:lnTo>
                  <a:pt x="486" y="881"/>
                </a:lnTo>
                <a:lnTo>
                  <a:pt x="490" y="885"/>
                </a:lnTo>
                <a:lnTo>
                  <a:pt x="496" y="888"/>
                </a:lnTo>
                <a:lnTo>
                  <a:pt x="502" y="889"/>
                </a:lnTo>
                <a:lnTo>
                  <a:pt x="508" y="891"/>
                </a:lnTo>
                <a:lnTo>
                  <a:pt x="508" y="891"/>
                </a:lnTo>
                <a:lnTo>
                  <a:pt x="515" y="889"/>
                </a:lnTo>
                <a:lnTo>
                  <a:pt x="520" y="888"/>
                </a:lnTo>
                <a:lnTo>
                  <a:pt x="526" y="885"/>
                </a:lnTo>
                <a:lnTo>
                  <a:pt x="531" y="881"/>
                </a:lnTo>
                <a:lnTo>
                  <a:pt x="534" y="877"/>
                </a:lnTo>
                <a:lnTo>
                  <a:pt x="537" y="871"/>
                </a:lnTo>
                <a:lnTo>
                  <a:pt x="540" y="865"/>
                </a:lnTo>
                <a:lnTo>
                  <a:pt x="541" y="858"/>
                </a:lnTo>
                <a:lnTo>
                  <a:pt x="541" y="858"/>
                </a:lnTo>
                <a:lnTo>
                  <a:pt x="540" y="852"/>
                </a:lnTo>
                <a:lnTo>
                  <a:pt x="537" y="847"/>
                </a:lnTo>
                <a:lnTo>
                  <a:pt x="534" y="841"/>
                </a:lnTo>
                <a:lnTo>
                  <a:pt x="531" y="836"/>
                </a:lnTo>
                <a:lnTo>
                  <a:pt x="526" y="833"/>
                </a:lnTo>
                <a:lnTo>
                  <a:pt x="520" y="829"/>
                </a:lnTo>
                <a:lnTo>
                  <a:pt x="515" y="827"/>
                </a:lnTo>
                <a:lnTo>
                  <a:pt x="508" y="827"/>
                </a:lnTo>
                <a:lnTo>
                  <a:pt x="508" y="827"/>
                </a:lnTo>
                <a:close/>
                <a:moveTo>
                  <a:pt x="858" y="477"/>
                </a:moveTo>
                <a:lnTo>
                  <a:pt x="858" y="477"/>
                </a:lnTo>
                <a:lnTo>
                  <a:pt x="852" y="477"/>
                </a:lnTo>
                <a:lnTo>
                  <a:pt x="845" y="480"/>
                </a:lnTo>
                <a:lnTo>
                  <a:pt x="840" y="483"/>
                </a:lnTo>
                <a:lnTo>
                  <a:pt x="836" y="486"/>
                </a:lnTo>
                <a:lnTo>
                  <a:pt x="831" y="491"/>
                </a:lnTo>
                <a:lnTo>
                  <a:pt x="829" y="497"/>
                </a:lnTo>
                <a:lnTo>
                  <a:pt x="827" y="502"/>
                </a:lnTo>
                <a:lnTo>
                  <a:pt x="826" y="509"/>
                </a:lnTo>
                <a:lnTo>
                  <a:pt x="826" y="509"/>
                </a:lnTo>
                <a:lnTo>
                  <a:pt x="827" y="515"/>
                </a:lnTo>
                <a:lnTo>
                  <a:pt x="829" y="521"/>
                </a:lnTo>
                <a:lnTo>
                  <a:pt x="831" y="527"/>
                </a:lnTo>
                <a:lnTo>
                  <a:pt x="836" y="531"/>
                </a:lnTo>
                <a:lnTo>
                  <a:pt x="840" y="535"/>
                </a:lnTo>
                <a:lnTo>
                  <a:pt x="845" y="539"/>
                </a:lnTo>
                <a:lnTo>
                  <a:pt x="852" y="540"/>
                </a:lnTo>
                <a:lnTo>
                  <a:pt x="858" y="541"/>
                </a:lnTo>
                <a:lnTo>
                  <a:pt x="858" y="541"/>
                </a:lnTo>
                <a:lnTo>
                  <a:pt x="865" y="540"/>
                </a:lnTo>
                <a:lnTo>
                  <a:pt x="871" y="539"/>
                </a:lnTo>
                <a:lnTo>
                  <a:pt x="876" y="535"/>
                </a:lnTo>
                <a:lnTo>
                  <a:pt x="881" y="531"/>
                </a:lnTo>
                <a:lnTo>
                  <a:pt x="885" y="527"/>
                </a:lnTo>
                <a:lnTo>
                  <a:pt x="887" y="521"/>
                </a:lnTo>
                <a:lnTo>
                  <a:pt x="889" y="515"/>
                </a:lnTo>
                <a:lnTo>
                  <a:pt x="890" y="509"/>
                </a:lnTo>
                <a:lnTo>
                  <a:pt x="890" y="509"/>
                </a:lnTo>
                <a:lnTo>
                  <a:pt x="889" y="502"/>
                </a:lnTo>
                <a:lnTo>
                  <a:pt x="887" y="497"/>
                </a:lnTo>
                <a:lnTo>
                  <a:pt x="885" y="491"/>
                </a:lnTo>
                <a:lnTo>
                  <a:pt x="881" y="486"/>
                </a:lnTo>
                <a:lnTo>
                  <a:pt x="876" y="483"/>
                </a:lnTo>
                <a:lnTo>
                  <a:pt x="871" y="480"/>
                </a:lnTo>
                <a:lnTo>
                  <a:pt x="865" y="477"/>
                </a:lnTo>
                <a:lnTo>
                  <a:pt x="858" y="477"/>
                </a:lnTo>
                <a:lnTo>
                  <a:pt x="858" y="477"/>
                </a:lnTo>
                <a:close/>
                <a:moveTo>
                  <a:pt x="159" y="477"/>
                </a:moveTo>
                <a:lnTo>
                  <a:pt x="159" y="477"/>
                </a:lnTo>
                <a:lnTo>
                  <a:pt x="152" y="477"/>
                </a:lnTo>
                <a:lnTo>
                  <a:pt x="146" y="480"/>
                </a:lnTo>
                <a:lnTo>
                  <a:pt x="140" y="483"/>
                </a:lnTo>
                <a:lnTo>
                  <a:pt x="136" y="486"/>
                </a:lnTo>
                <a:lnTo>
                  <a:pt x="132" y="491"/>
                </a:lnTo>
                <a:lnTo>
                  <a:pt x="130" y="497"/>
                </a:lnTo>
                <a:lnTo>
                  <a:pt x="128" y="502"/>
                </a:lnTo>
                <a:lnTo>
                  <a:pt x="126" y="509"/>
                </a:lnTo>
                <a:lnTo>
                  <a:pt x="126" y="509"/>
                </a:lnTo>
                <a:lnTo>
                  <a:pt x="128" y="515"/>
                </a:lnTo>
                <a:lnTo>
                  <a:pt x="130" y="521"/>
                </a:lnTo>
                <a:lnTo>
                  <a:pt x="132" y="527"/>
                </a:lnTo>
                <a:lnTo>
                  <a:pt x="136" y="531"/>
                </a:lnTo>
                <a:lnTo>
                  <a:pt x="140" y="535"/>
                </a:lnTo>
                <a:lnTo>
                  <a:pt x="146" y="539"/>
                </a:lnTo>
                <a:lnTo>
                  <a:pt x="152" y="540"/>
                </a:lnTo>
                <a:lnTo>
                  <a:pt x="159" y="541"/>
                </a:lnTo>
                <a:lnTo>
                  <a:pt x="159" y="541"/>
                </a:lnTo>
                <a:lnTo>
                  <a:pt x="165" y="540"/>
                </a:lnTo>
                <a:lnTo>
                  <a:pt x="170" y="539"/>
                </a:lnTo>
                <a:lnTo>
                  <a:pt x="176" y="535"/>
                </a:lnTo>
                <a:lnTo>
                  <a:pt x="181" y="531"/>
                </a:lnTo>
                <a:lnTo>
                  <a:pt x="184" y="527"/>
                </a:lnTo>
                <a:lnTo>
                  <a:pt x="188" y="521"/>
                </a:lnTo>
                <a:lnTo>
                  <a:pt x="190" y="515"/>
                </a:lnTo>
                <a:lnTo>
                  <a:pt x="190" y="509"/>
                </a:lnTo>
                <a:lnTo>
                  <a:pt x="190" y="509"/>
                </a:lnTo>
                <a:lnTo>
                  <a:pt x="190" y="502"/>
                </a:lnTo>
                <a:lnTo>
                  <a:pt x="188" y="497"/>
                </a:lnTo>
                <a:lnTo>
                  <a:pt x="184" y="491"/>
                </a:lnTo>
                <a:lnTo>
                  <a:pt x="181" y="486"/>
                </a:lnTo>
                <a:lnTo>
                  <a:pt x="176" y="483"/>
                </a:lnTo>
                <a:lnTo>
                  <a:pt x="170" y="480"/>
                </a:lnTo>
                <a:lnTo>
                  <a:pt x="165" y="477"/>
                </a:lnTo>
                <a:lnTo>
                  <a:pt x="159" y="477"/>
                </a:lnTo>
                <a:lnTo>
                  <a:pt x="159" y="477"/>
                </a:lnTo>
                <a:close/>
              </a:path>
            </a:pathLst>
          </a:custGeom>
          <a:solidFill>
            <a:srgbClr val="ECCEC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3638E8-7EC8-4713-9DC5-A72112619839}"/>
              </a:ext>
            </a:extLst>
          </p:cNvPr>
          <p:cNvSpPr txBox="1"/>
          <p:nvPr/>
        </p:nvSpPr>
        <p:spPr>
          <a:xfrm>
            <a:off x="2090699" y="4161992"/>
            <a:ext cx="2218055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090380-8BC3-4358-9D43-40F0317BD0AD}"/>
              </a:ext>
            </a:extLst>
          </p:cNvPr>
          <p:cNvSpPr txBox="1"/>
          <p:nvPr/>
        </p:nvSpPr>
        <p:spPr>
          <a:xfrm>
            <a:off x="2091070" y="3605480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0FDA76-BB42-4475-A85D-C41DBA015C5F}"/>
              </a:ext>
            </a:extLst>
          </p:cNvPr>
          <p:cNvSpPr txBox="1"/>
          <p:nvPr/>
        </p:nvSpPr>
        <p:spPr>
          <a:xfrm>
            <a:off x="4824934" y="4161991"/>
            <a:ext cx="2218055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FB30D2-A9BA-4B3A-942B-F2317132AD98}"/>
              </a:ext>
            </a:extLst>
          </p:cNvPr>
          <p:cNvSpPr txBox="1"/>
          <p:nvPr/>
        </p:nvSpPr>
        <p:spPr>
          <a:xfrm>
            <a:off x="4856817" y="3605919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4" name="Freeform 80">
            <a:extLst>
              <a:ext uri="{FF2B5EF4-FFF2-40B4-BE49-F238E27FC236}">
                <a16:creationId xmlns:a16="http://schemas.microsoft.com/office/drawing/2014/main" id="{36F03911-A869-4873-8DFA-CAE9EFACF5A8}"/>
              </a:ext>
            </a:extLst>
          </p:cNvPr>
          <p:cNvSpPr>
            <a:spLocks noEditPoints="1"/>
          </p:cNvSpPr>
          <p:nvPr/>
        </p:nvSpPr>
        <p:spPr bwMode="auto">
          <a:xfrm>
            <a:off x="8488575" y="2052507"/>
            <a:ext cx="828040" cy="831850"/>
          </a:xfrm>
          <a:custGeom>
            <a:avLst/>
            <a:gdLst>
              <a:gd name="T0" fmla="*/ 1017 w 1017"/>
              <a:gd name="T1" fmla="*/ 28 h 1017"/>
              <a:gd name="T2" fmla="*/ 1017 w 1017"/>
              <a:gd name="T3" fmla="*/ 25 h 1017"/>
              <a:gd name="T4" fmla="*/ 1015 w 1017"/>
              <a:gd name="T5" fmla="*/ 19 h 1017"/>
              <a:gd name="T6" fmla="*/ 1014 w 1017"/>
              <a:gd name="T7" fmla="*/ 17 h 1017"/>
              <a:gd name="T8" fmla="*/ 1011 w 1017"/>
              <a:gd name="T9" fmla="*/ 12 h 1017"/>
              <a:gd name="T10" fmla="*/ 1008 w 1017"/>
              <a:gd name="T11" fmla="*/ 9 h 1017"/>
              <a:gd name="T12" fmla="*/ 1005 w 1017"/>
              <a:gd name="T13" fmla="*/ 6 h 1017"/>
              <a:gd name="T14" fmla="*/ 1003 w 1017"/>
              <a:gd name="T15" fmla="*/ 5 h 1017"/>
              <a:gd name="T16" fmla="*/ 1002 w 1017"/>
              <a:gd name="T17" fmla="*/ 4 h 1017"/>
              <a:gd name="T18" fmla="*/ 1002 w 1017"/>
              <a:gd name="T19" fmla="*/ 4 h 1017"/>
              <a:gd name="T20" fmla="*/ 995 w 1017"/>
              <a:gd name="T21" fmla="*/ 1 h 1017"/>
              <a:gd name="T22" fmla="*/ 991 w 1017"/>
              <a:gd name="T23" fmla="*/ 0 h 1017"/>
              <a:gd name="T24" fmla="*/ 984 w 1017"/>
              <a:gd name="T25" fmla="*/ 0 h 1017"/>
              <a:gd name="T26" fmla="*/ 983 w 1017"/>
              <a:gd name="T27" fmla="*/ 0 h 1017"/>
              <a:gd name="T28" fmla="*/ 977 w 1017"/>
              <a:gd name="T29" fmla="*/ 1 h 1017"/>
              <a:gd name="T30" fmla="*/ 973 w 1017"/>
              <a:gd name="T31" fmla="*/ 2 h 1017"/>
              <a:gd name="T32" fmla="*/ 968 w 1017"/>
              <a:gd name="T33" fmla="*/ 5 h 1017"/>
              <a:gd name="T34" fmla="*/ 968 w 1017"/>
              <a:gd name="T35" fmla="*/ 5 h 1017"/>
              <a:gd name="T36" fmla="*/ 10 w 1017"/>
              <a:gd name="T37" fmla="*/ 676 h 1017"/>
              <a:gd name="T38" fmla="*/ 1 w 1017"/>
              <a:gd name="T39" fmla="*/ 689 h 1017"/>
              <a:gd name="T40" fmla="*/ 0 w 1017"/>
              <a:gd name="T41" fmla="*/ 704 h 1017"/>
              <a:gd name="T42" fmla="*/ 3 w 1017"/>
              <a:gd name="T43" fmla="*/ 713 h 1017"/>
              <a:gd name="T44" fmla="*/ 13 w 1017"/>
              <a:gd name="T45" fmla="*/ 724 h 1017"/>
              <a:gd name="T46" fmla="*/ 27 w 1017"/>
              <a:gd name="T47" fmla="*/ 731 h 1017"/>
              <a:gd name="T48" fmla="*/ 350 w 1017"/>
              <a:gd name="T49" fmla="*/ 985 h 1017"/>
              <a:gd name="T50" fmla="*/ 351 w 1017"/>
              <a:gd name="T51" fmla="*/ 988 h 1017"/>
              <a:gd name="T52" fmla="*/ 354 w 1017"/>
              <a:gd name="T53" fmla="*/ 1000 h 1017"/>
              <a:gd name="T54" fmla="*/ 357 w 1017"/>
              <a:gd name="T55" fmla="*/ 1005 h 1017"/>
              <a:gd name="T56" fmla="*/ 365 w 1017"/>
              <a:gd name="T57" fmla="*/ 1012 h 1017"/>
              <a:gd name="T58" fmla="*/ 368 w 1017"/>
              <a:gd name="T59" fmla="*/ 1014 h 1017"/>
              <a:gd name="T60" fmla="*/ 376 w 1017"/>
              <a:gd name="T61" fmla="*/ 1016 h 1017"/>
              <a:gd name="T62" fmla="*/ 382 w 1017"/>
              <a:gd name="T63" fmla="*/ 1017 h 1017"/>
              <a:gd name="T64" fmla="*/ 393 w 1017"/>
              <a:gd name="T65" fmla="*/ 1015 h 1017"/>
              <a:gd name="T66" fmla="*/ 399 w 1017"/>
              <a:gd name="T67" fmla="*/ 1012 h 1017"/>
              <a:gd name="T68" fmla="*/ 405 w 1017"/>
              <a:gd name="T69" fmla="*/ 1006 h 1017"/>
              <a:gd name="T70" fmla="*/ 524 w 1017"/>
              <a:gd name="T71" fmla="*/ 821 h 1017"/>
              <a:gd name="T72" fmla="*/ 876 w 1017"/>
              <a:gd name="T73" fmla="*/ 1013 h 1017"/>
              <a:gd name="T74" fmla="*/ 891 w 1017"/>
              <a:gd name="T75" fmla="*/ 1017 h 1017"/>
              <a:gd name="T76" fmla="*/ 906 w 1017"/>
              <a:gd name="T77" fmla="*/ 1013 h 1017"/>
              <a:gd name="T78" fmla="*/ 921 w 1017"/>
              <a:gd name="T79" fmla="*/ 996 h 1017"/>
              <a:gd name="T80" fmla="*/ 1017 w 1017"/>
              <a:gd name="T81" fmla="*/ 34 h 1017"/>
              <a:gd name="T82" fmla="*/ 367 w 1017"/>
              <a:gd name="T83" fmla="*/ 667 h 1017"/>
              <a:gd name="T84" fmla="*/ 367 w 1017"/>
              <a:gd name="T85" fmla="*/ 667 h 1017"/>
              <a:gd name="T86" fmla="*/ 760 w 1017"/>
              <a:gd name="T87" fmla="*/ 328 h 1017"/>
              <a:gd name="T88" fmla="*/ 557 w 1017"/>
              <a:gd name="T89" fmla="*/ 76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17" h="1017">
                <a:moveTo>
                  <a:pt x="1017" y="31"/>
                </a:moveTo>
                <a:lnTo>
                  <a:pt x="1017" y="31"/>
                </a:lnTo>
                <a:lnTo>
                  <a:pt x="1017" y="28"/>
                </a:lnTo>
                <a:lnTo>
                  <a:pt x="1017" y="28"/>
                </a:lnTo>
                <a:lnTo>
                  <a:pt x="1017" y="25"/>
                </a:lnTo>
                <a:lnTo>
                  <a:pt x="1017" y="25"/>
                </a:lnTo>
                <a:lnTo>
                  <a:pt x="1016" y="23"/>
                </a:lnTo>
                <a:lnTo>
                  <a:pt x="1016" y="23"/>
                </a:lnTo>
                <a:lnTo>
                  <a:pt x="1015" y="19"/>
                </a:lnTo>
                <a:lnTo>
                  <a:pt x="1015" y="19"/>
                </a:lnTo>
                <a:lnTo>
                  <a:pt x="1014" y="17"/>
                </a:lnTo>
                <a:lnTo>
                  <a:pt x="1014" y="17"/>
                </a:lnTo>
                <a:lnTo>
                  <a:pt x="1013" y="15"/>
                </a:lnTo>
                <a:lnTo>
                  <a:pt x="1013" y="15"/>
                </a:lnTo>
                <a:lnTo>
                  <a:pt x="1011" y="12"/>
                </a:lnTo>
                <a:lnTo>
                  <a:pt x="1011" y="12"/>
                </a:lnTo>
                <a:lnTo>
                  <a:pt x="1008" y="9"/>
                </a:lnTo>
                <a:lnTo>
                  <a:pt x="1008" y="9"/>
                </a:lnTo>
                <a:lnTo>
                  <a:pt x="1006" y="7"/>
                </a:lnTo>
                <a:lnTo>
                  <a:pt x="1006" y="7"/>
                </a:lnTo>
                <a:lnTo>
                  <a:pt x="1005" y="6"/>
                </a:lnTo>
                <a:lnTo>
                  <a:pt x="1005" y="6"/>
                </a:lnTo>
                <a:lnTo>
                  <a:pt x="1003" y="5"/>
                </a:lnTo>
                <a:lnTo>
                  <a:pt x="1003" y="5"/>
                </a:lnTo>
                <a:lnTo>
                  <a:pt x="1002" y="4"/>
                </a:lnTo>
                <a:lnTo>
                  <a:pt x="1002" y="4"/>
                </a:lnTo>
                <a:lnTo>
                  <a:pt x="1002" y="4"/>
                </a:lnTo>
                <a:lnTo>
                  <a:pt x="1002" y="4"/>
                </a:lnTo>
                <a:lnTo>
                  <a:pt x="1002" y="4"/>
                </a:lnTo>
                <a:lnTo>
                  <a:pt x="1002" y="4"/>
                </a:lnTo>
                <a:lnTo>
                  <a:pt x="998" y="2"/>
                </a:lnTo>
                <a:lnTo>
                  <a:pt x="998" y="2"/>
                </a:lnTo>
                <a:lnTo>
                  <a:pt x="995" y="1"/>
                </a:lnTo>
                <a:lnTo>
                  <a:pt x="995" y="1"/>
                </a:lnTo>
                <a:lnTo>
                  <a:pt x="991" y="0"/>
                </a:lnTo>
                <a:lnTo>
                  <a:pt x="991" y="0"/>
                </a:lnTo>
                <a:lnTo>
                  <a:pt x="988" y="0"/>
                </a:lnTo>
                <a:lnTo>
                  <a:pt x="988" y="0"/>
                </a:lnTo>
                <a:lnTo>
                  <a:pt x="984" y="0"/>
                </a:lnTo>
                <a:lnTo>
                  <a:pt x="984" y="0"/>
                </a:lnTo>
                <a:lnTo>
                  <a:pt x="983" y="0"/>
                </a:lnTo>
                <a:lnTo>
                  <a:pt x="983" y="0"/>
                </a:lnTo>
                <a:lnTo>
                  <a:pt x="981" y="0"/>
                </a:lnTo>
                <a:lnTo>
                  <a:pt x="981" y="0"/>
                </a:lnTo>
                <a:lnTo>
                  <a:pt x="977" y="1"/>
                </a:lnTo>
                <a:lnTo>
                  <a:pt x="977" y="1"/>
                </a:lnTo>
                <a:lnTo>
                  <a:pt x="973" y="2"/>
                </a:lnTo>
                <a:lnTo>
                  <a:pt x="973" y="2"/>
                </a:lnTo>
                <a:lnTo>
                  <a:pt x="971" y="3"/>
                </a:lnTo>
                <a:lnTo>
                  <a:pt x="971" y="3"/>
                </a:lnTo>
                <a:lnTo>
                  <a:pt x="968" y="5"/>
                </a:lnTo>
                <a:lnTo>
                  <a:pt x="968" y="5"/>
                </a:lnTo>
                <a:lnTo>
                  <a:pt x="968" y="5"/>
                </a:lnTo>
                <a:lnTo>
                  <a:pt x="968" y="5"/>
                </a:lnTo>
                <a:lnTo>
                  <a:pt x="14" y="673"/>
                </a:lnTo>
                <a:lnTo>
                  <a:pt x="14" y="673"/>
                </a:lnTo>
                <a:lnTo>
                  <a:pt x="10" y="676"/>
                </a:lnTo>
                <a:lnTo>
                  <a:pt x="6" y="680"/>
                </a:lnTo>
                <a:lnTo>
                  <a:pt x="3" y="684"/>
                </a:lnTo>
                <a:lnTo>
                  <a:pt x="1" y="689"/>
                </a:lnTo>
                <a:lnTo>
                  <a:pt x="0" y="693"/>
                </a:lnTo>
                <a:lnTo>
                  <a:pt x="0" y="698"/>
                </a:lnTo>
                <a:lnTo>
                  <a:pt x="0" y="704"/>
                </a:lnTo>
                <a:lnTo>
                  <a:pt x="1" y="708"/>
                </a:lnTo>
                <a:lnTo>
                  <a:pt x="1" y="708"/>
                </a:lnTo>
                <a:lnTo>
                  <a:pt x="3" y="713"/>
                </a:lnTo>
                <a:lnTo>
                  <a:pt x="6" y="718"/>
                </a:lnTo>
                <a:lnTo>
                  <a:pt x="10" y="721"/>
                </a:lnTo>
                <a:lnTo>
                  <a:pt x="13" y="724"/>
                </a:lnTo>
                <a:lnTo>
                  <a:pt x="17" y="727"/>
                </a:lnTo>
                <a:lnTo>
                  <a:pt x="21" y="730"/>
                </a:lnTo>
                <a:lnTo>
                  <a:pt x="27" y="731"/>
                </a:lnTo>
                <a:lnTo>
                  <a:pt x="32" y="731"/>
                </a:lnTo>
                <a:lnTo>
                  <a:pt x="350" y="731"/>
                </a:lnTo>
                <a:lnTo>
                  <a:pt x="350" y="985"/>
                </a:lnTo>
                <a:lnTo>
                  <a:pt x="350" y="985"/>
                </a:lnTo>
                <a:lnTo>
                  <a:pt x="351" y="988"/>
                </a:lnTo>
                <a:lnTo>
                  <a:pt x="351" y="988"/>
                </a:lnTo>
                <a:lnTo>
                  <a:pt x="352" y="995"/>
                </a:lnTo>
                <a:lnTo>
                  <a:pt x="352" y="995"/>
                </a:lnTo>
                <a:lnTo>
                  <a:pt x="354" y="1000"/>
                </a:lnTo>
                <a:lnTo>
                  <a:pt x="354" y="1000"/>
                </a:lnTo>
                <a:lnTo>
                  <a:pt x="357" y="1005"/>
                </a:lnTo>
                <a:lnTo>
                  <a:pt x="357" y="1005"/>
                </a:lnTo>
                <a:lnTo>
                  <a:pt x="362" y="1010"/>
                </a:lnTo>
                <a:lnTo>
                  <a:pt x="362" y="1010"/>
                </a:lnTo>
                <a:lnTo>
                  <a:pt x="365" y="1012"/>
                </a:lnTo>
                <a:lnTo>
                  <a:pt x="365" y="1012"/>
                </a:lnTo>
                <a:lnTo>
                  <a:pt x="368" y="1014"/>
                </a:lnTo>
                <a:lnTo>
                  <a:pt x="368" y="1014"/>
                </a:lnTo>
                <a:lnTo>
                  <a:pt x="370" y="1015"/>
                </a:lnTo>
                <a:lnTo>
                  <a:pt x="370" y="1015"/>
                </a:lnTo>
                <a:lnTo>
                  <a:pt x="376" y="1016"/>
                </a:lnTo>
                <a:lnTo>
                  <a:pt x="382" y="1017"/>
                </a:lnTo>
                <a:lnTo>
                  <a:pt x="382" y="1017"/>
                </a:lnTo>
                <a:lnTo>
                  <a:pt x="382" y="1017"/>
                </a:lnTo>
                <a:lnTo>
                  <a:pt x="387" y="1016"/>
                </a:lnTo>
                <a:lnTo>
                  <a:pt x="393" y="1015"/>
                </a:lnTo>
                <a:lnTo>
                  <a:pt x="393" y="1015"/>
                </a:lnTo>
                <a:lnTo>
                  <a:pt x="395" y="1014"/>
                </a:lnTo>
                <a:lnTo>
                  <a:pt x="395" y="1014"/>
                </a:lnTo>
                <a:lnTo>
                  <a:pt x="399" y="1012"/>
                </a:lnTo>
                <a:lnTo>
                  <a:pt x="403" y="1007"/>
                </a:lnTo>
                <a:lnTo>
                  <a:pt x="403" y="1007"/>
                </a:lnTo>
                <a:lnTo>
                  <a:pt x="405" y="1006"/>
                </a:lnTo>
                <a:lnTo>
                  <a:pt x="405" y="1006"/>
                </a:lnTo>
                <a:lnTo>
                  <a:pt x="409" y="1002"/>
                </a:lnTo>
                <a:lnTo>
                  <a:pt x="524" y="821"/>
                </a:lnTo>
                <a:lnTo>
                  <a:pt x="524" y="821"/>
                </a:lnTo>
                <a:lnTo>
                  <a:pt x="526" y="822"/>
                </a:lnTo>
                <a:lnTo>
                  <a:pt x="876" y="1013"/>
                </a:lnTo>
                <a:lnTo>
                  <a:pt x="876" y="1013"/>
                </a:lnTo>
                <a:lnTo>
                  <a:pt x="883" y="1016"/>
                </a:lnTo>
                <a:lnTo>
                  <a:pt x="891" y="1017"/>
                </a:lnTo>
                <a:lnTo>
                  <a:pt x="898" y="1016"/>
                </a:lnTo>
                <a:lnTo>
                  <a:pt x="906" y="1013"/>
                </a:lnTo>
                <a:lnTo>
                  <a:pt x="906" y="1013"/>
                </a:lnTo>
                <a:lnTo>
                  <a:pt x="912" y="1009"/>
                </a:lnTo>
                <a:lnTo>
                  <a:pt x="917" y="1003"/>
                </a:lnTo>
                <a:lnTo>
                  <a:pt x="921" y="996"/>
                </a:lnTo>
                <a:lnTo>
                  <a:pt x="922" y="988"/>
                </a:lnTo>
                <a:lnTo>
                  <a:pt x="1017" y="34"/>
                </a:lnTo>
                <a:lnTo>
                  <a:pt x="1017" y="34"/>
                </a:lnTo>
                <a:lnTo>
                  <a:pt x="1017" y="31"/>
                </a:lnTo>
                <a:lnTo>
                  <a:pt x="1017" y="31"/>
                </a:lnTo>
                <a:close/>
                <a:moveTo>
                  <a:pt x="367" y="667"/>
                </a:moveTo>
                <a:lnTo>
                  <a:pt x="133" y="667"/>
                </a:lnTo>
                <a:lnTo>
                  <a:pt x="773" y="219"/>
                </a:lnTo>
                <a:lnTo>
                  <a:pt x="367" y="667"/>
                </a:lnTo>
                <a:close/>
                <a:moveTo>
                  <a:pt x="413" y="875"/>
                </a:moveTo>
                <a:lnTo>
                  <a:pt x="413" y="711"/>
                </a:lnTo>
                <a:lnTo>
                  <a:pt x="760" y="328"/>
                </a:lnTo>
                <a:lnTo>
                  <a:pt x="413" y="875"/>
                </a:lnTo>
                <a:close/>
                <a:moveTo>
                  <a:pt x="864" y="934"/>
                </a:moveTo>
                <a:lnTo>
                  <a:pt x="557" y="767"/>
                </a:lnTo>
                <a:lnTo>
                  <a:pt x="941" y="162"/>
                </a:lnTo>
                <a:lnTo>
                  <a:pt x="864" y="934"/>
                </a:lnTo>
                <a:close/>
              </a:path>
            </a:pathLst>
          </a:custGeom>
          <a:solidFill>
            <a:srgbClr val="ECCEC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DC2C84-C6B2-4112-B5D9-1D4CCA0A68AF}"/>
              </a:ext>
            </a:extLst>
          </p:cNvPr>
          <p:cNvSpPr txBox="1"/>
          <p:nvPr/>
        </p:nvSpPr>
        <p:spPr>
          <a:xfrm>
            <a:off x="7762123" y="4161990"/>
            <a:ext cx="2218055" cy="3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sym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BBB2B8-F054-4F21-B27C-E70B2C5E29A4}"/>
              </a:ext>
            </a:extLst>
          </p:cNvPr>
          <p:cNvSpPr txBox="1"/>
          <p:nvPr/>
        </p:nvSpPr>
        <p:spPr>
          <a:xfrm>
            <a:off x="7793938" y="3605480"/>
            <a:ext cx="205041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D75543A-135B-4936-BBBF-91D652701241}"/>
              </a:ext>
            </a:extLst>
          </p:cNvPr>
          <p:cNvGrpSpPr/>
          <p:nvPr/>
        </p:nvGrpSpPr>
        <p:grpSpPr>
          <a:xfrm>
            <a:off x="10409470" y="434315"/>
            <a:ext cx="902542" cy="1417370"/>
            <a:chOff x="660399" y="2063949"/>
            <a:chExt cx="2330196" cy="3659389"/>
          </a:xfrm>
        </p:grpSpPr>
        <p:grpSp>
          <p:nvGrpSpPr>
            <p:cNvPr id="18" name="Group 4">
              <a:extLst>
                <a:ext uri="{FF2B5EF4-FFF2-40B4-BE49-F238E27FC236}">
                  <a16:creationId xmlns:a16="http://schemas.microsoft.com/office/drawing/2014/main" id="{25D9D539-B847-4805-A517-AD432F94C9BF}"/>
                </a:ext>
              </a:extLst>
            </p:cNvPr>
            <p:cNvGrpSpPr/>
            <p:nvPr/>
          </p:nvGrpSpPr>
          <p:grpSpPr>
            <a:xfrm>
              <a:off x="1610118" y="5042331"/>
              <a:ext cx="432809" cy="681007"/>
              <a:chOff x="1437030" y="4973753"/>
              <a:chExt cx="427546" cy="672725"/>
            </a:xfrm>
          </p:grpSpPr>
          <p:sp>
            <p:nvSpPr>
              <p:cNvPr id="25" name="Freeform 533">
                <a:extLst>
                  <a:ext uri="{FF2B5EF4-FFF2-40B4-BE49-F238E27FC236}">
                    <a16:creationId xmlns:a16="http://schemas.microsoft.com/office/drawing/2014/main" id="{A300C0BA-8630-4CBF-A509-A5DAC4637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869" y="5097356"/>
                <a:ext cx="50657" cy="56736"/>
              </a:xfrm>
              <a:custGeom>
                <a:avLst/>
                <a:gdLst>
                  <a:gd name="T0" fmla="*/ 0 w 50"/>
                  <a:gd name="T1" fmla="*/ 56 h 56"/>
                  <a:gd name="T2" fmla="*/ 0 w 50"/>
                  <a:gd name="T3" fmla="*/ 22 h 56"/>
                  <a:gd name="T4" fmla="*/ 50 w 50"/>
                  <a:gd name="T5" fmla="*/ 0 h 56"/>
                  <a:gd name="T6" fmla="*/ 50 w 50"/>
                  <a:gd name="T7" fmla="*/ 36 h 56"/>
                  <a:gd name="T8" fmla="*/ 50 w 50"/>
                  <a:gd name="T9" fmla="*/ 36 h 56"/>
                  <a:gd name="T10" fmla="*/ 50 w 50"/>
                  <a:gd name="T11" fmla="*/ 40 h 56"/>
                  <a:gd name="T12" fmla="*/ 46 w 50"/>
                  <a:gd name="T13" fmla="*/ 44 h 56"/>
                  <a:gd name="T14" fmla="*/ 42 w 50"/>
                  <a:gd name="T15" fmla="*/ 48 h 56"/>
                  <a:gd name="T16" fmla="*/ 36 w 50"/>
                  <a:gd name="T17" fmla="*/ 50 h 56"/>
                  <a:gd name="T18" fmla="*/ 36 w 50"/>
                  <a:gd name="T19" fmla="*/ 50 h 56"/>
                  <a:gd name="T20" fmla="*/ 26 w 50"/>
                  <a:gd name="T21" fmla="*/ 54 h 56"/>
                  <a:gd name="T22" fmla="*/ 26 w 50"/>
                  <a:gd name="T23" fmla="*/ 54 h 56"/>
                  <a:gd name="T24" fmla="*/ 16 w 50"/>
                  <a:gd name="T25" fmla="*/ 56 h 56"/>
                  <a:gd name="T26" fmla="*/ 6 w 50"/>
                  <a:gd name="T27" fmla="*/ 56 h 56"/>
                  <a:gd name="T28" fmla="*/ 6 w 50"/>
                  <a:gd name="T29" fmla="*/ 56 h 56"/>
                  <a:gd name="T30" fmla="*/ 0 w 50"/>
                  <a:gd name="T31" fmla="*/ 56 h 56"/>
                  <a:gd name="T32" fmla="*/ 0 w 50"/>
                  <a:gd name="T3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0" h="56">
                    <a:moveTo>
                      <a:pt x="0" y="56"/>
                    </a:moveTo>
                    <a:lnTo>
                      <a:pt x="0" y="22"/>
                    </a:lnTo>
                    <a:lnTo>
                      <a:pt x="50" y="0"/>
                    </a:lnTo>
                    <a:lnTo>
                      <a:pt x="50" y="36"/>
                    </a:lnTo>
                    <a:lnTo>
                      <a:pt x="50" y="36"/>
                    </a:lnTo>
                    <a:lnTo>
                      <a:pt x="50" y="40"/>
                    </a:lnTo>
                    <a:lnTo>
                      <a:pt x="46" y="44"/>
                    </a:lnTo>
                    <a:lnTo>
                      <a:pt x="42" y="48"/>
                    </a:lnTo>
                    <a:lnTo>
                      <a:pt x="36" y="50"/>
                    </a:lnTo>
                    <a:lnTo>
                      <a:pt x="36" y="50"/>
                    </a:lnTo>
                    <a:lnTo>
                      <a:pt x="26" y="54"/>
                    </a:lnTo>
                    <a:lnTo>
                      <a:pt x="26" y="54"/>
                    </a:lnTo>
                    <a:lnTo>
                      <a:pt x="16" y="56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0" y="56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1EE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26" name="Freeform 534">
                <a:extLst>
                  <a:ext uri="{FF2B5EF4-FFF2-40B4-BE49-F238E27FC236}">
                    <a16:creationId xmlns:a16="http://schemas.microsoft.com/office/drawing/2014/main" id="{0F34BE8D-12F7-4983-99C6-50F89A444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05212" y="5115592"/>
                <a:ext cx="50657" cy="38499"/>
              </a:xfrm>
              <a:custGeom>
                <a:avLst/>
                <a:gdLst>
                  <a:gd name="T0" fmla="*/ 50 w 50"/>
                  <a:gd name="T1" fmla="*/ 38 h 38"/>
                  <a:gd name="T2" fmla="*/ 50 w 50"/>
                  <a:gd name="T3" fmla="*/ 38 h 38"/>
                  <a:gd name="T4" fmla="*/ 38 w 50"/>
                  <a:gd name="T5" fmla="*/ 38 h 38"/>
                  <a:gd name="T6" fmla="*/ 38 w 50"/>
                  <a:gd name="T7" fmla="*/ 8 h 38"/>
                  <a:gd name="T8" fmla="*/ 50 w 50"/>
                  <a:gd name="T9" fmla="*/ 4 h 38"/>
                  <a:gd name="T10" fmla="*/ 50 w 50"/>
                  <a:gd name="T11" fmla="*/ 38 h 38"/>
                  <a:gd name="T12" fmla="*/ 0 w 50"/>
                  <a:gd name="T13" fmla="*/ 16 h 38"/>
                  <a:gd name="T14" fmla="*/ 0 w 50"/>
                  <a:gd name="T15" fmla="*/ 0 h 38"/>
                  <a:gd name="T16" fmla="*/ 18 w 50"/>
                  <a:gd name="T17" fmla="*/ 6 h 38"/>
                  <a:gd name="T18" fmla="*/ 18 w 50"/>
                  <a:gd name="T19" fmla="*/ 32 h 38"/>
                  <a:gd name="T20" fmla="*/ 18 w 50"/>
                  <a:gd name="T21" fmla="*/ 32 h 38"/>
                  <a:gd name="T22" fmla="*/ 16 w 50"/>
                  <a:gd name="T23" fmla="*/ 32 h 38"/>
                  <a:gd name="T24" fmla="*/ 16 w 50"/>
                  <a:gd name="T25" fmla="*/ 32 h 38"/>
                  <a:gd name="T26" fmla="*/ 8 w 50"/>
                  <a:gd name="T27" fmla="*/ 30 h 38"/>
                  <a:gd name="T28" fmla="*/ 4 w 50"/>
                  <a:gd name="T29" fmla="*/ 26 h 38"/>
                  <a:gd name="T30" fmla="*/ 0 w 50"/>
                  <a:gd name="T31" fmla="*/ 22 h 38"/>
                  <a:gd name="T32" fmla="*/ 0 w 50"/>
                  <a:gd name="T33" fmla="*/ 18 h 38"/>
                  <a:gd name="T34" fmla="*/ 0 w 50"/>
                  <a:gd name="T35" fmla="*/ 18 h 38"/>
                  <a:gd name="T36" fmla="*/ 0 w 50"/>
                  <a:gd name="T37" fmla="*/ 16 h 38"/>
                  <a:gd name="T38" fmla="*/ 0 w 50"/>
                  <a:gd name="T39" fmla="*/ 1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0" h="38">
                    <a:moveTo>
                      <a:pt x="50" y="38"/>
                    </a:moveTo>
                    <a:lnTo>
                      <a:pt x="50" y="38"/>
                    </a:lnTo>
                    <a:lnTo>
                      <a:pt x="38" y="38"/>
                    </a:lnTo>
                    <a:lnTo>
                      <a:pt x="38" y="8"/>
                    </a:lnTo>
                    <a:lnTo>
                      <a:pt x="50" y="4"/>
                    </a:lnTo>
                    <a:lnTo>
                      <a:pt x="50" y="38"/>
                    </a:lnTo>
                    <a:close/>
                    <a:moveTo>
                      <a:pt x="0" y="16"/>
                    </a:moveTo>
                    <a:lnTo>
                      <a:pt x="0" y="0"/>
                    </a:lnTo>
                    <a:lnTo>
                      <a:pt x="18" y="6"/>
                    </a:lnTo>
                    <a:lnTo>
                      <a:pt x="18" y="32"/>
                    </a:lnTo>
                    <a:lnTo>
                      <a:pt x="18" y="32"/>
                    </a:lnTo>
                    <a:lnTo>
                      <a:pt x="16" y="32"/>
                    </a:lnTo>
                    <a:lnTo>
                      <a:pt x="16" y="32"/>
                    </a:lnTo>
                    <a:lnTo>
                      <a:pt x="8" y="30"/>
                    </a:lnTo>
                    <a:lnTo>
                      <a:pt x="4" y="26"/>
                    </a:lnTo>
                    <a:lnTo>
                      <a:pt x="0" y="22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4B2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27" name="Freeform 535">
                <a:extLst>
                  <a:ext uri="{FF2B5EF4-FFF2-40B4-BE49-F238E27FC236}">
                    <a16:creationId xmlns:a16="http://schemas.microsoft.com/office/drawing/2014/main" id="{A4A865AD-1C2A-4DFB-ABC5-7FC96FDDD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7030" y="5297958"/>
                <a:ext cx="427546" cy="168181"/>
              </a:xfrm>
              <a:custGeom>
                <a:avLst/>
                <a:gdLst>
                  <a:gd name="T0" fmla="*/ 184 w 422"/>
                  <a:gd name="T1" fmla="*/ 166 h 166"/>
                  <a:gd name="T2" fmla="*/ 182 w 422"/>
                  <a:gd name="T3" fmla="*/ 164 h 166"/>
                  <a:gd name="T4" fmla="*/ 170 w 422"/>
                  <a:gd name="T5" fmla="*/ 160 h 166"/>
                  <a:gd name="T6" fmla="*/ 30 w 422"/>
                  <a:gd name="T7" fmla="*/ 82 h 166"/>
                  <a:gd name="T8" fmla="*/ 28 w 422"/>
                  <a:gd name="T9" fmla="*/ 86 h 166"/>
                  <a:gd name="T10" fmla="*/ 32 w 422"/>
                  <a:gd name="T11" fmla="*/ 92 h 166"/>
                  <a:gd name="T12" fmla="*/ 34 w 422"/>
                  <a:gd name="T13" fmla="*/ 94 h 166"/>
                  <a:gd name="T14" fmla="*/ 38 w 422"/>
                  <a:gd name="T15" fmla="*/ 96 h 166"/>
                  <a:gd name="T16" fmla="*/ 48 w 422"/>
                  <a:gd name="T17" fmla="*/ 94 h 166"/>
                  <a:gd name="T18" fmla="*/ 50 w 422"/>
                  <a:gd name="T19" fmla="*/ 92 h 166"/>
                  <a:gd name="T20" fmla="*/ 52 w 422"/>
                  <a:gd name="T21" fmla="*/ 74 h 166"/>
                  <a:gd name="T22" fmla="*/ 184 w 422"/>
                  <a:gd name="T23" fmla="*/ 44 h 166"/>
                  <a:gd name="T24" fmla="*/ 184 w 422"/>
                  <a:gd name="T25" fmla="*/ 136 h 166"/>
                  <a:gd name="T26" fmla="*/ 184 w 422"/>
                  <a:gd name="T27" fmla="*/ 144 h 166"/>
                  <a:gd name="T28" fmla="*/ 186 w 422"/>
                  <a:gd name="T29" fmla="*/ 152 h 166"/>
                  <a:gd name="T30" fmla="*/ 192 w 422"/>
                  <a:gd name="T31" fmla="*/ 154 h 166"/>
                  <a:gd name="T32" fmla="*/ 198 w 422"/>
                  <a:gd name="T33" fmla="*/ 154 h 166"/>
                  <a:gd name="T34" fmla="*/ 202 w 422"/>
                  <a:gd name="T35" fmla="*/ 152 h 166"/>
                  <a:gd name="T36" fmla="*/ 204 w 422"/>
                  <a:gd name="T37" fmla="*/ 144 h 166"/>
                  <a:gd name="T38" fmla="*/ 330 w 422"/>
                  <a:gd name="T39" fmla="*/ 86 h 166"/>
                  <a:gd name="T40" fmla="*/ 354 w 422"/>
                  <a:gd name="T41" fmla="*/ 76 h 166"/>
                  <a:gd name="T42" fmla="*/ 232 w 422"/>
                  <a:gd name="T43" fmla="*/ 26 h 166"/>
                  <a:gd name="T44" fmla="*/ 228 w 422"/>
                  <a:gd name="T45" fmla="*/ 28 h 166"/>
                  <a:gd name="T46" fmla="*/ 204 w 422"/>
                  <a:gd name="T47" fmla="*/ 14 h 166"/>
                  <a:gd name="T48" fmla="*/ 222 w 422"/>
                  <a:gd name="T49" fmla="*/ 8 h 166"/>
                  <a:gd name="T50" fmla="*/ 226 w 422"/>
                  <a:gd name="T51" fmla="*/ 16 h 166"/>
                  <a:gd name="T52" fmla="*/ 228 w 422"/>
                  <a:gd name="T53" fmla="*/ 18 h 166"/>
                  <a:gd name="T54" fmla="*/ 232 w 422"/>
                  <a:gd name="T55" fmla="*/ 18 h 166"/>
                  <a:gd name="T56" fmla="*/ 242 w 422"/>
                  <a:gd name="T57" fmla="*/ 16 h 166"/>
                  <a:gd name="T58" fmla="*/ 242 w 422"/>
                  <a:gd name="T59" fmla="*/ 0 h 166"/>
                  <a:gd name="T60" fmla="*/ 248 w 422"/>
                  <a:gd name="T61" fmla="*/ 2 h 166"/>
                  <a:gd name="T62" fmla="*/ 374 w 422"/>
                  <a:gd name="T63" fmla="*/ 70 h 166"/>
                  <a:gd name="T64" fmla="*/ 374 w 422"/>
                  <a:gd name="T65" fmla="*/ 74 h 166"/>
                  <a:gd name="T66" fmla="*/ 378 w 422"/>
                  <a:gd name="T67" fmla="*/ 76 h 166"/>
                  <a:gd name="T68" fmla="*/ 384 w 422"/>
                  <a:gd name="T69" fmla="*/ 78 h 166"/>
                  <a:gd name="T70" fmla="*/ 392 w 422"/>
                  <a:gd name="T71" fmla="*/ 76 h 166"/>
                  <a:gd name="T72" fmla="*/ 394 w 422"/>
                  <a:gd name="T73" fmla="*/ 72 h 166"/>
                  <a:gd name="T74" fmla="*/ 392 w 422"/>
                  <a:gd name="T75" fmla="*/ 6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22" h="166">
                    <a:moveTo>
                      <a:pt x="422" y="70"/>
                    </a:moveTo>
                    <a:lnTo>
                      <a:pt x="184" y="166"/>
                    </a:lnTo>
                    <a:lnTo>
                      <a:pt x="182" y="166"/>
                    </a:lnTo>
                    <a:lnTo>
                      <a:pt x="182" y="164"/>
                    </a:lnTo>
                    <a:lnTo>
                      <a:pt x="172" y="160"/>
                    </a:lnTo>
                    <a:lnTo>
                      <a:pt x="170" y="160"/>
                    </a:lnTo>
                    <a:lnTo>
                      <a:pt x="0" y="94"/>
                    </a:lnTo>
                    <a:lnTo>
                      <a:pt x="30" y="82"/>
                    </a:lnTo>
                    <a:lnTo>
                      <a:pt x="28" y="86"/>
                    </a:lnTo>
                    <a:lnTo>
                      <a:pt x="28" y="86"/>
                    </a:lnTo>
                    <a:lnTo>
                      <a:pt x="30" y="90"/>
                    </a:lnTo>
                    <a:lnTo>
                      <a:pt x="32" y="92"/>
                    </a:lnTo>
                    <a:lnTo>
                      <a:pt x="32" y="92"/>
                    </a:lnTo>
                    <a:lnTo>
                      <a:pt x="34" y="94"/>
                    </a:lnTo>
                    <a:lnTo>
                      <a:pt x="38" y="96"/>
                    </a:lnTo>
                    <a:lnTo>
                      <a:pt x="38" y="96"/>
                    </a:lnTo>
                    <a:lnTo>
                      <a:pt x="44" y="96"/>
                    </a:lnTo>
                    <a:lnTo>
                      <a:pt x="48" y="94"/>
                    </a:lnTo>
                    <a:lnTo>
                      <a:pt x="48" y="94"/>
                    </a:lnTo>
                    <a:lnTo>
                      <a:pt x="50" y="92"/>
                    </a:lnTo>
                    <a:lnTo>
                      <a:pt x="52" y="88"/>
                    </a:lnTo>
                    <a:lnTo>
                      <a:pt x="52" y="74"/>
                    </a:lnTo>
                    <a:lnTo>
                      <a:pt x="184" y="22"/>
                    </a:lnTo>
                    <a:lnTo>
                      <a:pt x="184" y="44"/>
                    </a:lnTo>
                    <a:lnTo>
                      <a:pt x="68" y="90"/>
                    </a:lnTo>
                    <a:lnTo>
                      <a:pt x="184" y="136"/>
                    </a:lnTo>
                    <a:lnTo>
                      <a:pt x="184" y="144"/>
                    </a:lnTo>
                    <a:lnTo>
                      <a:pt x="184" y="144"/>
                    </a:lnTo>
                    <a:lnTo>
                      <a:pt x="186" y="152"/>
                    </a:lnTo>
                    <a:lnTo>
                      <a:pt x="186" y="152"/>
                    </a:lnTo>
                    <a:lnTo>
                      <a:pt x="190" y="154"/>
                    </a:lnTo>
                    <a:lnTo>
                      <a:pt x="192" y="154"/>
                    </a:lnTo>
                    <a:lnTo>
                      <a:pt x="192" y="154"/>
                    </a:lnTo>
                    <a:lnTo>
                      <a:pt x="198" y="154"/>
                    </a:lnTo>
                    <a:lnTo>
                      <a:pt x="202" y="152"/>
                    </a:lnTo>
                    <a:lnTo>
                      <a:pt x="202" y="152"/>
                    </a:lnTo>
                    <a:lnTo>
                      <a:pt x="204" y="148"/>
                    </a:lnTo>
                    <a:lnTo>
                      <a:pt x="204" y="144"/>
                    </a:lnTo>
                    <a:lnTo>
                      <a:pt x="204" y="136"/>
                    </a:lnTo>
                    <a:lnTo>
                      <a:pt x="330" y="86"/>
                    </a:lnTo>
                    <a:lnTo>
                      <a:pt x="332" y="86"/>
                    </a:lnTo>
                    <a:lnTo>
                      <a:pt x="354" y="76"/>
                    </a:lnTo>
                    <a:lnTo>
                      <a:pt x="234" y="26"/>
                    </a:lnTo>
                    <a:lnTo>
                      <a:pt x="232" y="26"/>
                    </a:lnTo>
                    <a:lnTo>
                      <a:pt x="232" y="26"/>
                    </a:lnTo>
                    <a:lnTo>
                      <a:pt x="228" y="28"/>
                    </a:lnTo>
                    <a:lnTo>
                      <a:pt x="204" y="38"/>
                    </a:lnTo>
                    <a:lnTo>
                      <a:pt x="204" y="14"/>
                    </a:lnTo>
                    <a:lnTo>
                      <a:pt x="222" y="8"/>
                    </a:lnTo>
                    <a:lnTo>
                      <a:pt x="222" y="8"/>
                    </a:lnTo>
                    <a:lnTo>
                      <a:pt x="222" y="12"/>
                    </a:lnTo>
                    <a:lnTo>
                      <a:pt x="226" y="16"/>
                    </a:lnTo>
                    <a:lnTo>
                      <a:pt x="226" y="16"/>
                    </a:lnTo>
                    <a:lnTo>
                      <a:pt x="228" y="18"/>
                    </a:lnTo>
                    <a:lnTo>
                      <a:pt x="232" y="18"/>
                    </a:lnTo>
                    <a:lnTo>
                      <a:pt x="232" y="18"/>
                    </a:lnTo>
                    <a:lnTo>
                      <a:pt x="242" y="16"/>
                    </a:lnTo>
                    <a:lnTo>
                      <a:pt x="242" y="16"/>
                    </a:lnTo>
                    <a:lnTo>
                      <a:pt x="242" y="8"/>
                    </a:lnTo>
                    <a:lnTo>
                      <a:pt x="242" y="0"/>
                    </a:lnTo>
                    <a:lnTo>
                      <a:pt x="246" y="2"/>
                    </a:lnTo>
                    <a:lnTo>
                      <a:pt x="248" y="2"/>
                    </a:lnTo>
                    <a:lnTo>
                      <a:pt x="372" y="50"/>
                    </a:lnTo>
                    <a:lnTo>
                      <a:pt x="374" y="70"/>
                    </a:lnTo>
                    <a:lnTo>
                      <a:pt x="374" y="70"/>
                    </a:lnTo>
                    <a:lnTo>
                      <a:pt x="374" y="74"/>
                    </a:lnTo>
                    <a:lnTo>
                      <a:pt x="378" y="76"/>
                    </a:lnTo>
                    <a:lnTo>
                      <a:pt x="378" y="76"/>
                    </a:lnTo>
                    <a:lnTo>
                      <a:pt x="380" y="78"/>
                    </a:lnTo>
                    <a:lnTo>
                      <a:pt x="384" y="78"/>
                    </a:lnTo>
                    <a:lnTo>
                      <a:pt x="384" y="78"/>
                    </a:lnTo>
                    <a:lnTo>
                      <a:pt x="392" y="76"/>
                    </a:lnTo>
                    <a:lnTo>
                      <a:pt x="392" y="76"/>
                    </a:lnTo>
                    <a:lnTo>
                      <a:pt x="394" y="72"/>
                    </a:lnTo>
                    <a:lnTo>
                      <a:pt x="394" y="68"/>
                    </a:lnTo>
                    <a:lnTo>
                      <a:pt x="392" y="60"/>
                    </a:lnTo>
                    <a:lnTo>
                      <a:pt x="422" y="70"/>
                    </a:lnTo>
                    <a:close/>
                  </a:path>
                </a:pathLst>
              </a:custGeom>
              <a:solidFill>
                <a:srgbClr val="B68B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28" name="Freeform 536">
                <a:extLst>
                  <a:ext uri="{FF2B5EF4-FFF2-40B4-BE49-F238E27FC236}">
                    <a16:creationId xmlns:a16="http://schemas.microsoft.com/office/drawing/2014/main" id="{3E9CC8EA-6F96-4D42-9068-B2D8C89792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37030" y="5324299"/>
                <a:ext cx="358652" cy="322179"/>
              </a:xfrm>
              <a:custGeom>
                <a:avLst/>
                <a:gdLst>
                  <a:gd name="T0" fmla="*/ 184 w 354"/>
                  <a:gd name="T1" fmla="*/ 140 h 318"/>
                  <a:gd name="T2" fmla="*/ 184 w 354"/>
                  <a:gd name="T3" fmla="*/ 318 h 318"/>
                  <a:gd name="T4" fmla="*/ 182 w 354"/>
                  <a:gd name="T5" fmla="*/ 316 h 318"/>
                  <a:gd name="T6" fmla="*/ 182 w 354"/>
                  <a:gd name="T7" fmla="*/ 316 h 318"/>
                  <a:gd name="T8" fmla="*/ 0 w 354"/>
                  <a:gd name="T9" fmla="*/ 246 h 318"/>
                  <a:gd name="T10" fmla="*/ 0 w 354"/>
                  <a:gd name="T11" fmla="*/ 68 h 318"/>
                  <a:gd name="T12" fmla="*/ 170 w 354"/>
                  <a:gd name="T13" fmla="*/ 134 h 318"/>
                  <a:gd name="T14" fmla="*/ 172 w 354"/>
                  <a:gd name="T15" fmla="*/ 134 h 318"/>
                  <a:gd name="T16" fmla="*/ 182 w 354"/>
                  <a:gd name="T17" fmla="*/ 138 h 318"/>
                  <a:gd name="T18" fmla="*/ 182 w 354"/>
                  <a:gd name="T19" fmla="*/ 140 h 318"/>
                  <a:gd name="T20" fmla="*/ 184 w 354"/>
                  <a:gd name="T21" fmla="*/ 140 h 318"/>
                  <a:gd name="T22" fmla="*/ 184 w 354"/>
                  <a:gd name="T23" fmla="*/ 110 h 318"/>
                  <a:gd name="T24" fmla="*/ 68 w 354"/>
                  <a:gd name="T25" fmla="*/ 64 h 318"/>
                  <a:gd name="T26" fmla="*/ 184 w 354"/>
                  <a:gd name="T27" fmla="*/ 18 h 318"/>
                  <a:gd name="T28" fmla="*/ 184 w 354"/>
                  <a:gd name="T29" fmla="*/ 110 h 318"/>
                  <a:gd name="T30" fmla="*/ 204 w 354"/>
                  <a:gd name="T31" fmla="*/ 12 h 318"/>
                  <a:gd name="T32" fmla="*/ 228 w 354"/>
                  <a:gd name="T33" fmla="*/ 2 h 318"/>
                  <a:gd name="T34" fmla="*/ 232 w 354"/>
                  <a:gd name="T35" fmla="*/ 0 h 318"/>
                  <a:gd name="T36" fmla="*/ 232 w 354"/>
                  <a:gd name="T37" fmla="*/ 0 h 318"/>
                  <a:gd name="T38" fmla="*/ 234 w 354"/>
                  <a:gd name="T39" fmla="*/ 0 h 318"/>
                  <a:gd name="T40" fmla="*/ 354 w 354"/>
                  <a:gd name="T41" fmla="*/ 50 h 318"/>
                  <a:gd name="T42" fmla="*/ 332 w 354"/>
                  <a:gd name="T43" fmla="*/ 60 h 318"/>
                  <a:gd name="T44" fmla="*/ 330 w 354"/>
                  <a:gd name="T45" fmla="*/ 60 h 318"/>
                  <a:gd name="T46" fmla="*/ 204 w 354"/>
                  <a:gd name="T47" fmla="*/ 110 h 318"/>
                  <a:gd name="T48" fmla="*/ 204 w 354"/>
                  <a:gd name="T49" fmla="*/ 1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54" h="318">
                    <a:moveTo>
                      <a:pt x="184" y="140"/>
                    </a:moveTo>
                    <a:lnTo>
                      <a:pt x="184" y="318"/>
                    </a:lnTo>
                    <a:lnTo>
                      <a:pt x="182" y="316"/>
                    </a:lnTo>
                    <a:lnTo>
                      <a:pt x="182" y="316"/>
                    </a:lnTo>
                    <a:lnTo>
                      <a:pt x="0" y="246"/>
                    </a:lnTo>
                    <a:lnTo>
                      <a:pt x="0" y="68"/>
                    </a:lnTo>
                    <a:lnTo>
                      <a:pt x="170" y="134"/>
                    </a:lnTo>
                    <a:lnTo>
                      <a:pt x="172" y="134"/>
                    </a:lnTo>
                    <a:lnTo>
                      <a:pt x="182" y="138"/>
                    </a:lnTo>
                    <a:lnTo>
                      <a:pt x="182" y="140"/>
                    </a:lnTo>
                    <a:lnTo>
                      <a:pt x="184" y="140"/>
                    </a:lnTo>
                    <a:close/>
                    <a:moveTo>
                      <a:pt x="184" y="110"/>
                    </a:moveTo>
                    <a:lnTo>
                      <a:pt x="68" y="64"/>
                    </a:lnTo>
                    <a:lnTo>
                      <a:pt x="184" y="18"/>
                    </a:lnTo>
                    <a:lnTo>
                      <a:pt x="184" y="110"/>
                    </a:lnTo>
                    <a:close/>
                    <a:moveTo>
                      <a:pt x="204" y="12"/>
                    </a:moveTo>
                    <a:lnTo>
                      <a:pt x="228" y="2"/>
                    </a:lnTo>
                    <a:lnTo>
                      <a:pt x="232" y="0"/>
                    </a:lnTo>
                    <a:lnTo>
                      <a:pt x="232" y="0"/>
                    </a:lnTo>
                    <a:lnTo>
                      <a:pt x="234" y="0"/>
                    </a:lnTo>
                    <a:lnTo>
                      <a:pt x="354" y="50"/>
                    </a:lnTo>
                    <a:lnTo>
                      <a:pt x="332" y="60"/>
                    </a:lnTo>
                    <a:lnTo>
                      <a:pt x="330" y="60"/>
                    </a:lnTo>
                    <a:lnTo>
                      <a:pt x="204" y="110"/>
                    </a:lnTo>
                    <a:lnTo>
                      <a:pt x="204" y="12"/>
                    </a:lnTo>
                    <a:close/>
                  </a:path>
                </a:pathLst>
              </a:custGeom>
              <a:solidFill>
                <a:srgbClr val="7B5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29" name="Freeform 537">
                <a:extLst>
                  <a:ext uri="{FF2B5EF4-FFF2-40B4-BE49-F238E27FC236}">
                    <a16:creationId xmlns:a16="http://schemas.microsoft.com/office/drawing/2014/main" id="{EB31B9D0-226A-43A3-B4D0-875EEEE4D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3448" y="5368877"/>
                <a:ext cx="241128" cy="277601"/>
              </a:xfrm>
              <a:custGeom>
                <a:avLst/>
                <a:gdLst>
                  <a:gd name="T0" fmla="*/ 0 w 238"/>
                  <a:gd name="T1" fmla="*/ 96 h 274"/>
                  <a:gd name="T2" fmla="*/ 238 w 238"/>
                  <a:gd name="T3" fmla="*/ 0 h 274"/>
                  <a:gd name="T4" fmla="*/ 238 w 238"/>
                  <a:gd name="T5" fmla="*/ 180 h 274"/>
                  <a:gd name="T6" fmla="*/ 0 w 238"/>
                  <a:gd name="T7" fmla="*/ 274 h 274"/>
                  <a:gd name="T8" fmla="*/ 0 w 238"/>
                  <a:gd name="T9" fmla="*/ 96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8" h="274">
                    <a:moveTo>
                      <a:pt x="0" y="96"/>
                    </a:moveTo>
                    <a:lnTo>
                      <a:pt x="238" y="0"/>
                    </a:lnTo>
                    <a:lnTo>
                      <a:pt x="238" y="180"/>
                    </a:lnTo>
                    <a:lnTo>
                      <a:pt x="0" y="274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16E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30" name="Freeform 538">
                <a:extLst>
                  <a:ext uri="{FF2B5EF4-FFF2-40B4-BE49-F238E27FC236}">
                    <a16:creationId xmlns:a16="http://schemas.microsoft.com/office/drawing/2014/main" id="{1662D860-E2B8-44A5-A41B-F040E7361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5398" y="4973753"/>
                <a:ext cx="370810" cy="482255"/>
              </a:xfrm>
              <a:custGeom>
                <a:avLst/>
                <a:gdLst>
                  <a:gd name="T0" fmla="*/ 170 w 366"/>
                  <a:gd name="T1" fmla="*/ 130 h 476"/>
                  <a:gd name="T2" fmla="*/ 300 w 366"/>
                  <a:gd name="T3" fmla="*/ 76 h 476"/>
                  <a:gd name="T4" fmla="*/ 330 w 366"/>
                  <a:gd name="T5" fmla="*/ 64 h 476"/>
                  <a:gd name="T6" fmla="*/ 332 w 366"/>
                  <a:gd name="T7" fmla="*/ 66 h 476"/>
                  <a:gd name="T8" fmla="*/ 336 w 366"/>
                  <a:gd name="T9" fmla="*/ 68 h 476"/>
                  <a:gd name="T10" fmla="*/ 338 w 366"/>
                  <a:gd name="T11" fmla="*/ 70 h 476"/>
                  <a:gd name="T12" fmla="*/ 348 w 366"/>
                  <a:gd name="T13" fmla="*/ 174 h 476"/>
                  <a:gd name="T14" fmla="*/ 366 w 366"/>
                  <a:gd name="T15" fmla="*/ 388 h 476"/>
                  <a:gd name="T16" fmla="*/ 364 w 366"/>
                  <a:gd name="T17" fmla="*/ 396 h 476"/>
                  <a:gd name="T18" fmla="*/ 352 w 366"/>
                  <a:gd name="T19" fmla="*/ 400 h 476"/>
                  <a:gd name="T20" fmla="*/ 346 w 366"/>
                  <a:gd name="T21" fmla="*/ 394 h 476"/>
                  <a:gd name="T22" fmla="*/ 238 w 366"/>
                  <a:gd name="T23" fmla="*/ 146 h 476"/>
                  <a:gd name="T24" fmla="*/ 176 w 366"/>
                  <a:gd name="T25" fmla="*/ 466 h 476"/>
                  <a:gd name="T26" fmla="*/ 174 w 366"/>
                  <a:gd name="T27" fmla="*/ 472 h 476"/>
                  <a:gd name="T28" fmla="*/ 164 w 366"/>
                  <a:gd name="T29" fmla="*/ 476 h 476"/>
                  <a:gd name="T30" fmla="*/ 158 w 366"/>
                  <a:gd name="T31" fmla="*/ 472 h 476"/>
                  <a:gd name="T32" fmla="*/ 156 w 366"/>
                  <a:gd name="T33" fmla="*/ 262 h 476"/>
                  <a:gd name="T34" fmla="*/ 24 w 366"/>
                  <a:gd name="T35" fmla="*/ 408 h 476"/>
                  <a:gd name="T36" fmla="*/ 20 w 366"/>
                  <a:gd name="T37" fmla="*/ 414 h 476"/>
                  <a:gd name="T38" fmla="*/ 10 w 366"/>
                  <a:gd name="T39" fmla="*/ 418 h 476"/>
                  <a:gd name="T40" fmla="*/ 4 w 366"/>
                  <a:gd name="T41" fmla="*/ 414 h 476"/>
                  <a:gd name="T42" fmla="*/ 20 w 366"/>
                  <a:gd name="T43" fmla="*/ 200 h 476"/>
                  <a:gd name="T44" fmla="*/ 28 w 366"/>
                  <a:gd name="T45" fmla="*/ 90 h 476"/>
                  <a:gd name="T46" fmla="*/ 30 w 366"/>
                  <a:gd name="T47" fmla="*/ 86 h 476"/>
                  <a:gd name="T48" fmla="*/ 32 w 366"/>
                  <a:gd name="T49" fmla="*/ 82 h 476"/>
                  <a:gd name="T50" fmla="*/ 38 w 366"/>
                  <a:gd name="T51" fmla="*/ 80 h 476"/>
                  <a:gd name="T52" fmla="*/ 138 w 366"/>
                  <a:gd name="T53" fmla="*/ 64 h 476"/>
                  <a:gd name="T54" fmla="*/ 134 w 366"/>
                  <a:gd name="T55" fmla="*/ 116 h 476"/>
                  <a:gd name="T56" fmla="*/ 214 w 366"/>
                  <a:gd name="T57" fmla="*/ 176 h 476"/>
                  <a:gd name="T58" fmla="*/ 214 w 366"/>
                  <a:gd name="T59" fmla="*/ 336 h 476"/>
                  <a:gd name="T60" fmla="*/ 204 w 366"/>
                  <a:gd name="T61" fmla="*/ 338 h 476"/>
                  <a:gd name="T62" fmla="*/ 198 w 366"/>
                  <a:gd name="T63" fmla="*/ 336 h 476"/>
                  <a:gd name="T64" fmla="*/ 194 w 366"/>
                  <a:gd name="T65" fmla="*/ 180 h 476"/>
                  <a:gd name="T66" fmla="*/ 50 w 366"/>
                  <a:gd name="T67" fmla="*/ 106 h 476"/>
                  <a:gd name="T68" fmla="*/ 184 w 366"/>
                  <a:gd name="T69" fmla="*/ 38 h 476"/>
                  <a:gd name="T70" fmla="*/ 150 w 366"/>
                  <a:gd name="T71" fmla="*/ 34 h 476"/>
                  <a:gd name="T72" fmla="*/ 140 w 366"/>
                  <a:gd name="T73" fmla="*/ 28 h 476"/>
                  <a:gd name="T74" fmla="*/ 134 w 366"/>
                  <a:gd name="T75" fmla="*/ 16 h 476"/>
                  <a:gd name="T76" fmla="*/ 150 w 366"/>
                  <a:gd name="T77" fmla="*/ 6 h 476"/>
                  <a:gd name="T78" fmla="*/ 184 w 366"/>
                  <a:gd name="T79" fmla="*/ 0 h 476"/>
                  <a:gd name="T80" fmla="*/ 220 w 366"/>
                  <a:gd name="T81" fmla="*/ 6 h 476"/>
                  <a:gd name="T82" fmla="*/ 234 w 366"/>
                  <a:gd name="T83" fmla="*/ 18 h 476"/>
                  <a:gd name="T84" fmla="*/ 230 w 366"/>
                  <a:gd name="T85" fmla="*/ 28 h 476"/>
                  <a:gd name="T86" fmla="*/ 220 w 366"/>
                  <a:gd name="T87" fmla="*/ 34 h 476"/>
                  <a:gd name="T88" fmla="*/ 184 w 366"/>
                  <a:gd name="T89" fmla="*/ 38 h 476"/>
                  <a:gd name="T90" fmla="*/ 320 w 366"/>
                  <a:gd name="T91" fmla="*/ 92 h 476"/>
                  <a:gd name="T92" fmla="*/ 212 w 366"/>
                  <a:gd name="T93" fmla="*/ 22 h 476"/>
                  <a:gd name="T94" fmla="*/ 214 w 366"/>
                  <a:gd name="T95" fmla="*/ 18 h 476"/>
                  <a:gd name="T96" fmla="*/ 212 w 366"/>
                  <a:gd name="T97" fmla="*/ 14 h 476"/>
                  <a:gd name="T98" fmla="*/ 196 w 366"/>
                  <a:gd name="T99" fmla="*/ 8 h 476"/>
                  <a:gd name="T100" fmla="*/ 172 w 366"/>
                  <a:gd name="T101" fmla="*/ 8 h 476"/>
                  <a:gd name="T102" fmla="*/ 158 w 366"/>
                  <a:gd name="T103" fmla="*/ 12 h 476"/>
                  <a:gd name="T104" fmla="*/ 154 w 366"/>
                  <a:gd name="T105" fmla="*/ 20 h 476"/>
                  <a:gd name="T106" fmla="*/ 164 w 366"/>
                  <a:gd name="T107" fmla="*/ 28 h 476"/>
                  <a:gd name="T108" fmla="*/ 184 w 366"/>
                  <a:gd name="T109" fmla="*/ 30 h 476"/>
                  <a:gd name="T110" fmla="*/ 204 w 366"/>
                  <a:gd name="T111" fmla="*/ 28 h 476"/>
                  <a:gd name="T112" fmla="*/ 212 w 366"/>
                  <a:gd name="T113" fmla="*/ 22 h 4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66" h="476">
                    <a:moveTo>
                      <a:pt x="134" y="116"/>
                    </a:moveTo>
                    <a:lnTo>
                      <a:pt x="168" y="128"/>
                    </a:lnTo>
                    <a:lnTo>
                      <a:pt x="170" y="130"/>
                    </a:lnTo>
                    <a:lnTo>
                      <a:pt x="216" y="110"/>
                    </a:lnTo>
                    <a:lnTo>
                      <a:pt x="214" y="110"/>
                    </a:lnTo>
                    <a:lnTo>
                      <a:pt x="300" y="76"/>
                    </a:lnTo>
                    <a:lnTo>
                      <a:pt x="238" y="52"/>
                    </a:lnTo>
                    <a:lnTo>
                      <a:pt x="238" y="28"/>
                    </a:lnTo>
                    <a:lnTo>
                      <a:pt x="330" y="64"/>
                    </a:lnTo>
                    <a:lnTo>
                      <a:pt x="330" y="64"/>
                    </a:lnTo>
                    <a:lnTo>
                      <a:pt x="332" y="66"/>
                    </a:lnTo>
                    <a:lnTo>
                      <a:pt x="332" y="66"/>
                    </a:lnTo>
                    <a:lnTo>
                      <a:pt x="334" y="66"/>
                    </a:lnTo>
                    <a:lnTo>
                      <a:pt x="336" y="68"/>
                    </a:lnTo>
                    <a:lnTo>
                      <a:pt x="336" y="68"/>
                    </a:lnTo>
                    <a:lnTo>
                      <a:pt x="336" y="70"/>
                    </a:lnTo>
                    <a:lnTo>
                      <a:pt x="338" y="70"/>
                    </a:lnTo>
                    <a:lnTo>
                      <a:pt x="338" y="70"/>
                    </a:lnTo>
                    <a:lnTo>
                      <a:pt x="338" y="74"/>
                    </a:lnTo>
                    <a:lnTo>
                      <a:pt x="338" y="76"/>
                    </a:lnTo>
                    <a:lnTo>
                      <a:pt x="348" y="174"/>
                    </a:lnTo>
                    <a:lnTo>
                      <a:pt x="348" y="176"/>
                    </a:lnTo>
                    <a:lnTo>
                      <a:pt x="366" y="388"/>
                    </a:lnTo>
                    <a:lnTo>
                      <a:pt x="366" y="388"/>
                    </a:lnTo>
                    <a:lnTo>
                      <a:pt x="366" y="392"/>
                    </a:lnTo>
                    <a:lnTo>
                      <a:pt x="364" y="396"/>
                    </a:lnTo>
                    <a:lnTo>
                      <a:pt x="364" y="396"/>
                    </a:lnTo>
                    <a:lnTo>
                      <a:pt x="356" y="400"/>
                    </a:lnTo>
                    <a:lnTo>
                      <a:pt x="356" y="400"/>
                    </a:lnTo>
                    <a:lnTo>
                      <a:pt x="352" y="400"/>
                    </a:lnTo>
                    <a:lnTo>
                      <a:pt x="350" y="398"/>
                    </a:lnTo>
                    <a:lnTo>
                      <a:pt x="350" y="398"/>
                    </a:lnTo>
                    <a:lnTo>
                      <a:pt x="346" y="394"/>
                    </a:lnTo>
                    <a:lnTo>
                      <a:pt x="346" y="390"/>
                    </a:lnTo>
                    <a:lnTo>
                      <a:pt x="326" y="184"/>
                    </a:lnTo>
                    <a:lnTo>
                      <a:pt x="238" y="146"/>
                    </a:lnTo>
                    <a:lnTo>
                      <a:pt x="238" y="124"/>
                    </a:lnTo>
                    <a:lnTo>
                      <a:pt x="176" y="150"/>
                    </a:lnTo>
                    <a:lnTo>
                      <a:pt x="176" y="466"/>
                    </a:lnTo>
                    <a:lnTo>
                      <a:pt x="176" y="466"/>
                    </a:lnTo>
                    <a:lnTo>
                      <a:pt x="176" y="468"/>
                    </a:lnTo>
                    <a:lnTo>
                      <a:pt x="174" y="472"/>
                    </a:lnTo>
                    <a:lnTo>
                      <a:pt x="174" y="472"/>
                    </a:lnTo>
                    <a:lnTo>
                      <a:pt x="170" y="474"/>
                    </a:lnTo>
                    <a:lnTo>
                      <a:pt x="164" y="476"/>
                    </a:lnTo>
                    <a:lnTo>
                      <a:pt x="164" y="476"/>
                    </a:lnTo>
                    <a:lnTo>
                      <a:pt x="162" y="474"/>
                    </a:lnTo>
                    <a:lnTo>
                      <a:pt x="158" y="472"/>
                    </a:lnTo>
                    <a:lnTo>
                      <a:pt x="158" y="472"/>
                    </a:lnTo>
                    <a:lnTo>
                      <a:pt x="156" y="466"/>
                    </a:lnTo>
                    <a:lnTo>
                      <a:pt x="156" y="262"/>
                    </a:lnTo>
                    <a:lnTo>
                      <a:pt x="40" y="216"/>
                    </a:lnTo>
                    <a:lnTo>
                      <a:pt x="24" y="408"/>
                    </a:lnTo>
                    <a:lnTo>
                      <a:pt x="24" y="408"/>
                    </a:lnTo>
                    <a:lnTo>
                      <a:pt x="22" y="412"/>
                    </a:lnTo>
                    <a:lnTo>
                      <a:pt x="20" y="414"/>
                    </a:lnTo>
                    <a:lnTo>
                      <a:pt x="20" y="414"/>
                    </a:lnTo>
                    <a:lnTo>
                      <a:pt x="16" y="416"/>
                    </a:lnTo>
                    <a:lnTo>
                      <a:pt x="10" y="418"/>
                    </a:lnTo>
                    <a:lnTo>
                      <a:pt x="10" y="418"/>
                    </a:lnTo>
                    <a:lnTo>
                      <a:pt x="6" y="416"/>
                    </a:lnTo>
                    <a:lnTo>
                      <a:pt x="4" y="414"/>
                    </a:lnTo>
                    <a:lnTo>
                      <a:pt x="4" y="414"/>
                    </a:lnTo>
                    <a:lnTo>
                      <a:pt x="2" y="410"/>
                    </a:lnTo>
                    <a:lnTo>
                      <a:pt x="0" y="406"/>
                    </a:lnTo>
                    <a:lnTo>
                      <a:pt x="20" y="200"/>
                    </a:lnTo>
                    <a:lnTo>
                      <a:pt x="20" y="200"/>
                    </a:lnTo>
                    <a:lnTo>
                      <a:pt x="28" y="90"/>
                    </a:lnTo>
                    <a:lnTo>
                      <a:pt x="28" y="90"/>
                    </a:lnTo>
                    <a:lnTo>
                      <a:pt x="28" y="90"/>
                    </a:lnTo>
                    <a:lnTo>
                      <a:pt x="30" y="86"/>
                    </a:lnTo>
                    <a:lnTo>
                      <a:pt x="30" y="86"/>
                    </a:lnTo>
                    <a:lnTo>
                      <a:pt x="30" y="84"/>
                    </a:lnTo>
                    <a:lnTo>
                      <a:pt x="32" y="82"/>
                    </a:lnTo>
                    <a:lnTo>
                      <a:pt x="32" y="82"/>
                    </a:lnTo>
                    <a:lnTo>
                      <a:pt x="32" y="82"/>
                    </a:lnTo>
                    <a:lnTo>
                      <a:pt x="36" y="80"/>
                    </a:lnTo>
                    <a:lnTo>
                      <a:pt x="38" y="80"/>
                    </a:lnTo>
                    <a:lnTo>
                      <a:pt x="134" y="40"/>
                    </a:lnTo>
                    <a:lnTo>
                      <a:pt x="138" y="40"/>
                    </a:lnTo>
                    <a:lnTo>
                      <a:pt x="138" y="64"/>
                    </a:lnTo>
                    <a:lnTo>
                      <a:pt x="134" y="64"/>
                    </a:lnTo>
                    <a:lnTo>
                      <a:pt x="70" y="90"/>
                    </a:lnTo>
                    <a:lnTo>
                      <a:pt x="134" y="116"/>
                    </a:lnTo>
                    <a:close/>
                    <a:moveTo>
                      <a:pt x="194" y="180"/>
                    </a:moveTo>
                    <a:lnTo>
                      <a:pt x="194" y="180"/>
                    </a:lnTo>
                    <a:lnTo>
                      <a:pt x="214" y="176"/>
                    </a:lnTo>
                    <a:lnTo>
                      <a:pt x="214" y="328"/>
                    </a:lnTo>
                    <a:lnTo>
                      <a:pt x="214" y="328"/>
                    </a:lnTo>
                    <a:lnTo>
                      <a:pt x="214" y="336"/>
                    </a:lnTo>
                    <a:lnTo>
                      <a:pt x="214" y="336"/>
                    </a:lnTo>
                    <a:lnTo>
                      <a:pt x="204" y="338"/>
                    </a:lnTo>
                    <a:lnTo>
                      <a:pt x="204" y="338"/>
                    </a:lnTo>
                    <a:lnTo>
                      <a:pt x="200" y="338"/>
                    </a:lnTo>
                    <a:lnTo>
                      <a:pt x="198" y="336"/>
                    </a:lnTo>
                    <a:lnTo>
                      <a:pt x="198" y="336"/>
                    </a:lnTo>
                    <a:lnTo>
                      <a:pt x="194" y="332"/>
                    </a:lnTo>
                    <a:lnTo>
                      <a:pt x="194" y="328"/>
                    </a:lnTo>
                    <a:lnTo>
                      <a:pt x="194" y="180"/>
                    </a:lnTo>
                    <a:close/>
                    <a:moveTo>
                      <a:pt x="156" y="240"/>
                    </a:moveTo>
                    <a:lnTo>
                      <a:pt x="156" y="146"/>
                    </a:lnTo>
                    <a:lnTo>
                      <a:pt x="50" y="106"/>
                    </a:lnTo>
                    <a:lnTo>
                      <a:pt x="42" y="192"/>
                    </a:lnTo>
                    <a:lnTo>
                      <a:pt x="156" y="240"/>
                    </a:lnTo>
                    <a:close/>
                    <a:moveTo>
                      <a:pt x="184" y="38"/>
                    </a:moveTo>
                    <a:lnTo>
                      <a:pt x="184" y="38"/>
                    </a:lnTo>
                    <a:lnTo>
                      <a:pt x="166" y="38"/>
                    </a:lnTo>
                    <a:lnTo>
                      <a:pt x="150" y="34"/>
                    </a:lnTo>
                    <a:lnTo>
                      <a:pt x="150" y="34"/>
                    </a:lnTo>
                    <a:lnTo>
                      <a:pt x="150" y="34"/>
                    </a:lnTo>
                    <a:lnTo>
                      <a:pt x="140" y="28"/>
                    </a:lnTo>
                    <a:lnTo>
                      <a:pt x="134" y="22"/>
                    </a:lnTo>
                    <a:lnTo>
                      <a:pt x="134" y="16"/>
                    </a:lnTo>
                    <a:lnTo>
                      <a:pt x="134" y="16"/>
                    </a:lnTo>
                    <a:lnTo>
                      <a:pt x="140" y="10"/>
                    </a:lnTo>
                    <a:lnTo>
                      <a:pt x="150" y="6"/>
                    </a:lnTo>
                    <a:lnTo>
                      <a:pt x="150" y="6"/>
                    </a:lnTo>
                    <a:lnTo>
                      <a:pt x="166" y="0"/>
                    </a:lnTo>
                    <a:lnTo>
                      <a:pt x="184" y="0"/>
                    </a:lnTo>
                    <a:lnTo>
                      <a:pt x="184" y="0"/>
                    </a:lnTo>
                    <a:lnTo>
                      <a:pt x="204" y="0"/>
                    </a:lnTo>
                    <a:lnTo>
                      <a:pt x="220" y="6"/>
                    </a:lnTo>
                    <a:lnTo>
                      <a:pt x="220" y="6"/>
                    </a:lnTo>
                    <a:lnTo>
                      <a:pt x="230" y="12"/>
                    </a:lnTo>
                    <a:lnTo>
                      <a:pt x="234" y="14"/>
                    </a:lnTo>
                    <a:lnTo>
                      <a:pt x="234" y="18"/>
                    </a:lnTo>
                    <a:lnTo>
                      <a:pt x="234" y="20"/>
                    </a:lnTo>
                    <a:lnTo>
                      <a:pt x="234" y="20"/>
                    </a:lnTo>
                    <a:lnTo>
                      <a:pt x="230" y="28"/>
                    </a:lnTo>
                    <a:lnTo>
                      <a:pt x="230" y="28"/>
                    </a:lnTo>
                    <a:lnTo>
                      <a:pt x="220" y="34"/>
                    </a:lnTo>
                    <a:lnTo>
                      <a:pt x="220" y="34"/>
                    </a:lnTo>
                    <a:lnTo>
                      <a:pt x="204" y="38"/>
                    </a:lnTo>
                    <a:lnTo>
                      <a:pt x="184" y="38"/>
                    </a:lnTo>
                    <a:lnTo>
                      <a:pt x="184" y="38"/>
                    </a:lnTo>
                    <a:close/>
                    <a:moveTo>
                      <a:pt x="238" y="124"/>
                    </a:moveTo>
                    <a:lnTo>
                      <a:pt x="324" y="160"/>
                    </a:lnTo>
                    <a:lnTo>
                      <a:pt x="320" y="92"/>
                    </a:lnTo>
                    <a:lnTo>
                      <a:pt x="238" y="124"/>
                    </a:lnTo>
                    <a:close/>
                    <a:moveTo>
                      <a:pt x="212" y="22"/>
                    </a:moveTo>
                    <a:lnTo>
                      <a:pt x="212" y="22"/>
                    </a:lnTo>
                    <a:lnTo>
                      <a:pt x="214" y="22"/>
                    </a:lnTo>
                    <a:lnTo>
                      <a:pt x="214" y="20"/>
                    </a:lnTo>
                    <a:lnTo>
                      <a:pt x="214" y="18"/>
                    </a:lnTo>
                    <a:lnTo>
                      <a:pt x="214" y="18"/>
                    </a:lnTo>
                    <a:lnTo>
                      <a:pt x="214" y="16"/>
                    </a:lnTo>
                    <a:lnTo>
                      <a:pt x="212" y="14"/>
                    </a:lnTo>
                    <a:lnTo>
                      <a:pt x="204" y="10"/>
                    </a:lnTo>
                    <a:lnTo>
                      <a:pt x="204" y="10"/>
                    </a:lnTo>
                    <a:lnTo>
                      <a:pt x="196" y="8"/>
                    </a:lnTo>
                    <a:lnTo>
                      <a:pt x="184" y="6"/>
                    </a:lnTo>
                    <a:lnTo>
                      <a:pt x="184" y="6"/>
                    </a:lnTo>
                    <a:lnTo>
                      <a:pt x="172" y="8"/>
                    </a:lnTo>
                    <a:lnTo>
                      <a:pt x="162" y="10"/>
                    </a:lnTo>
                    <a:lnTo>
                      <a:pt x="162" y="10"/>
                    </a:lnTo>
                    <a:lnTo>
                      <a:pt x="158" y="12"/>
                    </a:lnTo>
                    <a:lnTo>
                      <a:pt x="154" y="16"/>
                    </a:lnTo>
                    <a:lnTo>
                      <a:pt x="154" y="20"/>
                    </a:lnTo>
                    <a:lnTo>
                      <a:pt x="154" y="20"/>
                    </a:lnTo>
                    <a:lnTo>
                      <a:pt x="162" y="28"/>
                    </a:lnTo>
                    <a:lnTo>
                      <a:pt x="162" y="28"/>
                    </a:lnTo>
                    <a:lnTo>
                      <a:pt x="164" y="28"/>
                    </a:lnTo>
                    <a:lnTo>
                      <a:pt x="164" y="28"/>
                    </a:lnTo>
                    <a:lnTo>
                      <a:pt x="174" y="30"/>
                    </a:lnTo>
                    <a:lnTo>
                      <a:pt x="184" y="30"/>
                    </a:lnTo>
                    <a:lnTo>
                      <a:pt x="184" y="30"/>
                    </a:lnTo>
                    <a:lnTo>
                      <a:pt x="196" y="30"/>
                    </a:lnTo>
                    <a:lnTo>
                      <a:pt x="204" y="28"/>
                    </a:lnTo>
                    <a:lnTo>
                      <a:pt x="204" y="28"/>
                    </a:lnTo>
                    <a:lnTo>
                      <a:pt x="212" y="22"/>
                    </a:lnTo>
                    <a:lnTo>
                      <a:pt x="212" y="22"/>
                    </a:lnTo>
                    <a:close/>
                  </a:path>
                </a:pathLst>
              </a:custGeom>
              <a:solidFill>
                <a:srgbClr val="7B5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31" name="Freeform 540">
                <a:extLst>
                  <a:ext uri="{FF2B5EF4-FFF2-40B4-BE49-F238E27FC236}">
                    <a16:creationId xmlns:a16="http://schemas.microsoft.com/office/drawing/2014/main" id="{F32A10C2-9A7E-43A2-85B2-5FE3BA8CBE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1816" y="5002121"/>
                <a:ext cx="50657" cy="95235"/>
              </a:xfrm>
              <a:custGeom>
                <a:avLst/>
                <a:gdLst>
                  <a:gd name="T0" fmla="*/ 30 w 50"/>
                  <a:gd name="T1" fmla="*/ 82 h 94"/>
                  <a:gd name="T2" fmla="*/ 0 w 50"/>
                  <a:gd name="T3" fmla="*/ 94 h 94"/>
                  <a:gd name="T4" fmla="*/ 0 w 50"/>
                  <a:gd name="T5" fmla="*/ 10 h 94"/>
                  <a:gd name="T6" fmla="*/ 0 w 50"/>
                  <a:gd name="T7" fmla="*/ 10 h 94"/>
                  <a:gd name="T8" fmla="*/ 20 w 50"/>
                  <a:gd name="T9" fmla="*/ 10 h 94"/>
                  <a:gd name="T10" fmla="*/ 36 w 50"/>
                  <a:gd name="T11" fmla="*/ 6 h 94"/>
                  <a:gd name="T12" fmla="*/ 36 w 50"/>
                  <a:gd name="T13" fmla="*/ 6 h 94"/>
                  <a:gd name="T14" fmla="*/ 46 w 50"/>
                  <a:gd name="T15" fmla="*/ 0 h 94"/>
                  <a:gd name="T16" fmla="*/ 50 w 50"/>
                  <a:gd name="T17" fmla="*/ 0 h 94"/>
                  <a:gd name="T18" fmla="*/ 50 w 50"/>
                  <a:gd name="T19" fmla="*/ 72 h 94"/>
                  <a:gd name="T20" fmla="*/ 26 w 50"/>
                  <a:gd name="T21" fmla="*/ 82 h 94"/>
                  <a:gd name="T22" fmla="*/ 30 w 50"/>
                  <a:gd name="T23" fmla="*/ 8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" h="94">
                    <a:moveTo>
                      <a:pt x="30" y="82"/>
                    </a:moveTo>
                    <a:lnTo>
                      <a:pt x="0" y="9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0" y="10"/>
                    </a:lnTo>
                    <a:lnTo>
                      <a:pt x="36" y="6"/>
                    </a:lnTo>
                    <a:lnTo>
                      <a:pt x="36" y="6"/>
                    </a:lnTo>
                    <a:lnTo>
                      <a:pt x="46" y="0"/>
                    </a:lnTo>
                    <a:lnTo>
                      <a:pt x="50" y="0"/>
                    </a:lnTo>
                    <a:lnTo>
                      <a:pt x="50" y="72"/>
                    </a:lnTo>
                    <a:lnTo>
                      <a:pt x="26" y="82"/>
                    </a:lnTo>
                    <a:lnTo>
                      <a:pt x="30" y="82"/>
                    </a:lnTo>
                    <a:close/>
                  </a:path>
                </a:pathLst>
              </a:custGeom>
              <a:solidFill>
                <a:srgbClr val="F1EE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32" name="Freeform 541">
                <a:extLst>
                  <a:ext uri="{FF2B5EF4-FFF2-40B4-BE49-F238E27FC236}">
                    <a16:creationId xmlns:a16="http://schemas.microsoft.com/office/drawing/2014/main" id="{7DEB1634-343C-4274-99AD-9F6C13201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159" y="4996042"/>
                <a:ext cx="50657" cy="107393"/>
              </a:xfrm>
              <a:custGeom>
                <a:avLst/>
                <a:gdLst>
                  <a:gd name="T0" fmla="*/ 50 w 50"/>
                  <a:gd name="T1" fmla="*/ 100 h 106"/>
                  <a:gd name="T2" fmla="*/ 34 w 50"/>
                  <a:gd name="T3" fmla="*/ 106 h 106"/>
                  <a:gd name="T4" fmla="*/ 0 w 50"/>
                  <a:gd name="T5" fmla="*/ 94 h 106"/>
                  <a:gd name="T6" fmla="*/ 0 w 50"/>
                  <a:gd name="T7" fmla="*/ 42 h 106"/>
                  <a:gd name="T8" fmla="*/ 4 w 50"/>
                  <a:gd name="T9" fmla="*/ 42 h 106"/>
                  <a:gd name="T10" fmla="*/ 4 w 50"/>
                  <a:gd name="T11" fmla="*/ 18 h 106"/>
                  <a:gd name="T12" fmla="*/ 0 w 50"/>
                  <a:gd name="T13" fmla="*/ 18 h 106"/>
                  <a:gd name="T14" fmla="*/ 0 w 50"/>
                  <a:gd name="T15" fmla="*/ 0 h 106"/>
                  <a:gd name="T16" fmla="*/ 0 w 50"/>
                  <a:gd name="T17" fmla="*/ 0 h 106"/>
                  <a:gd name="T18" fmla="*/ 6 w 50"/>
                  <a:gd name="T19" fmla="*/ 6 h 106"/>
                  <a:gd name="T20" fmla="*/ 16 w 50"/>
                  <a:gd name="T21" fmla="*/ 12 h 106"/>
                  <a:gd name="T22" fmla="*/ 16 w 50"/>
                  <a:gd name="T23" fmla="*/ 12 h 106"/>
                  <a:gd name="T24" fmla="*/ 16 w 50"/>
                  <a:gd name="T25" fmla="*/ 12 h 106"/>
                  <a:gd name="T26" fmla="*/ 32 w 50"/>
                  <a:gd name="T27" fmla="*/ 16 h 106"/>
                  <a:gd name="T28" fmla="*/ 50 w 50"/>
                  <a:gd name="T29" fmla="*/ 16 h 106"/>
                  <a:gd name="T30" fmla="*/ 50 w 50"/>
                  <a:gd name="T31" fmla="*/ 10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0" h="106">
                    <a:moveTo>
                      <a:pt x="50" y="100"/>
                    </a:moveTo>
                    <a:lnTo>
                      <a:pt x="34" y="106"/>
                    </a:lnTo>
                    <a:lnTo>
                      <a:pt x="0" y="94"/>
                    </a:lnTo>
                    <a:lnTo>
                      <a:pt x="0" y="42"/>
                    </a:lnTo>
                    <a:lnTo>
                      <a:pt x="4" y="42"/>
                    </a:lnTo>
                    <a:lnTo>
                      <a:pt x="4" y="18"/>
                    </a:lnTo>
                    <a:lnTo>
                      <a:pt x="0" y="1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16" y="12"/>
                    </a:lnTo>
                    <a:lnTo>
                      <a:pt x="16" y="12"/>
                    </a:lnTo>
                    <a:lnTo>
                      <a:pt x="16" y="12"/>
                    </a:lnTo>
                    <a:lnTo>
                      <a:pt x="32" y="16"/>
                    </a:lnTo>
                    <a:lnTo>
                      <a:pt x="50" y="16"/>
                    </a:lnTo>
                    <a:lnTo>
                      <a:pt x="50" y="100"/>
                    </a:lnTo>
                    <a:close/>
                  </a:path>
                </a:pathLst>
              </a:custGeom>
              <a:solidFill>
                <a:srgbClr val="BCB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93040" tIns="96522" rIns="193040" bIns="96522" numCol="1" anchor="t" anchorCtr="0" compatLnSpc="1">
                <a:prstTxWarp prst="textNoShape">
                  <a:avLst/>
                </a:prstTxWarp>
              </a:bodyPr>
              <a:lstStyle/>
              <a:p>
                <a:pPr algn="l" defTabSz="1828800" rtl="0"/>
                <a:endParaRPr lang="en-US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</p:grpSp>
        <p:grpSp>
          <p:nvGrpSpPr>
            <p:cNvPr id="19" name="Group 62">
              <a:extLst>
                <a:ext uri="{FF2B5EF4-FFF2-40B4-BE49-F238E27FC236}">
                  <a16:creationId xmlns:a16="http://schemas.microsoft.com/office/drawing/2014/main" id="{0F2EE1AF-D71A-46FC-8758-74AC9A9D7AED}"/>
                </a:ext>
              </a:extLst>
            </p:cNvPr>
            <p:cNvGrpSpPr/>
            <p:nvPr/>
          </p:nvGrpSpPr>
          <p:grpSpPr>
            <a:xfrm>
              <a:off x="660399" y="2063949"/>
              <a:ext cx="2330196" cy="3009148"/>
              <a:chOff x="498861" y="2031592"/>
              <a:chExt cx="2301858" cy="2972554"/>
            </a:xfrm>
            <a:solidFill>
              <a:schemeClr val="bg2">
                <a:lumMod val="10000"/>
              </a:schemeClr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Freeform 529">
                <a:extLst>
                  <a:ext uri="{FF2B5EF4-FFF2-40B4-BE49-F238E27FC236}">
                    <a16:creationId xmlns:a16="http://schemas.microsoft.com/office/drawing/2014/main" id="{EDBC5136-B583-4A0F-937E-DE419AD831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8027" y="2035645"/>
                <a:ext cx="1132692" cy="2863136"/>
              </a:xfrm>
              <a:custGeom>
                <a:avLst/>
                <a:gdLst>
                  <a:gd name="T0" fmla="*/ 64 w 1118"/>
                  <a:gd name="T1" fmla="*/ 2820 h 2826"/>
                  <a:gd name="T2" fmla="*/ 152 w 1118"/>
                  <a:gd name="T3" fmla="*/ 2798 h 2826"/>
                  <a:gd name="T4" fmla="*/ 190 w 1118"/>
                  <a:gd name="T5" fmla="*/ 2780 h 2826"/>
                  <a:gd name="T6" fmla="*/ 238 w 1118"/>
                  <a:gd name="T7" fmla="*/ 2750 h 2826"/>
                  <a:gd name="T8" fmla="*/ 258 w 1118"/>
                  <a:gd name="T9" fmla="*/ 2728 h 2826"/>
                  <a:gd name="T10" fmla="*/ 274 w 1118"/>
                  <a:gd name="T11" fmla="*/ 2690 h 2826"/>
                  <a:gd name="T12" fmla="*/ 770 w 1118"/>
                  <a:gd name="T13" fmla="*/ 1686 h 2826"/>
                  <a:gd name="T14" fmla="*/ 820 w 1118"/>
                  <a:gd name="T15" fmla="*/ 1556 h 2826"/>
                  <a:gd name="T16" fmla="*/ 868 w 1118"/>
                  <a:gd name="T17" fmla="*/ 1350 h 2826"/>
                  <a:gd name="T18" fmla="*/ 884 w 1118"/>
                  <a:gd name="T19" fmla="*/ 1128 h 2826"/>
                  <a:gd name="T20" fmla="*/ 880 w 1118"/>
                  <a:gd name="T21" fmla="*/ 1012 h 2826"/>
                  <a:gd name="T22" fmla="*/ 858 w 1118"/>
                  <a:gd name="T23" fmla="*/ 846 h 2826"/>
                  <a:gd name="T24" fmla="*/ 818 w 1118"/>
                  <a:gd name="T25" fmla="*/ 692 h 2826"/>
                  <a:gd name="T26" fmla="*/ 760 w 1118"/>
                  <a:gd name="T27" fmla="*/ 546 h 2826"/>
                  <a:gd name="T28" fmla="*/ 682 w 1118"/>
                  <a:gd name="T29" fmla="*/ 410 h 2826"/>
                  <a:gd name="T30" fmla="*/ 618 w 1118"/>
                  <a:gd name="T31" fmla="*/ 326 h 2826"/>
                  <a:gd name="T32" fmla="*/ 526 w 1118"/>
                  <a:gd name="T33" fmla="*/ 222 h 2826"/>
                  <a:gd name="T34" fmla="*/ 428 w 1118"/>
                  <a:gd name="T35" fmla="*/ 140 h 2826"/>
                  <a:gd name="T36" fmla="*/ 322 w 1118"/>
                  <a:gd name="T37" fmla="*/ 74 h 2826"/>
                  <a:gd name="T38" fmla="*/ 210 w 1118"/>
                  <a:gd name="T39" fmla="*/ 30 h 2826"/>
                  <a:gd name="T40" fmla="*/ 90 w 1118"/>
                  <a:gd name="T41" fmla="*/ 4 h 2826"/>
                  <a:gd name="T42" fmla="*/ 102 w 1118"/>
                  <a:gd name="T43" fmla="*/ 4 h 2826"/>
                  <a:gd name="T44" fmla="*/ 256 w 1118"/>
                  <a:gd name="T45" fmla="*/ 28 h 2826"/>
                  <a:gd name="T46" fmla="*/ 400 w 1118"/>
                  <a:gd name="T47" fmla="*/ 72 h 2826"/>
                  <a:gd name="T48" fmla="*/ 536 w 1118"/>
                  <a:gd name="T49" fmla="*/ 138 h 2826"/>
                  <a:gd name="T50" fmla="*/ 664 w 1118"/>
                  <a:gd name="T51" fmla="*/ 222 h 2826"/>
                  <a:gd name="T52" fmla="*/ 784 w 1118"/>
                  <a:gd name="T53" fmla="*/ 328 h 2826"/>
                  <a:gd name="T54" fmla="*/ 862 w 1118"/>
                  <a:gd name="T55" fmla="*/ 414 h 2826"/>
                  <a:gd name="T56" fmla="*/ 960 w 1118"/>
                  <a:gd name="T57" fmla="*/ 550 h 2826"/>
                  <a:gd name="T58" fmla="*/ 1034 w 1118"/>
                  <a:gd name="T59" fmla="*/ 696 h 2826"/>
                  <a:gd name="T60" fmla="*/ 1084 w 1118"/>
                  <a:gd name="T61" fmla="*/ 852 h 2826"/>
                  <a:gd name="T62" fmla="*/ 1112 w 1118"/>
                  <a:gd name="T63" fmla="*/ 1016 h 2826"/>
                  <a:gd name="T64" fmla="*/ 1118 w 1118"/>
                  <a:gd name="T65" fmla="*/ 1132 h 2826"/>
                  <a:gd name="T66" fmla="*/ 1098 w 1118"/>
                  <a:gd name="T67" fmla="*/ 1356 h 2826"/>
                  <a:gd name="T68" fmla="*/ 1050 w 1118"/>
                  <a:gd name="T69" fmla="*/ 1528 h 2826"/>
                  <a:gd name="T70" fmla="*/ 1008 w 1118"/>
                  <a:gd name="T71" fmla="*/ 1626 h 2826"/>
                  <a:gd name="T72" fmla="*/ 974 w 1118"/>
                  <a:gd name="T73" fmla="*/ 1690 h 2826"/>
                  <a:gd name="T74" fmla="*/ 350 w 1118"/>
                  <a:gd name="T75" fmla="*/ 2690 h 2826"/>
                  <a:gd name="T76" fmla="*/ 338 w 1118"/>
                  <a:gd name="T77" fmla="*/ 2716 h 2826"/>
                  <a:gd name="T78" fmla="*/ 318 w 1118"/>
                  <a:gd name="T79" fmla="*/ 2740 h 2826"/>
                  <a:gd name="T80" fmla="*/ 266 w 1118"/>
                  <a:gd name="T81" fmla="*/ 2772 h 2826"/>
                  <a:gd name="T82" fmla="*/ 218 w 1118"/>
                  <a:gd name="T83" fmla="*/ 2792 h 2826"/>
                  <a:gd name="T84" fmla="*/ 138 w 1118"/>
                  <a:gd name="T85" fmla="*/ 2812 h 2826"/>
                  <a:gd name="T86" fmla="*/ 48 w 1118"/>
                  <a:gd name="T87" fmla="*/ 2824 h 2826"/>
                  <a:gd name="T88" fmla="*/ 0 w 1118"/>
                  <a:gd name="T89" fmla="*/ 2826 h 2826"/>
                  <a:gd name="T90" fmla="*/ 24 w 1118"/>
                  <a:gd name="T91" fmla="*/ 2 h 2826"/>
                  <a:gd name="T92" fmla="*/ 90 w 1118"/>
                  <a:gd name="T93" fmla="*/ 26 h 2826"/>
                  <a:gd name="T94" fmla="*/ 152 w 1118"/>
                  <a:gd name="T95" fmla="*/ 68 h 2826"/>
                  <a:gd name="T96" fmla="*/ 210 w 1118"/>
                  <a:gd name="T97" fmla="*/ 134 h 2826"/>
                  <a:gd name="T98" fmla="*/ 266 w 1118"/>
                  <a:gd name="T99" fmla="*/ 220 h 2826"/>
                  <a:gd name="T100" fmla="*/ 316 w 1118"/>
                  <a:gd name="T101" fmla="*/ 326 h 2826"/>
                  <a:gd name="T102" fmla="*/ 350 w 1118"/>
                  <a:gd name="T103" fmla="*/ 412 h 2826"/>
                  <a:gd name="T104" fmla="*/ 390 w 1118"/>
                  <a:gd name="T105" fmla="*/ 548 h 2826"/>
                  <a:gd name="T106" fmla="*/ 422 w 1118"/>
                  <a:gd name="T107" fmla="*/ 694 h 2826"/>
                  <a:gd name="T108" fmla="*/ 448 w 1118"/>
                  <a:gd name="T109" fmla="*/ 904 h 2826"/>
                  <a:gd name="T110" fmla="*/ 456 w 1118"/>
                  <a:gd name="T111" fmla="*/ 1130 h 2826"/>
                  <a:gd name="T112" fmla="*/ 448 w 1118"/>
                  <a:gd name="T113" fmla="*/ 1354 h 2826"/>
                  <a:gd name="T114" fmla="*/ 422 w 1118"/>
                  <a:gd name="T115" fmla="*/ 1560 h 2826"/>
                  <a:gd name="T116" fmla="*/ 396 w 1118"/>
                  <a:gd name="T117" fmla="*/ 1688 h 2826"/>
                  <a:gd name="T118" fmla="*/ 136 w 1118"/>
                  <a:gd name="T119" fmla="*/ 2690 h 2826"/>
                  <a:gd name="T120" fmla="*/ 122 w 1118"/>
                  <a:gd name="T121" fmla="*/ 2740 h 2826"/>
                  <a:gd name="T122" fmla="*/ 90 w 1118"/>
                  <a:gd name="T123" fmla="*/ 2782 h 2826"/>
                  <a:gd name="T124" fmla="*/ 26 w 1118"/>
                  <a:gd name="T125" fmla="*/ 2820 h 28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118" h="2826">
                    <a:moveTo>
                      <a:pt x="14" y="2826"/>
                    </a:moveTo>
                    <a:lnTo>
                      <a:pt x="14" y="2826"/>
                    </a:lnTo>
                    <a:lnTo>
                      <a:pt x="64" y="2820"/>
                    </a:lnTo>
                    <a:lnTo>
                      <a:pt x="110" y="2812"/>
                    </a:lnTo>
                    <a:lnTo>
                      <a:pt x="132" y="2806"/>
                    </a:lnTo>
                    <a:lnTo>
                      <a:pt x="152" y="2798"/>
                    </a:lnTo>
                    <a:lnTo>
                      <a:pt x="172" y="2790"/>
                    </a:lnTo>
                    <a:lnTo>
                      <a:pt x="190" y="2780"/>
                    </a:lnTo>
                    <a:lnTo>
                      <a:pt x="190" y="2780"/>
                    </a:lnTo>
                    <a:lnTo>
                      <a:pt x="208" y="2770"/>
                    </a:lnTo>
                    <a:lnTo>
                      <a:pt x="224" y="2760"/>
                    </a:lnTo>
                    <a:lnTo>
                      <a:pt x="238" y="2750"/>
                    </a:lnTo>
                    <a:lnTo>
                      <a:pt x="250" y="2740"/>
                    </a:lnTo>
                    <a:lnTo>
                      <a:pt x="250" y="2740"/>
                    </a:lnTo>
                    <a:lnTo>
                      <a:pt x="258" y="2728"/>
                    </a:lnTo>
                    <a:lnTo>
                      <a:pt x="266" y="2716"/>
                    </a:lnTo>
                    <a:lnTo>
                      <a:pt x="272" y="2704"/>
                    </a:lnTo>
                    <a:lnTo>
                      <a:pt x="274" y="2690"/>
                    </a:lnTo>
                    <a:lnTo>
                      <a:pt x="738" y="1752"/>
                    </a:lnTo>
                    <a:lnTo>
                      <a:pt x="738" y="1752"/>
                    </a:lnTo>
                    <a:lnTo>
                      <a:pt x="770" y="1686"/>
                    </a:lnTo>
                    <a:lnTo>
                      <a:pt x="770" y="1686"/>
                    </a:lnTo>
                    <a:lnTo>
                      <a:pt x="796" y="1622"/>
                    </a:lnTo>
                    <a:lnTo>
                      <a:pt x="820" y="1556"/>
                    </a:lnTo>
                    <a:lnTo>
                      <a:pt x="840" y="1490"/>
                    </a:lnTo>
                    <a:lnTo>
                      <a:pt x="856" y="1420"/>
                    </a:lnTo>
                    <a:lnTo>
                      <a:pt x="868" y="1350"/>
                    </a:lnTo>
                    <a:lnTo>
                      <a:pt x="878" y="1278"/>
                    </a:lnTo>
                    <a:lnTo>
                      <a:pt x="884" y="1204"/>
                    </a:lnTo>
                    <a:lnTo>
                      <a:pt x="884" y="1128"/>
                    </a:lnTo>
                    <a:lnTo>
                      <a:pt x="884" y="1128"/>
                    </a:lnTo>
                    <a:lnTo>
                      <a:pt x="884" y="1068"/>
                    </a:lnTo>
                    <a:lnTo>
                      <a:pt x="880" y="1012"/>
                    </a:lnTo>
                    <a:lnTo>
                      <a:pt x="876" y="956"/>
                    </a:lnTo>
                    <a:lnTo>
                      <a:pt x="868" y="900"/>
                    </a:lnTo>
                    <a:lnTo>
                      <a:pt x="858" y="846"/>
                    </a:lnTo>
                    <a:lnTo>
                      <a:pt x="848" y="794"/>
                    </a:lnTo>
                    <a:lnTo>
                      <a:pt x="834" y="742"/>
                    </a:lnTo>
                    <a:lnTo>
                      <a:pt x="818" y="692"/>
                    </a:lnTo>
                    <a:lnTo>
                      <a:pt x="800" y="642"/>
                    </a:lnTo>
                    <a:lnTo>
                      <a:pt x="782" y="594"/>
                    </a:lnTo>
                    <a:lnTo>
                      <a:pt x="760" y="546"/>
                    </a:lnTo>
                    <a:lnTo>
                      <a:pt x="736" y="500"/>
                    </a:lnTo>
                    <a:lnTo>
                      <a:pt x="710" y="454"/>
                    </a:lnTo>
                    <a:lnTo>
                      <a:pt x="682" y="410"/>
                    </a:lnTo>
                    <a:lnTo>
                      <a:pt x="652" y="368"/>
                    </a:lnTo>
                    <a:lnTo>
                      <a:pt x="618" y="326"/>
                    </a:lnTo>
                    <a:lnTo>
                      <a:pt x="618" y="326"/>
                    </a:lnTo>
                    <a:lnTo>
                      <a:pt x="588" y="290"/>
                    </a:lnTo>
                    <a:lnTo>
                      <a:pt x="558" y="254"/>
                    </a:lnTo>
                    <a:lnTo>
                      <a:pt x="526" y="222"/>
                    </a:lnTo>
                    <a:lnTo>
                      <a:pt x="494" y="192"/>
                    </a:lnTo>
                    <a:lnTo>
                      <a:pt x="460" y="164"/>
                    </a:lnTo>
                    <a:lnTo>
                      <a:pt x="428" y="140"/>
                    </a:lnTo>
                    <a:lnTo>
                      <a:pt x="392" y="116"/>
                    </a:lnTo>
                    <a:lnTo>
                      <a:pt x="358" y="94"/>
                    </a:lnTo>
                    <a:lnTo>
                      <a:pt x="322" y="74"/>
                    </a:lnTo>
                    <a:lnTo>
                      <a:pt x="284" y="58"/>
                    </a:lnTo>
                    <a:lnTo>
                      <a:pt x="248" y="42"/>
                    </a:lnTo>
                    <a:lnTo>
                      <a:pt x="210" y="30"/>
                    </a:lnTo>
                    <a:lnTo>
                      <a:pt x="170" y="18"/>
                    </a:lnTo>
                    <a:lnTo>
                      <a:pt x="130" y="10"/>
                    </a:lnTo>
                    <a:lnTo>
                      <a:pt x="90" y="4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102" y="4"/>
                    </a:lnTo>
                    <a:lnTo>
                      <a:pt x="154" y="10"/>
                    </a:lnTo>
                    <a:lnTo>
                      <a:pt x="206" y="18"/>
                    </a:lnTo>
                    <a:lnTo>
                      <a:pt x="256" y="28"/>
                    </a:lnTo>
                    <a:lnTo>
                      <a:pt x="304" y="40"/>
                    </a:lnTo>
                    <a:lnTo>
                      <a:pt x="352" y="56"/>
                    </a:lnTo>
                    <a:lnTo>
                      <a:pt x="400" y="72"/>
                    </a:lnTo>
                    <a:lnTo>
                      <a:pt x="446" y="92"/>
                    </a:lnTo>
                    <a:lnTo>
                      <a:pt x="492" y="114"/>
                    </a:lnTo>
                    <a:lnTo>
                      <a:pt x="536" y="138"/>
                    </a:lnTo>
                    <a:lnTo>
                      <a:pt x="580" y="164"/>
                    </a:lnTo>
                    <a:lnTo>
                      <a:pt x="622" y="192"/>
                    </a:lnTo>
                    <a:lnTo>
                      <a:pt x="664" y="222"/>
                    </a:lnTo>
                    <a:lnTo>
                      <a:pt x="706" y="256"/>
                    </a:lnTo>
                    <a:lnTo>
                      <a:pt x="744" y="290"/>
                    </a:lnTo>
                    <a:lnTo>
                      <a:pt x="784" y="328"/>
                    </a:lnTo>
                    <a:lnTo>
                      <a:pt x="784" y="328"/>
                    </a:lnTo>
                    <a:lnTo>
                      <a:pt x="824" y="370"/>
                    </a:lnTo>
                    <a:lnTo>
                      <a:pt x="862" y="414"/>
                    </a:lnTo>
                    <a:lnTo>
                      <a:pt x="898" y="458"/>
                    </a:lnTo>
                    <a:lnTo>
                      <a:pt x="930" y="504"/>
                    </a:lnTo>
                    <a:lnTo>
                      <a:pt x="960" y="550"/>
                    </a:lnTo>
                    <a:lnTo>
                      <a:pt x="986" y="598"/>
                    </a:lnTo>
                    <a:lnTo>
                      <a:pt x="1012" y="646"/>
                    </a:lnTo>
                    <a:lnTo>
                      <a:pt x="1034" y="696"/>
                    </a:lnTo>
                    <a:lnTo>
                      <a:pt x="1054" y="746"/>
                    </a:lnTo>
                    <a:lnTo>
                      <a:pt x="1070" y="798"/>
                    </a:lnTo>
                    <a:lnTo>
                      <a:pt x="1084" y="852"/>
                    </a:lnTo>
                    <a:lnTo>
                      <a:pt x="1096" y="906"/>
                    </a:lnTo>
                    <a:lnTo>
                      <a:pt x="1106" y="960"/>
                    </a:lnTo>
                    <a:lnTo>
                      <a:pt x="1112" y="1016"/>
                    </a:lnTo>
                    <a:lnTo>
                      <a:pt x="1116" y="1074"/>
                    </a:lnTo>
                    <a:lnTo>
                      <a:pt x="1118" y="1132"/>
                    </a:lnTo>
                    <a:lnTo>
                      <a:pt x="1118" y="1132"/>
                    </a:lnTo>
                    <a:lnTo>
                      <a:pt x="1114" y="1208"/>
                    </a:lnTo>
                    <a:lnTo>
                      <a:pt x="1108" y="1282"/>
                    </a:lnTo>
                    <a:lnTo>
                      <a:pt x="1098" y="1356"/>
                    </a:lnTo>
                    <a:lnTo>
                      <a:pt x="1082" y="1426"/>
                    </a:lnTo>
                    <a:lnTo>
                      <a:pt x="1062" y="1494"/>
                    </a:lnTo>
                    <a:lnTo>
                      <a:pt x="1050" y="1528"/>
                    </a:lnTo>
                    <a:lnTo>
                      <a:pt x="1038" y="1562"/>
                    </a:lnTo>
                    <a:lnTo>
                      <a:pt x="1024" y="1594"/>
                    </a:lnTo>
                    <a:lnTo>
                      <a:pt x="1008" y="1626"/>
                    </a:lnTo>
                    <a:lnTo>
                      <a:pt x="992" y="1658"/>
                    </a:lnTo>
                    <a:lnTo>
                      <a:pt x="974" y="1690"/>
                    </a:lnTo>
                    <a:lnTo>
                      <a:pt x="974" y="1690"/>
                    </a:lnTo>
                    <a:lnTo>
                      <a:pt x="954" y="1724"/>
                    </a:lnTo>
                    <a:lnTo>
                      <a:pt x="932" y="1756"/>
                    </a:lnTo>
                    <a:lnTo>
                      <a:pt x="350" y="2690"/>
                    </a:lnTo>
                    <a:lnTo>
                      <a:pt x="350" y="2690"/>
                    </a:lnTo>
                    <a:lnTo>
                      <a:pt x="346" y="2704"/>
                    </a:lnTo>
                    <a:lnTo>
                      <a:pt x="338" y="2716"/>
                    </a:lnTo>
                    <a:lnTo>
                      <a:pt x="330" y="2728"/>
                    </a:lnTo>
                    <a:lnTo>
                      <a:pt x="318" y="2740"/>
                    </a:lnTo>
                    <a:lnTo>
                      <a:pt x="318" y="2740"/>
                    </a:lnTo>
                    <a:lnTo>
                      <a:pt x="304" y="2752"/>
                    </a:lnTo>
                    <a:lnTo>
                      <a:pt x="286" y="2762"/>
                    </a:lnTo>
                    <a:lnTo>
                      <a:pt x="266" y="2772"/>
                    </a:lnTo>
                    <a:lnTo>
                      <a:pt x="244" y="2782"/>
                    </a:lnTo>
                    <a:lnTo>
                      <a:pt x="244" y="2782"/>
                    </a:lnTo>
                    <a:lnTo>
                      <a:pt x="218" y="2792"/>
                    </a:lnTo>
                    <a:lnTo>
                      <a:pt x="194" y="2800"/>
                    </a:lnTo>
                    <a:lnTo>
                      <a:pt x="166" y="2806"/>
                    </a:lnTo>
                    <a:lnTo>
                      <a:pt x="138" y="2812"/>
                    </a:lnTo>
                    <a:lnTo>
                      <a:pt x="110" y="2818"/>
                    </a:lnTo>
                    <a:lnTo>
                      <a:pt x="78" y="2822"/>
                    </a:lnTo>
                    <a:lnTo>
                      <a:pt x="48" y="2824"/>
                    </a:lnTo>
                    <a:lnTo>
                      <a:pt x="14" y="2826"/>
                    </a:lnTo>
                    <a:lnTo>
                      <a:pt x="14" y="2826"/>
                    </a:lnTo>
                    <a:close/>
                    <a:moveTo>
                      <a:pt x="0" y="2826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4" y="2"/>
                    </a:lnTo>
                    <a:lnTo>
                      <a:pt x="46" y="8"/>
                    </a:lnTo>
                    <a:lnTo>
                      <a:pt x="68" y="16"/>
                    </a:lnTo>
                    <a:lnTo>
                      <a:pt x="90" y="26"/>
                    </a:lnTo>
                    <a:lnTo>
                      <a:pt x="112" y="38"/>
                    </a:lnTo>
                    <a:lnTo>
                      <a:pt x="132" y="52"/>
                    </a:lnTo>
                    <a:lnTo>
                      <a:pt x="152" y="68"/>
                    </a:lnTo>
                    <a:lnTo>
                      <a:pt x="172" y="88"/>
                    </a:lnTo>
                    <a:lnTo>
                      <a:pt x="192" y="110"/>
                    </a:lnTo>
                    <a:lnTo>
                      <a:pt x="210" y="134"/>
                    </a:lnTo>
                    <a:lnTo>
                      <a:pt x="230" y="160"/>
                    </a:lnTo>
                    <a:lnTo>
                      <a:pt x="248" y="188"/>
                    </a:lnTo>
                    <a:lnTo>
                      <a:pt x="266" y="220"/>
                    </a:lnTo>
                    <a:lnTo>
                      <a:pt x="284" y="252"/>
                    </a:lnTo>
                    <a:lnTo>
                      <a:pt x="300" y="288"/>
                    </a:lnTo>
                    <a:lnTo>
                      <a:pt x="316" y="326"/>
                    </a:lnTo>
                    <a:lnTo>
                      <a:pt x="316" y="326"/>
                    </a:lnTo>
                    <a:lnTo>
                      <a:pt x="334" y="368"/>
                    </a:lnTo>
                    <a:lnTo>
                      <a:pt x="350" y="412"/>
                    </a:lnTo>
                    <a:lnTo>
                      <a:pt x="364" y="456"/>
                    </a:lnTo>
                    <a:lnTo>
                      <a:pt x="378" y="502"/>
                    </a:lnTo>
                    <a:lnTo>
                      <a:pt x="390" y="548"/>
                    </a:lnTo>
                    <a:lnTo>
                      <a:pt x="402" y="596"/>
                    </a:lnTo>
                    <a:lnTo>
                      <a:pt x="412" y="644"/>
                    </a:lnTo>
                    <a:lnTo>
                      <a:pt x="422" y="694"/>
                    </a:lnTo>
                    <a:lnTo>
                      <a:pt x="430" y="744"/>
                    </a:lnTo>
                    <a:lnTo>
                      <a:pt x="436" y="796"/>
                    </a:lnTo>
                    <a:lnTo>
                      <a:pt x="448" y="904"/>
                    </a:lnTo>
                    <a:lnTo>
                      <a:pt x="454" y="1016"/>
                    </a:lnTo>
                    <a:lnTo>
                      <a:pt x="456" y="1130"/>
                    </a:lnTo>
                    <a:lnTo>
                      <a:pt x="456" y="1130"/>
                    </a:lnTo>
                    <a:lnTo>
                      <a:pt x="456" y="1206"/>
                    </a:lnTo>
                    <a:lnTo>
                      <a:pt x="452" y="1280"/>
                    </a:lnTo>
                    <a:lnTo>
                      <a:pt x="448" y="1354"/>
                    </a:lnTo>
                    <a:lnTo>
                      <a:pt x="442" y="1424"/>
                    </a:lnTo>
                    <a:lnTo>
                      <a:pt x="434" y="1492"/>
                    </a:lnTo>
                    <a:lnTo>
                      <a:pt x="422" y="1560"/>
                    </a:lnTo>
                    <a:lnTo>
                      <a:pt x="410" y="1624"/>
                    </a:lnTo>
                    <a:lnTo>
                      <a:pt x="396" y="1688"/>
                    </a:lnTo>
                    <a:lnTo>
                      <a:pt x="396" y="1688"/>
                    </a:lnTo>
                    <a:lnTo>
                      <a:pt x="380" y="1756"/>
                    </a:lnTo>
                    <a:lnTo>
                      <a:pt x="136" y="2690"/>
                    </a:lnTo>
                    <a:lnTo>
                      <a:pt x="136" y="2690"/>
                    </a:lnTo>
                    <a:lnTo>
                      <a:pt x="130" y="2716"/>
                    </a:lnTo>
                    <a:lnTo>
                      <a:pt x="122" y="2740"/>
                    </a:lnTo>
                    <a:lnTo>
                      <a:pt x="122" y="2740"/>
                    </a:lnTo>
                    <a:lnTo>
                      <a:pt x="108" y="2762"/>
                    </a:lnTo>
                    <a:lnTo>
                      <a:pt x="90" y="2782"/>
                    </a:lnTo>
                    <a:lnTo>
                      <a:pt x="90" y="2782"/>
                    </a:lnTo>
                    <a:lnTo>
                      <a:pt x="70" y="2798"/>
                    </a:lnTo>
                    <a:lnTo>
                      <a:pt x="48" y="2812"/>
                    </a:lnTo>
                    <a:lnTo>
                      <a:pt x="26" y="2820"/>
                    </a:lnTo>
                    <a:lnTo>
                      <a:pt x="0" y="2826"/>
                    </a:lnTo>
                    <a:lnTo>
                      <a:pt x="0" y="2826"/>
                    </a:lnTo>
                    <a:close/>
                  </a:path>
                </a:pathLst>
              </a:custGeom>
              <a:solidFill>
                <a:srgbClr val="ECC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21" name="Freeform 530">
                <a:extLst>
                  <a:ext uri="{FF2B5EF4-FFF2-40B4-BE49-F238E27FC236}">
                    <a16:creationId xmlns:a16="http://schemas.microsoft.com/office/drawing/2014/main" id="{DABAD3CF-F5F0-4D8F-BB38-B789384F2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8027" y="2031592"/>
                <a:ext cx="895617" cy="2867188"/>
              </a:xfrm>
              <a:custGeom>
                <a:avLst/>
                <a:gdLst>
                  <a:gd name="T0" fmla="*/ 0 w 884"/>
                  <a:gd name="T1" fmla="*/ 2830 h 2830"/>
                  <a:gd name="T2" fmla="*/ 48 w 884"/>
                  <a:gd name="T3" fmla="*/ 2816 h 2830"/>
                  <a:gd name="T4" fmla="*/ 90 w 884"/>
                  <a:gd name="T5" fmla="*/ 2786 h 2830"/>
                  <a:gd name="T6" fmla="*/ 108 w 884"/>
                  <a:gd name="T7" fmla="*/ 2766 h 2830"/>
                  <a:gd name="T8" fmla="*/ 122 w 884"/>
                  <a:gd name="T9" fmla="*/ 2744 h 2830"/>
                  <a:gd name="T10" fmla="*/ 136 w 884"/>
                  <a:gd name="T11" fmla="*/ 2694 h 2830"/>
                  <a:gd name="T12" fmla="*/ 380 w 884"/>
                  <a:gd name="T13" fmla="*/ 1760 h 2830"/>
                  <a:gd name="T14" fmla="*/ 396 w 884"/>
                  <a:gd name="T15" fmla="*/ 1692 h 2830"/>
                  <a:gd name="T16" fmla="*/ 422 w 884"/>
                  <a:gd name="T17" fmla="*/ 1564 h 2830"/>
                  <a:gd name="T18" fmla="*/ 442 w 884"/>
                  <a:gd name="T19" fmla="*/ 1428 h 2830"/>
                  <a:gd name="T20" fmla="*/ 452 w 884"/>
                  <a:gd name="T21" fmla="*/ 1284 h 2830"/>
                  <a:gd name="T22" fmla="*/ 456 w 884"/>
                  <a:gd name="T23" fmla="*/ 1134 h 2830"/>
                  <a:gd name="T24" fmla="*/ 454 w 884"/>
                  <a:gd name="T25" fmla="*/ 1020 h 2830"/>
                  <a:gd name="T26" fmla="*/ 436 w 884"/>
                  <a:gd name="T27" fmla="*/ 800 h 2830"/>
                  <a:gd name="T28" fmla="*/ 422 w 884"/>
                  <a:gd name="T29" fmla="*/ 698 h 2830"/>
                  <a:gd name="T30" fmla="*/ 402 w 884"/>
                  <a:gd name="T31" fmla="*/ 600 h 2830"/>
                  <a:gd name="T32" fmla="*/ 378 w 884"/>
                  <a:gd name="T33" fmla="*/ 506 h 2830"/>
                  <a:gd name="T34" fmla="*/ 350 w 884"/>
                  <a:gd name="T35" fmla="*/ 416 h 2830"/>
                  <a:gd name="T36" fmla="*/ 316 w 884"/>
                  <a:gd name="T37" fmla="*/ 330 h 2830"/>
                  <a:gd name="T38" fmla="*/ 300 w 884"/>
                  <a:gd name="T39" fmla="*/ 292 h 2830"/>
                  <a:gd name="T40" fmla="*/ 266 w 884"/>
                  <a:gd name="T41" fmla="*/ 224 h 2830"/>
                  <a:gd name="T42" fmla="*/ 230 w 884"/>
                  <a:gd name="T43" fmla="*/ 164 h 2830"/>
                  <a:gd name="T44" fmla="*/ 192 w 884"/>
                  <a:gd name="T45" fmla="*/ 114 h 2830"/>
                  <a:gd name="T46" fmla="*/ 152 w 884"/>
                  <a:gd name="T47" fmla="*/ 72 h 2830"/>
                  <a:gd name="T48" fmla="*/ 112 w 884"/>
                  <a:gd name="T49" fmla="*/ 42 h 2830"/>
                  <a:gd name="T50" fmla="*/ 68 w 884"/>
                  <a:gd name="T51" fmla="*/ 20 h 2830"/>
                  <a:gd name="T52" fmla="*/ 24 w 884"/>
                  <a:gd name="T53" fmla="*/ 6 h 2830"/>
                  <a:gd name="T54" fmla="*/ 0 w 884"/>
                  <a:gd name="T55" fmla="*/ 0 h 2830"/>
                  <a:gd name="T56" fmla="*/ 6 w 884"/>
                  <a:gd name="T57" fmla="*/ 0 h 2830"/>
                  <a:gd name="T58" fmla="*/ 28 w 884"/>
                  <a:gd name="T59" fmla="*/ 2 h 2830"/>
                  <a:gd name="T60" fmla="*/ 50 w 884"/>
                  <a:gd name="T61" fmla="*/ 4 h 2830"/>
                  <a:gd name="T62" fmla="*/ 130 w 884"/>
                  <a:gd name="T63" fmla="*/ 14 h 2830"/>
                  <a:gd name="T64" fmla="*/ 210 w 884"/>
                  <a:gd name="T65" fmla="*/ 34 h 2830"/>
                  <a:gd name="T66" fmla="*/ 284 w 884"/>
                  <a:gd name="T67" fmla="*/ 62 h 2830"/>
                  <a:gd name="T68" fmla="*/ 358 w 884"/>
                  <a:gd name="T69" fmla="*/ 98 h 2830"/>
                  <a:gd name="T70" fmla="*/ 428 w 884"/>
                  <a:gd name="T71" fmla="*/ 144 h 2830"/>
                  <a:gd name="T72" fmla="*/ 494 w 884"/>
                  <a:gd name="T73" fmla="*/ 196 h 2830"/>
                  <a:gd name="T74" fmla="*/ 558 w 884"/>
                  <a:gd name="T75" fmla="*/ 258 h 2830"/>
                  <a:gd name="T76" fmla="*/ 618 w 884"/>
                  <a:gd name="T77" fmla="*/ 330 h 2830"/>
                  <a:gd name="T78" fmla="*/ 652 w 884"/>
                  <a:gd name="T79" fmla="*/ 372 h 2830"/>
                  <a:gd name="T80" fmla="*/ 710 w 884"/>
                  <a:gd name="T81" fmla="*/ 458 h 2830"/>
                  <a:gd name="T82" fmla="*/ 760 w 884"/>
                  <a:gd name="T83" fmla="*/ 550 h 2830"/>
                  <a:gd name="T84" fmla="*/ 800 w 884"/>
                  <a:gd name="T85" fmla="*/ 646 h 2830"/>
                  <a:gd name="T86" fmla="*/ 834 w 884"/>
                  <a:gd name="T87" fmla="*/ 746 h 2830"/>
                  <a:gd name="T88" fmla="*/ 858 w 884"/>
                  <a:gd name="T89" fmla="*/ 850 h 2830"/>
                  <a:gd name="T90" fmla="*/ 876 w 884"/>
                  <a:gd name="T91" fmla="*/ 960 h 2830"/>
                  <a:gd name="T92" fmla="*/ 884 w 884"/>
                  <a:gd name="T93" fmla="*/ 1072 h 2830"/>
                  <a:gd name="T94" fmla="*/ 884 w 884"/>
                  <a:gd name="T95" fmla="*/ 1132 h 2830"/>
                  <a:gd name="T96" fmla="*/ 878 w 884"/>
                  <a:gd name="T97" fmla="*/ 1282 h 2830"/>
                  <a:gd name="T98" fmla="*/ 856 w 884"/>
                  <a:gd name="T99" fmla="*/ 1424 h 2830"/>
                  <a:gd name="T100" fmla="*/ 820 w 884"/>
                  <a:gd name="T101" fmla="*/ 1560 h 2830"/>
                  <a:gd name="T102" fmla="*/ 770 w 884"/>
                  <a:gd name="T103" fmla="*/ 1690 h 2830"/>
                  <a:gd name="T104" fmla="*/ 738 w 884"/>
                  <a:gd name="T105" fmla="*/ 1756 h 2830"/>
                  <a:gd name="T106" fmla="*/ 274 w 884"/>
                  <a:gd name="T107" fmla="*/ 2694 h 2830"/>
                  <a:gd name="T108" fmla="*/ 266 w 884"/>
                  <a:gd name="T109" fmla="*/ 2720 h 2830"/>
                  <a:gd name="T110" fmla="*/ 250 w 884"/>
                  <a:gd name="T111" fmla="*/ 2744 h 2830"/>
                  <a:gd name="T112" fmla="*/ 238 w 884"/>
                  <a:gd name="T113" fmla="*/ 2754 h 2830"/>
                  <a:gd name="T114" fmla="*/ 208 w 884"/>
                  <a:gd name="T115" fmla="*/ 2774 h 2830"/>
                  <a:gd name="T116" fmla="*/ 190 w 884"/>
                  <a:gd name="T117" fmla="*/ 2784 h 2830"/>
                  <a:gd name="T118" fmla="*/ 152 w 884"/>
                  <a:gd name="T119" fmla="*/ 2802 h 2830"/>
                  <a:gd name="T120" fmla="*/ 110 w 884"/>
                  <a:gd name="T121" fmla="*/ 2816 h 2830"/>
                  <a:gd name="T122" fmla="*/ 14 w 884"/>
                  <a:gd name="T123" fmla="*/ 2830 h 2830"/>
                  <a:gd name="T124" fmla="*/ 0 w 884"/>
                  <a:gd name="T125" fmla="*/ 2830 h 28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884" h="2830">
                    <a:moveTo>
                      <a:pt x="0" y="2830"/>
                    </a:moveTo>
                    <a:lnTo>
                      <a:pt x="0" y="2830"/>
                    </a:lnTo>
                    <a:lnTo>
                      <a:pt x="26" y="2824"/>
                    </a:lnTo>
                    <a:lnTo>
                      <a:pt x="48" y="2816"/>
                    </a:lnTo>
                    <a:lnTo>
                      <a:pt x="70" y="2802"/>
                    </a:lnTo>
                    <a:lnTo>
                      <a:pt x="90" y="2786"/>
                    </a:lnTo>
                    <a:lnTo>
                      <a:pt x="90" y="2786"/>
                    </a:lnTo>
                    <a:lnTo>
                      <a:pt x="108" y="2766"/>
                    </a:lnTo>
                    <a:lnTo>
                      <a:pt x="122" y="2744"/>
                    </a:lnTo>
                    <a:lnTo>
                      <a:pt x="122" y="2744"/>
                    </a:lnTo>
                    <a:lnTo>
                      <a:pt x="130" y="2720"/>
                    </a:lnTo>
                    <a:lnTo>
                      <a:pt x="136" y="2694"/>
                    </a:lnTo>
                    <a:lnTo>
                      <a:pt x="380" y="1760"/>
                    </a:lnTo>
                    <a:lnTo>
                      <a:pt x="380" y="1760"/>
                    </a:lnTo>
                    <a:lnTo>
                      <a:pt x="396" y="1692"/>
                    </a:lnTo>
                    <a:lnTo>
                      <a:pt x="396" y="1692"/>
                    </a:lnTo>
                    <a:lnTo>
                      <a:pt x="410" y="1628"/>
                    </a:lnTo>
                    <a:lnTo>
                      <a:pt x="422" y="1564"/>
                    </a:lnTo>
                    <a:lnTo>
                      <a:pt x="434" y="1496"/>
                    </a:lnTo>
                    <a:lnTo>
                      <a:pt x="442" y="1428"/>
                    </a:lnTo>
                    <a:lnTo>
                      <a:pt x="448" y="1358"/>
                    </a:lnTo>
                    <a:lnTo>
                      <a:pt x="452" y="1284"/>
                    </a:lnTo>
                    <a:lnTo>
                      <a:pt x="456" y="1210"/>
                    </a:lnTo>
                    <a:lnTo>
                      <a:pt x="456" y="1134"/>
                    </a:lnTo>
                    <a:lnTo>
                      <a:pt x="456" y="1134"/>
                    </a:lnTo>
                    <a:lnTo>
                      <a:pt x="454" y="1020"/>
                    </a:lnTo>
                    <a:lnTo>
                      <a:pt x="448" y="908"/>
                    </a:lnTo>
                    <a:lnTo>
                      <a:pt x="436" y="800"/>
                    </a:lnTo>
                    <a:lnTo>
                      <a:pt x="430" y="748"/>
                    </a:lnTo>
                    <a:lnTo>
                      <a:pt x="422" y="698"/>
                    </a:lnTo>
                    <a:lnTo>
                      <a:pt x="412" y="648"/>
                    </a:lnTo>
                    <a:lnTo>
                      <a:pt x="402" y="600"/>
                    </a:lnTo>
                    <a:lnTo>
                      <a:pt x="390" y="552"/>
                    </a:lnTo>
                    <a:lnTo>
                      <a:pt x="378" y="506"/>
                    </a:lnTo>
                    <a:lnTo>
                      <a:pt x="364" y="460"/>
                    </a:lnTo>
                    <a:lnTo>
                      <a:pt x="350" y="416"/>
                    </a:lnTo>
                    <a:lnTo>
                      <a:pt x="334" y="372"/>
                    </a:lnTo>
                    <a:lnTo>
                      <a:pt x="316" y="330"/>
                    </a:lnTo>
                    <a:lnTo>
                      <a:pt x="316" y="330"/>
                    </a:lnTo>
                    <a:lnTo>
                      <a:pt x="300" y="292"/>
                    </a:lnTo>
                    <a:lnTo>
                      <a:pt x="284" y="256"/>
                    </a:lnTo>
                    <a:lnTo>
                      <a:pt x="266" y="224"/>
                    </a:lnTo>
                    <a:lnTo>
                      <a:pt x="248" y="192"/>
                    </a:lnTo>
                    <a:lnTo>
                      <a:pt x="230" y="164"/>
                    </a:lnTo>
                    <a:lnTo>
                      <a:pt x="210" y="138"/>
                    </a:lnTo>
                    <a:lnTo>
                      <a:pt x="192" y="114"/>
                    </a:lnTo>
                    <a:lnTo>
                      <a:pt x="172" y="92"/>
                    </a:lnTo>
                    <a:lnTo>
                      <a:pt x="152" y="72"/>
                    </a:lnTo>
                    <a:lnTo>
                      <a:pt x="132" y="56"/>
                    </a:lnTo>
                    <a:lnTo>
                      <a:pt x="112" y="42"/>
                    </a:lnTo>
                    <a:lnTo>
                      <a:pt x="90" y="30"/>
                    </a:lnTo>
                    <a:lnTo>
                      <a:pt x="68" y="20"/>
                    </a:lnTo>
                    <a:lnTo>
                      <a:pt x="46" y="12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28" y="2"/>
                    </a:lnTo>
                    <a:lnTo>
                      <a:pt x="50" y="4"/>
                    </a:lnTo>
                    <a:lnTo>
                      <a:pt x="50" y="4"/>
                    </a:lnTo>
                    <a:lnTo>
                      <a:pt x="90" y="8"/>
                    </a:lnTo>
                    <a:lnTo>
                      <a:pt x="130" y="14"/>
                    </a:lnTo>
                    <a:lnTo>
                      <a:pt x="170" y="22"/>
                    </a:lnTo>
                    <a:lnTo>
                      <a:pt x="210" y="34"/>
                    </a:lnTo>
                    <a:lnTo>
                      <a:pt x="248" y="46"/>
                    </a:lnTo>
                    <a:lnTo>
                      <a:pt x="284" y="62"/>
                    </a:lnTo>
                    <a:lnTo>
                      <a:pt x="322" y="78"/>
                    </a:lnTo>
                    <a:lnTo>
                      <a:pt x="358" y="98"/>
                    </a:lnTo>
                    <a:lnTo>
                      <a:pt x="392" y="120"/>
                    </a:lnTo>
                    <a:lnTo>
                      <a:pt x="428" y="144"/>
                    </a:lnTo>
                    <a:lnTo>
                      <a:pt x="460" y="168"/>
                    </a:lnTo>
                    <a:lnTo>
                      <a:pt x="494" y="196"/>
                    </a:lnTo>
                    <a:lnTo>
                      <a:pt x="526" y="226"/>
                    </a:lnTo>
                    <a:lnTo>
                      <a:pt x="558" y="258"/>
                    </a:lnTo>
                    <a:lnTo>
                      <a:pt x="588" y="294"/>
                    </a:lnTo>
                    <a:lnTo>
                      <a:pt x="618" y="330"/>
                    </a:lnTo>
                    <a:lnTo>
                      <a:pt x="618" y="330"/>
                    </a:lnTo>
                    <a:lnTo>
                      <a:pt x="652" y="372"/>
                    </a:lnTo>
                    <a:lnTo>
                      <a:pt x="682" y="414"/>
                    </a:lnTo>
                    <a:lnTo>
                      <a:pt x="710" y="458"/>
                    </a:lnTo>
                    <a:lnTo>
                      <a:pt x="736" y="504"/>
                    </a:lnTo>
                    <a:lnTo>
                      <a:pt x="760" y="550"/>
                    </a:lnTo>
                    <a:lnTo>
                      <a:pt x="782" y="598"/>
                    </a:lnTo>
                    <a:lnTo>
                      <a:pt x="800" y="646"/>
                    </a:lnTo>
                    <a:lnTo>
                      <a:pt x="818" y="696"/>
                    </a:lnTo>
                    <a:lnTo>
                      <a:pt x="834" y="746"/>
                    </a:lnTo>
                    <a:lnTo>
                      <a:pt x="848" y="798"/>
                    </a:lnTo>
                    <a:lnTo>
                      <a:pt x="858" y="850"/>
                    </a:lnTo>
                    <a:lnTo>
                      <a:pt x="868" y="904"/>
                    </a:lnTo>
                    <a:lnTo>
                      <a:pt x="876" y="960"/>
                    </a:lnTo>
                    <a:lnTo>
                      <a:pt x="880" y="1016"/>
                    </a:lnTo>
                    <a:lnTo>
                      <a:pt x="884" y="1072"/>
                    </a:lnTo>
                    <a:lnTo>
                      <a:pt x="884" y="1132"/>
                    </a:lnTo>
                    <a:lnTo>
                      <a:pt x="884" y="1132"/>
                    </a:lnTo>
                    <a:lnTo>
                      <a:pt x="884" y="1208"/>
                    </a:lnTo>
                    <a:lnTo>
                      <a:pt x="878" y="1282"/>
                    </a:lnTo>
                    <a:lnTo>
                      <a:pt x="868" y="1354"/>
                    </a:lnTo>
                    <a:lnTo>
                      <a:pt x="856" y="1424"/>
                    </a:lnTo>
                    <a:lnTo>
                      <a:pt x="840" y="1494"/>
                    </a:lnTo>
                    <a:lnTo>
                      <a:pt x="820" y="1560"/>
                    </a:lnTo>
                    <a:lnTo>
                      <a:pt x="796" y="1626"/>
                    </a:lnTo>
                    <a:lnTo>
                      <a:pt x="770" y="1690"/>
                    </a:lnTo>
                    <a:lnTo>
                      <a:pt x="770" y="1690"/>
                    </a:lnTo>
                    <a:lnTo>
                      <a:pt x="738" y="1756"/>
                    </a:lnTo>
                    <a:lnTo>
                      <a:pt x="274" y="2694"/>
                    </a:lnTo>
                    <a:lnTo>
                      <a:pt x="274" y="2694"/>
                    </a:lnTo>
                    <a:lnTo>
                      <a:pt x="272" y="2708"/>
                    </a:lnTo>
                    <a:lnTo>
                      <a:pt x="266" y="2720"/>
                    </a:lnTo>
                    <a:lnTo>
                      <a:pt x="258" y="2732"/>
                    </a:lnTo>
                    <a:lnTo>
                      <a:pt x="250" y="2744"/>
                    </a:lnTo>
                    <a:lnTo>
                      <a:pt x="250" y="2744"/>
                    </a:lnTo>
                    <a:lnTo>
                      <a:pt x="238" y="2754"/>
                    </a:lnTo>
                    <a:lnTo>
                      <a:pt x="224" y="2764"/>
                    </a:lnTo>
                    <a:lnTo>
                      <a:pt x="208" y="2774"/>
                    </a:lnTo>
                    <a:lnTo>
                      <a:pt x="190" y="2784"/>
                    </a:lnTo>
                    <a:lnTo>
                      <a:pt x="190" y="2784"/>
                    </a:lnTo>
                    <a:lnTo>
                      <a:pt x="172" y="2794"/>
                    </a:lnTo>
                    <a:lnTo>
                      <a:pt x="152" y="2802"/>
                    </a:lnTo>
                    <a:lnTo>
                      <a:pt x="132" y="2810"/>
                    </a:lnTo>
                    <a:lnTo>
                      <a:pt x="110" y="2816"/>
                    </a:lnTo>
                    <a:lnTo>
                      <a:pt x="64" y="2824"/>
                    </a:lnTo>
                    <a:lnTo>
                      <a:pt x="14" y="2830"/>
                    </a:lnTo>
                    <a:lnTo>
                      <a:pt x="14" y="2830"/>
                    </a:lnTo>
                    <a:lnTo>
                      <a:pt x="0" y="2830"/>
                    </a:lnTo>
                    <a:lnTo>
                      <a:pt x="0" y="2830"/>
                    </a:lnTo>
                    <a:close/>
                  </a:path>
                </a:pathLst>
              </a:custGeom>
              <a:solidFill>
                <a:srgbClr val="F6E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22" name="Freeform 531">
                <a:extLst>
                  <a:ext uri="{FF2B5EF4-FFF2-40B4-BE49-F238E27FC236}">
                    <a16:creationId xmlns:a16="http://schemas.microsoft.com/office/drawing/2014/main" id="{C8593219-2A0C-4129-A124-BFD0E8D2D4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910" y="2031592"/>
                <a:ext cx="934117" cy="2867188"/>
              </a:xfrm>
              <a:custGeom>
                <a:avLst/>
                <a:gdLst>
                  <a:gd name="T0" fmla="*/ 810 w 922"/>
                  <a:gd name="T1" fmla="*/ 2822 h 2830"/>
                  <a:gd name="T2" fmla="*/ 702 w 922"/>
                  <a:gd name="T3" fmla="*/ 2788 h 2830"/>
                  <a:gd name="T4" fmla="*/ 658 w 922"/>
                  <a:gd name="T5" fmla="*/ 2760 h 2830"/>
                  <a:gd name="T6" fmla="*/ 150 w 922"/>
                  <a:gd name="T7" fmla="*/ 1768 h 2830"/>
                  <a:gd name="T8" fmla="*/ 116 w 922"/>
                  <a:gd name="T9" fmla="*/ 1704 h 2830"/>
                  <a:gd name="T10" fmla="*/ 114 w 922"/>
                  <a:gd name="T11" fmla="*/ 1698 h 2830"/>
                  <a:gd name="T12" fmla="*/ 68 w 922"/>
                  <a:gd name="T13" fmla="*/ 1582 h 2830"/>
                  <a:gd name="T14" fmla="*/ 36 w 922"/>
                  <a:gd name="T15" fmla="*/ 1462 h 2830"/>
                  <a:gd name="T16" fmla="*/ 20 w 922"/>
                  <a:gd name="T17" fmla="*/ 1378 h 2830"/>
                  <a:gd name="T18" fmla="*/ 2 w 922"/>
                  <a:gd name="T19" fmla="*/ 1202 h 2830"/>
                  <a:gd name="T20" fmla="*/ 0 w 922"/>
                  <a:gd name="T21" fmla="*/ 1082 h 2830"/>
                  <a:gd name="T22" fmla="*/ 16 w 922"/>
                  <a:gd name="T23" fmla="*/ 914 h 2830"/>
                  <a:gd name="T24" fmla="*/ 50 w 922"/>
                  <a:gd name="T25" fmla="*/ 756 h 2830"/>
                  <a:gd name="T26" fmla="*/ 102 w 922"/>
                  <a:gd name="T27" fmla="*/ 606 h 2830"/>
                  <a:gd name="T28" fmla="*/ 174 w 922"/>
                  <a:gd name="T29" fmla="*/ 466 h 2830"/>
                  <a:gd name="T30" fmla="*/ 264 w 922"/>
                  <a:gd name="T31" fmla="*/ 336 h 2830"/>
                  <a:gd name="T32" fmla="*/ 328 w 922"/>
                  <a:gd name="T33" fmla="*/ 264 h 2830"/>
                  <a:gd name="T34" fmla="*/ 428 w 922"/>
                  <a:gd name="T35" fmla="*/ 170 h 2830"/>
                  <a:gd name="T36" fmla="*/ 536 w 922"/>
                  <a:gd name="T37" fmla="*/ 96 h 2830"/>
                  <a:gd name="T38" fmla="*/ 650 w 922"/>
                  <a:gd name="T39" fmla="*/ 44 h 2830"/>
                  <a:gd name="T40" fmla="*/ 772 w 922"/>
                  <a:gd name="T41" fmla="*/ 12 h 2830"/>
                  <a:gd name="T42" fmla="*/ 856 w 922"/>
                  <a:gd name="T43" fmla="*/ 2 h 2830"/>
                  <a:gd name="T44" fmla="*/ 922 w 922"/>
                  <a:gd name="T45" fmla="*/ 0 h 2830"/>
                  <a:gd name="T46" fmla="*/ 902 w 922"/>
                  <a:gd name="T47" fmla="*/ 2 h 2830"/>
                  <a:gd name="T48" fmla="*/ 854 w 922"/>
                  <a:gd name="T49" fmla="*/ 8 h 2830"/>
                  <a:gd name="T50" fmla="*/ 784 w 922"/>
                  <a:gd name="T51" fmla="*/ 36 h 2830"/>
                  <a:gd name="T52" fmla="*/ 720 w 922"/>
                  <a:gd name="T53" fmla="*/ 86 h 2830"/>
                  <a:gd name="T54" fmla="*/ 658 w 922"/>
                  <a:gd name="T55" fmla="*/ 160 h 2830"/>
                  <a:gd name="T56" fmla="*/ 600 w 922"/>
                  <a:gd name="T57" fmla="*/ 256 h 2830"/>
                  <a:gd name="T58" fmla="*/ 564 w 922"/>
                  <a:gd name="T59" fmla="*/ 334 h 2830"/>
                  <a:gd name="T60" fmla="*/ 518 w 922"/>
                  <a:gd name="T61" fmla="*/ 464 h 2830"/>
                  <a:gd name="T62" fmla="*/ 480 w 922"/>
                  <a:gd name="T63" fmla="*/ 604 h 2830"/>
                  <a:gd name="T64" fmla="*/ 452 w 922"/>
                  <a:gd name="T65" fmla="*/ 754 h 2830"/>
                  <a:gd name="T66" fmla="*/ 428 w 922"/>
                  <a:gd name="T67" fmla="*/ 1024 h 2830"/>
                  <a:gd name="T68" fmla="*/ 426 w 922"/>
                  <a:gd name="T69" fmla="*/ 1216 h 2830"/>
                  <a:gd name="T70" fmla="*/ 442 w 922"/>
                  <a:gd name="T71" fmla="*/ 1434 h 2830"/>
                  <a:gd name="T72" fmla="*/ 472 w 922"/>
                  <a:gd name="T73" fmla="*/ 1634 h 2830"/>
                  <a:gd name="T74" fmla="*/ 486 w 922"/>
                  <a:gd name="T75" fmla="*/ 1702 h 2830"/>
                  <a:gd name="T76" fmla="*/ 758 w 922"/>
                  <a:gd name="T77" fmla="*/ 2728 h 2830"/>
                  <a:gd name="T78" fmla="*/ 774 w 922"/>
                  <a:gd name="T79" fmla="*/ 2760 h 2830"/>
                  <a:gd name="T80" fmla="*/ 798 w 922"/>
                  <a:gd name="T81" fmla="*/ 2788 h 2830"/>
                  <a:gd name="T82" fmla="*/ 858 w 922"/>
                  <a:gd name="T83" fmla="*/ 2824 h 2830"/>
                  <a:gd name="T84" fmla="*/ 876 w 922"/>
                  <a:gd name="T85" fmla="*/ 2830 h 2830"/>
                  <a:gd name="T86" fmla="*/ 850 w 922"/>
                  <a:gd name="T87" fmla="*/ 2828 h 28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22" h="2830">
                    <a:moveTo>
                      <a:pt x="850" y="2828"/>
                    </a:moveTo>
                    <a:lnTo>
                      <a:pt x="850" y="2828"/>
                    </a:lnTo>
                    <a:lnTo>
                      <a:pt x="810" y="2822"/>
                    </a:lnTo>
                    <a:lnTo>
                      <a:pt x="770" y="2814"/>
                    </a:lnTo>
                    <a:lnTo>
                      <a:pt x="734" y="2802"/>
                    </a:lnTo>
                    <a:lnTo>
                      <a:pt x="702" y="2788"/>
                    </a:lnTo>
                    <a:lnTo>
                      <a:pt x="702" y="2788"/>
                    </a:lnTo>
                    <a:lnTo>
                      <a:pt x="678" y="2774"/>
                    </a:lnTo>
                    <a:lnTo>
                      <a:pt x="658" y="2760"/>
                    </a:lnTo>
                    <a:lnTo>
                      <a:pt x="642" y="2744"/>
                    </a:lnTo>
                    <a:lnTo>
                      <a:pt x="630" y="2728"/>
                    </a:lnTo>
                    <a:lnTo>
                      <a:pt x="150" y="1768"/>
                    </a:lnTo>
                    <a:lnTo>
                      <a:pt x="150" y="1768"/>
                    </a:lnTo>
                    <a:lnTo>
                      <a:pt x="132" y="1736"/>
                    </a:lnTo>
                    <a:lnTo>
                      <a:pt x="116" y="1704"/>
                    </a:lnTo>
                    <a:lnTo>
                      <a:pt x="116" y="1704"/>
                    </a:lnTo>
                    <a:lnTo>
                      <a:pt x="114" y="1698"/>
                    </a:lnTo>
                    <a:lnTo>
                      <a:pt x="114" y="1698"/>
                    </a:lnTo>
                    <a:lnTo>
                      <a:pt x="98" y="1660"/>
                    </a:lnTo>
                    <a:lnTo>
                      <a:pt x="82" y="1622"/>
                    </a:lnTo>
                    <a:lnTo>
                      <a:pt x="68" y="1582"/>
                    </a:lnTo>
                    <a:lnTo>
                      <a:pt x="56" y="1542"/>
                    </a:lnTo>
                    <a:lnTo>
                      <a:pt x="46" y="1502"/>
                    </a:lnTo>
                    <a:lnTo>
                      <a:pt x="36" y="1462"/>
                    </a:lnTo>
                    <a:lnTo>
                      <a:pt x="28" y="1420"/>
                    </a:lnTo>
                    <a:lnTo>
                      <a:pt x="20" y="1378"/>
                    </a:lnTo>
                    <a:lnTo>
                      <a:pt x="20" y="1378"/>
                    </a:lnTo>
                    <a:lnTo>
                      <a:pt x="12" y="1320"/>
                    </a:lnTo>
                    <a:lnTo>
                      <a:pt x="4" y="1262"/>
                    </a:lnTo>
                    <a:lnTo>
                      <a:pt x="2" y="1202"/>
                    </a:lnTo>
                    <a:lnTo>
                      <a:pt x="0" y="1140"/>
                    </a:lnTo>
                    <a:lnTo>
                      <a:pt x="0" y="1140"/>
                    </a:lnTo>
                    <a:lnTo>
                      <a:pt x="0" y="1082"/>
                    </a:lnTo>
                    <a:lnTo>
                      <a:pt x="4" y="1024"/>
                    </a:lnTo>
                    <a:lnTo>
                      <a:pt x="10" y="968"/>
                    </a:lnTo>
                    <a:lnTo>
                      <a:pt x="16" y="914"/>
                    </a:lnTo>
                    <a:lnTo>
                      <a:pt x="26" y="860"/>
                    </a:lnTo>
                    <a:lnTo>
                      <a:pt x="36" y="806"/>
                    </a:lnTo>
                    <a:lnTo>
                      <a:pt x="50" y="756"/>
                    </a:lnTo>
                    <a:lnTo>
                      <a:pt x="66" y="704"/>
                    </a:lnTo>
                    <a:lnTo>
                      <a:pt x="84" y="654"/>
                    </a:lnTo>
                    <a:lnTo>
                      <a:pt x="102" y="606"/>
                    </a:lnTo>
                    <a:lnTo>
                      <a:pt x="124" y="558"/>
                    </a:lnTo>
                    <a:lnTo>
                      <a:pt x="148" y="512"/>
                    </a:lnTo>
                    <a:lnTo>
                      <a:pt x="174" y="466"/>
                    </a:lnTo>
                    <a:lnTo>
                      <a:pt x="202" y="422"/>
                    </a:lnTo>
                    <a:lnTo>
                      <a:pt x="232" y="380"/>
                    </a:lnTo>
                    <a:lnTo>
                      <a:pt x="264" y="336"/>
                    </a:lnTo>
                    <a:lnTo>
                      <a:pt x="264" y="336"/>
                    </a:lnTo>
                    <a:lnTo>
                      <a:pt x="294" y="298"/>
                    </a:lnTo>
                    <a:lnTo>
                      <a:pt x="328" y="264"/>
                    </a:lnTo>
                    <a:lnTo>
                      <a:pt x="360" y="230"/>
                    </a:lnTo>
                    <a:lnTo>
                      <a:pt x="394" y="198"/>
                    </a:lnTo>
                    <a:lnTo>
                      <a:pt x="428" y="170"/>
                    </a:lnTo>
                    <a:lnTo>
                      <a:pt x="464" y="142"/>
                    </a:lnTo>
                    <a:lnTo>
                      <a:pt x="500" y="118"/>
                    </a:lnTo>
                    <a:lnTo>
                      <a:pt x="536" y="96"/>
                    </a:lnTo>
                    <a:lnTo>
                      <a:pt x="574" y="76"/>
                    </a:lnTo>
                    <a:lnTo>
                      <a:pt x="612" y="60"/>
                    </a:lnTo>
                    <a:lnTo>
                      <a:pt x="650" y="44"/>
                    </a:lnTo>
                    <a:lnTo>
                      <a:pt x="690" y="32"/>
                    </a:lnTo>
                    <a:lnTo>
                      <a:pt x="730" y="20"/>
                    </a:lnTo>
                    <a:lnTo>
                      <a:pt x="772" y="12"/>
                    </a:lnTo>
                    <a:lnTo>
                      <a:pt x="814" y="6"/>
                    </a:lnTo>
                    <a:lnTo>
                      <a:pt x="856" y="2"/>
                    </a:lnTo>
                    <a:lnTo>
                      <a:pt x="856" y="2"/>
                    </a:lnTo>
                    <a:lnTo>
                      <a:pt x="904" y="0"/>
                    </a:lnTo>
                    <a:lnTo>
                      <a:pt x="904" y="0"/>
                    </a:lnTo>
                    <a:lnTo>
                      <a:pt x="922" y="0"/>
                    </a:lnTo>
                    <a:lnTo>
                      <a:pt x="922" y="4"/>
                    </a:lnTo>
                    <a:lnTo>
                      <a:pt x="922" y="4"/>
                    </a:lnTo>
                    <a:lnTo>
                      <a:pt x="902" y="2"/>
                    </a:lnTo>
                    <a:lnTo>
                      <a:pt x="902" y="2"/>
                    </a:lnTo>
                    <a:lnTo>
                      <a:pt x="878" y="4"/>
                    </a:lnTo>
                    <a:lnTo>
                      <a:pt x="854" y="8"/>
                    </a:lnTo>
                    <a:lnTo>
                      <a:pt x="830" y="14"/>
                    </a:lnTo>
                    <a:lnTo>
                      <a:pt x="808" y="24"/>
                    </a:lnTo>
                    <a:lnTo>
                      <a:pt x="784" y="36"/>
                    </a:lnTo>
                    <a:lnTo>
                      <a:pt x="762" y="50"/>
                    </a:lnTo>
                    <a:lnTo>
                      <a:pt x="740" y="66"/>
                    </a:lnTo>
                    <a:lnTo>
                      <a:pt x="720" y="86"/>
                    </a:lnTo>
                    <a:lnTo>
                      <a:pt x="698" y="108"/>
                    </a:lnTo>
                    <a:lnTo>
                      <a:pt x="678" y="132"/>
                    </a:lnTo>
                    <a:lnTo>
                      <a:pt x="658" y="160"/>
                    </a:lnTo>
                    <a:lnTo>
                      <a:pt x="638" y="190"/>
                    </a:lnTo>
                    <a:lnTo>
                      <a:pt x="620" y="222"/>
                    </a:lnTo>
                    <a:lnTo>
                      <a:pt x="600" y="256"/>
                    </a:lnTo>
                    <a:lnTo>
                      <a:pt x="582" y="294"/>
                    </a:lnTo>
                    <a:lnTo>
                      <a:pt x="564" y="334"/>
                    </a:lnTo>
                    <a:lnTo>
                      <a:pt x="564" y="334"/>
                    </a:lnTo>
                    <a:lnTo>
                      <a:pt x="548" y="376"/>
                    </a:lnTo>
                    <a:lnTo>
                      <a:pt x="532" y="420"/>
                    </a:lnTo>
                    <a:lnTo>
                      <a:pt x="518" y="464"/>
                    </a:lnTo>
                    <a:lnTo>
                      <a:pt x="504" y="510"/>
                    </a:lnTo>
                    <a:lnTo>
                      <a:pt x="492" y="556"/>
                    </a:lnTo>
                    <a:lnTo>
                      <a:pt x="480" y="604"/>
                    </a:lnTo>
                    <a:lnTo>
                      <a:pt x="470" y="654"/>
                    </a:lnTo>
                    <a:lnTo>
                      <a:pt x="460" y="702"/>
                    </a:lnTo>
                    <a:lnTo>
                      <a:pt x="452" y="754"/>
                    </a:lnTo>
                    <a:lnTo>
                      <a:pt x="446" y="806"/>
                    </a:lnTo>
                    <a:lnTo>
                      <a:pt x="434" y="912"/>
                    </a:lnTo>
                    <a:lnTo>
                      <a:pt x="428" y="1024"/>
                    </a:lnTo>
                    <a:lnTo>
                      <a:pt x="426" y="1138"/>
                    </a:lnTo>
                    <a:lnTo>
                      <a:pt x="426" y="1138"/>
                    </a:lnTo>
                    <a:lnTo>
                      <a:pt x="426" y="1216"/>
                    </a:lnTo>
                    <a:lnTo>
                      <a:pt x="430" y="1290"/>
                    </a:lnTo>
                    <a:lnTo>
                      <a:pt x="434" y="1362"/>
                    </a:lnTo>
                    <a:lnTo>
                      <a:pt x="442" y="1434"/>
                    </a:lnTo>
                    <a:lnTo>
                      <a:pt x="450" y="1502"/>
                    </a:lnTo>
                    <a:lnTo>
                      <a:pt x="460" y="1568"/>
                    </a:lnTo>
                    <a:lnTo>
                      <a:pt x="472" y="1634"/>
                    </a:lnTo>
                    <a:lnTo>
                      <a:pt x="486" y="1696"/>
                    </a:lnTo>
                    <a:lnTo>
                      <a:pt x="486" y="1696"/>
                    </a:lnTo>
                    <a:lnTo>
                      <a:pt x="486" y="1702"/>
                    </a:lnTo>
                    <a:lnTo>
                      <a:pt x="486" y="1702"/>
                    </a:lnTo>
                    <a:lnTo>
                      <a:pt x="506" y="1768"/>
                    </a:lnTo>
                    <a:lnTo>
                      <a:pt x="758" y="2728"/>
                    </a:lnTo>
                    <a:lnTo>
                      <a:pt x="758" y="2728"/>
                    </a:lnTo>
                    <a:lnTo>
                      <a:pt x="764" y="2744"/>
                    </a:lnTo>
                    <a:lnTo>
                      <a:pt x="774" y="2760"/>
                    </a:lnTo>
                    <a:lnTo>
                      <a:pt x="784" y="2774"/>
                    </a:lnTo>
                    <a:lnTo>
                      <a:pt x="798" y="2788"/>
                    </a:lnTo>
                    <a:lnTo>
                      <a:pt x="798" y="2788"/>
                    </a:lnTo>
                    <a:lnTo>
                      <a:pt x="816" y="2804"/>
                    </a:lnTo>
                    <a:lnTo>
                      <a:pt x="836" y="2816"/>
                    </a:lnTo>
                    <a:lnTo>
                      <a:pt x="858" y="2824"/>
                    </a:lnTo>
                    <a:lnTo>
                      <a:pt x="882" y="2830"/>
                    </a:lnTo>
                    <a:lnTo>
                      <a:pt x="882" y="2830"/>
                    </a:lnTo>
                    <a:lnTo>
                      <a:pt x="876" y="2830"/>
                    </a:lnTo>
                    <a:lnTo>
                      <a:pt x="876" y="2830"/>
                    </a:lnTo>
                    <a:lnTo>
                      <a:pt x="862" y="2828"/>
                    </a:lnTo>
                    <a:lnTo>
                      <a:pt x="850" y="2828"/>
                    </a:lnTo>
                    <a:lnTo>
                      <a:pt x="850" y="2828"/>
                    </a:lnTo>
                    <a:close/>
                  </a:path>
                </a:pathLst>
              </a:custGeom>
              <a:solidFill>
                <a:srgbClr val="ECC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23" name="Freeform 532">
                <a:extLst>
                  <a:ext uri="{FF2B5EF4-FFF2-40B4-BE49-F238E27FC236}">
                    <a16:creationId xmlns:a16="http://schemas.microsoft.com/office/drawing/2014/main" id="{A4267626-5B0E-4731-B482-FEC962C5ABA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8861" y="2033618"/>
                <a:ext cx="1169166" cy="2865162"/>
              </a:xfrm>
              <a:custGeom>
                <a:avLst/>
                <a:gdLst>
                  <a:gd name="T0" fmla="*/ 1140 w 1154"/>
                  <a:gd name="T1" fmla="*/ 2828 h 2828"/>
                  <a:gd name="T2" fmla="*/ 1090 w 1154"/>
                  <a:gd name="T3" fmla="*/ 2822 h 2828"/>
                  <a:gd name="T4" fmla="*/ 1030 w 1154"/>
                  <a:gd name="T5" fmla="*/ 2786 h 2828"/>
                  <a:gd name="T6" fmla="*/ 990 w 1154"/>
                  <a:gd name="T7" fmla="*/ 2726 h 2828"/>
                  <a:gd name="T8" fmla="*/ 718 w 1154"/>
                  <a:gd name="T9" fmla="*/ 1700 h 2828"/>
                  <a:gd name="T10" fmla="*/ 692 w 1154"/>
                  <a:gd name="T11" fmla="*/ 1566 h 2828"/>
                  <a:gd name="T12" fmla="*/ 662 w 1154"/>
                  <a:gd name="T13" fmla="*/ 1288 h 2828"/>
                  <a:gd name="T14" fmla="*/ 660 w 1154"/>
                  <a:gd name="T15" fmla="*/ 1022 h 2828"/>
                  <a:gd name="T16" fmla="*/ 692 w 1154"/>
                  <a:gd name="T17" fmla="*/ 700 h 2828"/>
                  <a:gd name="T18" fmla="*/ 736 w 1154"/>
                  <a:gd name="T19" fmla="*/ 508 h 2828"/>
                  <a:gd name="T20" fmla="*/ 796 w 1154"/>
                  <a:gd name="T21" fmla="*/ 332 h 2828"/>
                  <a:gd name="T22" fmla="*/ 852 w 1154"/>
                  <a:gd name="T23" fmla="*/ 220 h 2828"/>
                  <a:gd name="T24" fmla="*/ 930 w 1154"/>
                  <a:gd name="T25" fmla="*/ 106 h 2828"/>
                  <a:gd name="T26" fmla="*/ 1016 w 1154"/>
                  <a:gd name="T27" fmla="*/ 34 h 2828"/>
                  <a:gd name="T28" fmla="*/ 1110 w 1154"/>
                  <a:gd name="T29" fmla="*/ 2 h 2828"/>
                  <a:gd name="T30" fmla="*/ 1154 w 1154"/>
                  <a:gd name="T31" fmla="*/ 2 h 2828"/>
                  <a:gd name="T32" fmla="*/ 1004 w 1154"/>
                  <a:gd name="T33" fmla="*/ 10 h 2828"/>
                  <a:gd name="T34" fmla="*/ 844 w 1154"/>
                  <a:gd name="T35" fmla="*/ 58 h 2828"/>
                  <a:gd name="T36" fmla="*/ 696 w 1154"/>
                  <a:gd name="T37" fmla="*/ 140 h 2828"/>
                  <a:gd name="T38" fmla="*/ 560 w 1154"/>
                  <a:gd name="T39" fmla="*/ 262 h 2828"/>
                  <a:gd name="T40" fmla="*/ 464 w 1154"/>
                  <a:gd name="T41" fmla="*/ 378 h 2828"/>
                  <a:gd name="T42" fmla="*/ 356 w 1154"/>
                  <a:gd name="T43" fmla="*/ 556 h 2828"/>
                  <a:gd name="T44" fmla="*/ 282 w 1154"/>
                  <a:gd name="T45" fmla="*/ 754 h 2828"/>
                  <a:gd name="T46" fmla="*/ 242 w 1154"/>
                  <a:gd name="T47" fmla="*/ 966 h 2828"/>
                  <a:gd name="T48" fmla="*/ 232 w 1154"/>
                  <a:gd name="T49" fmla="*/ 1138 h 2828"/>
                  <a:gd name="T50" fmla="*/ 252 w 1154"/>
                  <a:gd name="T51" fmla="*/ 1376 h 2828"/>
                  <a:gd name="T52" fmla="*/ 278 w 1154"/>
                  <a:gd name="T53" fmla="*/ 1500 h 2828"/>
                  <a:gd name="T54" fmla="*/ 330 w 1154"/>
                  <a:gd name="T55" fmla="*/ 1658 h 2828"/>
                  <a:gd name="T56" fmla="*/ 348 w 1154"/>
                  <a:gd name="T57" fmla="*/ 1702 h 2828"/>
                  <a:gd name="T58" fmla="*/ 862 w 1154"/>
                  <a:gd name="T59" fmla="*/ 2726 h 2828"/>
                  <a:gd name="T60" fmla="*/ 934 w 1154"/>
                  <a:gd name="T61" fmla="*/ 2786 h 2828"/>
                  <a:gd name="T62" fmla="*/ 1042 w 1154"/>
                  <a:gd name="T63" fmla="*/ 2820 h 2828"/>
                  <a:gd name="T64" fmla="*/ 974 w 1154"/>
                  <a:gd name="T65" fmla="*/ 2812 h 2828"/>
                  <a:gd name="T66" fmla="*/ 852 w 1154"/>
                  <a:gd name="T67" fmla="*/ 2770 h 2828"/>
                  <a:gd name="T68" fmla="*/ 188 w 1154"/>
                  <a:gd name="T69" fmla="*/ 1762 h 2828"/>
                  <a:gd name="T70" fmla="*/ 144 w 1154"/>
                  <a:gd name="T71" fmla="*/ 1692 h 2828"/>
                  <a:gd name="T72" fmla="*/ 96 w 1154"/>
                  <a:gd name="T73" fmla="*/ 1596 h 2828"/>
                  <a:gd name="T74" fmla="*/ 46 w 1154"/>
                  <a:gd name="T75" fmla="*/ 1462 h 2828"/>
                  <a:gd name="T76" fmla="*/ 8 w 1154"/>
                  <a:gd name="T77" fmla="*/ 1284 h 2828"/>
                  <a:gd name="T78" fmla="*/ 0 w 1154"/>
                  <a:gd name="T79" fmla="*/ 1078 h 2828"/>
                  <a:gd name="T80" fmla="*/ 20 w 1154"/>
                  <a:gd name="T81" fmla="*/ 916 h 2828"/>
                  <a:gd name="T82" fmla="*/ 62 w 1154"/>
                  <a:gd name="T83" fmla="*/ 754 h 2828"/>
                  <a:gd name="T84" fmla="*/ 128 w 1154"/>
                  <a:gd name="T85" fmla="*/ 604 h 2828"/>
                  <a:gd name="T86" fmla="*/ 218 w 1154"/>
                  <a:gd name="T87" fmla="*/ 462 h 2828"/>
                  <a:gd name="T88" fmla="*/ 332 w 1154"/>
                  <a:gd name="T89" fmla="*/ 330 h 2828"/>
                  <a:gd name="T90" fmla="*/ 456 w 1154"/>
                  <a:gd name="T91" fmla="*/ 222 h 2828"/>
                  <a:gd name="T92" fmla="*/ 632 w 1154"/>
                  <a:gd name="T93" fmla="*/ 112 h 2828"/>
                  <a:gd name="T94" fmla="*/ 826 w 1154"/>
                  <a:gd name="T95" fmla="*/ 38 h 2828"/>
                  <a:gd name="T96" fmla="*/ 1034 w 1154"/>
                  <a:gd name="T97" fmla="*/ 4 h 2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154" h="2828">
                    <a:moveTo>
                      <a:pt x="1154" y="2"/>
                    </a:moveTo>
                    <a:lnTo>
                      <a:pt x="1154" y="2828"/>
                    </a:lnTo>
                    <a:lnTo>
                      <a:pt x="1154" y="2828"/>
                    </a:lnTo>
                    <a:lnTo>
                      <a:pt x="1140" y="2828"/>
                    </a:lnTo>
                    <a:lnTo>
                      <a:pt x="1140" y="2828"/>
                    </a:lnTo>
                    <a:lnTo>
                      <a:pt x="1114" y="2828"/>
                    </a:lnTo>
                    <a:lnTo>
                      <a:pt x="1114" y="2828"/>
                    </a:lnTo>
                    <a:lnTo>
                      <a:pt x="1090" y="2822"/>
                    </a:lnTo>
                    <a:lnTo>
                      <a:pt x="1068" y="2814"/>
                    </a:lnTo>
                    <a:lnTo>
                      <a:pt x="1048" y="2802"/>
                    </a:lnTo>
                    <a:lnTo>
                      <a:pt x="1030" y="2786"/>
                    </a:lnTo>
                    <a:lnTo>
                      <a:pt x="1030" y="2786"/>
                    </a:lnTo>
                    <a:lnTo>
                      <a:pt x="1016" y="2772"/>
                    </a:lnTo>
                    <a:lnTo>
                      <a:pt x="1006" y="2758"/>
                    </a:lnTo>
                    <a:lnTo>
                      <a:pt x="996" y="2742"/>
                    </a:lnTo>
                    <a:lnTo>
                      <a:pt x="990" y="2726"/>
                    </a:lnTo>
                    <a:lnTo>
                      <a:pt x="738" y="1766"/>
                    </a:lnTo>
                    <a:lnTo>
                      <a:pt x="738" y="1766"/>
                    </a:lnTo>
                    <a:lnTo>
                      <a:pt x="718" y="1700"/>
                    </a:lnTo>
                    <a:lnTo>
                      <a:pt x="718" y="1700"/>
                    </a:lnTo>
                    <a:lnTo>
                      <a:pt x="718" y="1694"/>
                    </a:lnTo>
                    <a:lnTo>
                      <a:pt x="718" y="1694"/>
                    </a:lnTo>
                    <a:lnTo>
                      <a:pt x="704" y="1632"/>
                    </a:lnTo>
                    <a:lnTo>
                      <a:pt x="692" y="1566"/>
                    </a:lnTo>
                    <a:lnTo>
                      <a:pt x="682" y="1500"/>
                    </a:lnTo>
                    <a:lnTo>
                      <a:pt x="674" y="1432"/>
                    </a:lnTo>
                    <a:lnTo>
                      <a:pt x="666" y="1360"/>
                    </a:lnTo>
                    <a:lnTo>
                      <a:pt x="662" y="1288"/>
                    </a:lnTo>
                    <a:lnTo>
                      <a:pt x="658" y="1214"/>
                    </a:lnTo>
                    <a:lnTo>
                      <a:pt x="658" y="1136"/>
                    </a:lnTo>
                    <a:lnTo>
                      <a:pt x="658" y="1136"/>
                    </a:lnTo>
                    <a:lnTo>
                      <a:pt x="660" y="1022"/>
                    </a:lnTo>
                    <a:lnTo>
                      <a:pt x="666" y="910"/>
                    </a:lnTo>
                    <a:lnTo>
                      <a:pt x="678" y="804"/>
                    </a:lnTo>
                    <a:lnTo>
                      <a:pt x="684" y="752"/>
                    </a:lnTo>
                    <a:lnTo>
                      <a:pt x="692" y="700"/>
                    </a:lnTo>
                    <a:lnTo>
                      <a:pt x="702" y="652"/>
                    </a:lnTo>
                    <a:lnTo>
                      <a:pt x="712" y="602"/>
                    </a:lnTo>
                    <a:lnTo>
                      <a:pt x="724" y="554"/>
                    </a:lnTo>
                    <a:lnTo>
                      <a:pt x="736" y="508"/>
                    </a:lnTo>
                    <a:lnTo>
                      <a:pt x="750" y="462"/>
                    </a:lnTo>
                    <a:lnTo>
                      <a:pt x="764" y="418"/>
                    </a:lnTo>
                    <a:lnTo>
                      <a:pt x="780" y="374"/>
                    </a:lnTo>
                    <a:lnTo>
                      <a:pt x="796" y="332"/>
                    </a:lnTo>
                    <a:lnTo>
                      <a:pt x="796" y="332"/>
                    </a:lnTo>
                    <a:lnTo>
                      <a:pt x="814" y="292"/>
                    </a:lnTo>
                    <a:lnTo>
                      <a:pt x="832" y="254"/>
                    </a:lnTo>
                    <a:lnTo>
                      <a:pt x="852" y="220"/>
                    </a:lnTo>
                    <a:lnTo>
                      <a:pt x="870" y="188"/>
                    </a:lnTo>
                    <a:lnTo>
                      <a:pt x="890" y="158"/>
                    </a:lnTo>
                    <a:lnTo>
                      <a:pt x="910" y="130"/>
                    </a:lnTo>
                    <a:lnTo>
                      <a:pt x="930" y="106"/>
                    </a:lnTo>
                    <a:lnTo>
                      <a:pt x="952" y="84"/>
                    </a:lnTo>
                    <a:lnTo>
                      <a:pt x="972" y="64"/>
                    </a:lnTo>
                    <a:lnTo>
                      <a:pt x="994" y="48"/>
                    </a:lnTo>
                    <a:lnTo>
                      <a:pt x="1016" y="34"/>
                    </a:lnTo>
                    <a:lnTo>
                      <a:pt x="1040" y="22"/>
                    </a:lnTo>
                    <a:lnTo>
                      <a:pt x="1062" y="12"/>
                    </a:lnTo>
                    <a:lnTo>
                      <a:pt x="1086" y="6"/>
                    </a:lnTo>
                    <a:lnTo>
                      <a:pt x="1110" y="2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54" y="2"/>
                    </a:lnTo>
                    <a:lnTo>
                      <a:pt x="1154" y="2"/>
                    </a:lnTo>
                    <a:close/>
                    <a:moveTo>
                      <a:pt x="1088" y="0"/>
                    </a:moveTo>
                    <a:lnTo>
                      <a:pt x="1088" y="0"/>
                    </a:lnTo>
                    <a:lnTo>
                      <a:pt x="1046" y="4"/>
                    </a:lnTo>
                    <a:lnTo>
                      <a:pt x="1004" y="10"/>
                    </a:lnTo>
                    <a:lnTo>
                      <a:pt x="962" y="18"/>
                    </a:lnTo>
                    <a:lnTo>
                      <a:pt x="922" y="30"/>
                    </a:lnTo>
                    <a:lnTo>
                      <a:pt x="882" y="42"/>
                    </a:lnTo>
                    <a:lnTo>
                      <a:pt x="844" y="58"/>
                    </a:lnTo>
                    <a:lnTo>
                      <a:pt x="806" y="74"/>
                    </a:lnTo>
                    <a:lnTo>
                      <a:pt x="768" y="94"/>
                    </a:lnTo>
                    <a:lnTo>
                      <a:pt x="732" y="116"/>
                    </a:lnTo>
                    <a:lnTo>
                      <a:pt x="696" y="140"/>
                    </a:lnTo>
                    <a:lnTo>
                      <a:pt x="660" y="168"/>
                    </a:lnTo>
                    <a:lnTo>
                      <a:pt x="626" y="196"/>
                    </a:lnTo>
                    <a:lnTo>
                      <a:pt x="592" y="228"/>
                    </a:lnTo>
                    <a:lnTo>
                      <a:pt x="560" y="262"/>
                    </a:lnTo>
                    <a:lnTo>
                      <a:pt x="526" y="296"/>
                    </a:lnTo>
                    <a:lnTo>
                      <a:pt x="496" y="334"/>
                    </a:lnTo>
                    <a:lnTo>
                      <a:pt x="496" y="334"/>
                    </a:lnTo>
                    <a:lnTo>
                      <a:pt x="464" y="378"/>
                    </a:lnTo>
                    <a:lnTo>
                      <a:pt x="434" y="420"/>
                    </a:lnTo>
                    <a:lnTo>
                      <a:pt x="406" y="464"/>
                    </a:lnTo>
                    <a:lnTo>
                      <a:pt x="380" y="510"/>
                    </a:lnTo>
                    <a:lnTo>
                      <a:pt x="356" y="556"/>
                    </a:lnTo>
                    <a:lnTo>
                      <a:pt x="334" y="604"/>
                    </a:lnTo>
                    <a:lnTo>
                      <a:pt x="316" y="652"/>
                    </a:lnTo>
                    <a:lnTo>
                      <a:pt x="298" y="702"/>
                    </a:lnTo>
                    <a:lnTo>
                      <a:pt x="282" y="754"/>
                    </a:lnTo>
                    <a:lnTo>
                      <a:pt x="268" y="804"/>
                    </a:lnTo>
                    <a:lnTo>
                      <a:pt x="258" y="858"/>
                    </a:lnTo>
                    <a:lnTo>
                      <a:pt x="248" y="912"/>
                    </a:lnTo>
                    <a:lnTo>
                      <a:pt x="242" y="966"/>
                    </a:lnTo>
                    <a:lnTo>
                      <a:pt x="236" y="1022"/>
                    </a:lnTo>
                    <a:lnTo>
                      <a:pt x="232" y="1080"/>
                    </a:lnTo>
                    <a:lnTo>
                      <a:pt x="232" y="1138"/>
                    </a:lnTo>
                    <a:lnTo>
                      <a:pt x="232" y="1138"/>
                    </a:lnTo>
                    <a:lnTo>
                      <a:pt x="234" y="1200"/>
                    </a:lnTo>
                    <a:lnTo>
                      <a:pt x="236" y="1260"/>
                    </a:lnTo>
                    <a:lnTo>
                      <a:pt x="244" y="1318"/>
                    </a:lnTo>
                    <a:lnTo>
                      <a:pt x="252" y="1376"/>
                    </a:lnTo>
                    <a:lnTo>
                      <a:pt x="252" y="1376"/>
                    </a:lnTo>
                    <a:lnTo>
                      <a:pt x="260" y="1418"/>
                    </a:lnTo>
                    <a:lnTo>
                      <a:pt x="268" y="1460"/>
                    </a:lnTo>
                    <a:lnTo>
                      <a:pt x="278" y="1500"/>
                    </a:lnTo>
                    <a:lnTo>
                      <a:pt x="288" y="1540"/>
                    </a:lnTo>
                    <a:lnTo>
                      <a:pt x="300" y="1580"/>
                    </a:lnTo>
                    <a:lnTo>
                      <a:pt x="314" y="1620"/>
                    </a:lnTo>
                    <a:lnTo>
                      <a:pt x="330" y="1658"/>
                    </a:lnTo>
                    <a:lnTo>
                      <a:pt x="346" y="1696"/>
                    </a:lnTo>
                    <a:lnTo>
                      <a:pt x="346" y="1696"/>
                    </a:lnTo>
                    <a:lnTo>
                      <a:pt x="348" y="1702"/>
                    </a:lnTo>
                    <a:lnTo>
                      <a:pt x="348" y="1702"/>
                    </a:lnTo>
                    <a:lnTo>
                      <a:pt x="364" y="1734"/>
                    </a:lnTo>
                    <a:lnTo>
                      <a:pt x="382" y="1766"/>
                    </a:lnTo>
                    <a:lnTo>
                      <a:pt x="862" y="2726"/>
                    </a:lnTo>
                    <a:lnTo>
                      <a:pt x="862" y="2726"/>
                    </a:lnTo>
                    <a:lnTo>
                      <a:pt x="874" y="2742"/>
                    </a:lnTo>
                    <a:lnTo>
                      <a:pt x="890" y="2758"/>
                    </a:lnTo>
                    <a:lnTo>
                      <a:pt x="910" y="2772"/>
                    </a:lnTo>
                    <a:lnTo>
                      <a:pt x="934" y="2786"/>
                    </a:lnTo>
                    <a:lnTo>
                      <a:pt x="934" y="2786"/>
                    </a:lnTo>
                    <a:lnTo>
                      <a:pt x="966" y="2800"/>
                    </a:lnTo>
                    <a:lnTo>
                      <a:pt x="1002" y="2812"/>
                    </a:lnTo>
                    <a:lnTo>
                      <a:pt x="1042" y="2820"/>
                    </a:lnTo>
                    <a:lnTo>
                      <a:pt x="1082" y="2826"/>
                    </a:lnTo>
                    <a:lnTo>
                      <a:pt x="1082" y="2826"/>
                    </a:lnTo>
                    <a:lnTo>
                      <a:pt x="1026" y="2820"/>
                    </a:lnTo>
                    <a:lnTo>
                      <a:pt x="974" y="2812"/>
                    </a:lnTo>
                    <a:lnTo>
                      <a:pt x="926" y="2800"/>
                    </a:lnTo>
                    <a:lnTo>
                      <a:pt x="882" y="2784"/>
                    </a:lnTo>
                    <a:lnTo>
                      <a:pt x="882" y="2784"/>
                    </a:lnTo>
                    <a:lnTo>
                      <a:pt x="852" y="2770"/>
                    </a:lnTo>
                    <a:lnTo>
                      <a:pt x="828" y="2756"/>
                    </a:lnTo>
                    <a:lnTo>
                      <a:pt x="806" y="2742"/>
                    </a:lnTo>
                    <a:lnTo>
                      <a:pt x="792" y="2726"/>
                    </a:lnTo>
                    <a:lnTo>
                      <a:pt x="188" y="1762"/>
                    </a:lnTo>
                    <a:lnTo>
                      <a:pt x="188" y="1762"/>
                    </a:lnTo>
                    <a:lnTo>
                      <a:pt x="146" y="1698"/>
                    </a:lnTo>
                    <a:lnTo>
                      <a:pt x="146" y="1698"/>
                    </a:lnTo>
                    <a:lnTo>
                      <a:pt x="144" y="1692"/>
                    </a:lnTo>
                    <a:lnTo>
                      <a:pt x="144" y="1692"/>
                    </a:lnTo>
                    <a:lnTo>
                      <a:pt x="126" y="1660"/>
                    </a:lnTo>
                    <a:lnTo>
                      <a:pt x="110" y="1630"/>
                    </a:lnTo>
                    <a:lnTo>
                      <a:pt x="96" y="1596"/>
                    </a:lnTo>
                    <a:lnTo>
                      <a:pt x="82" y="1564"/>
                    </a:lnTo>
                    <a:lnTo>
                      <a:pt x="68" y="1530"/>
                    </a:lnTo>
                    <a:lnTo>
                      <a:pt x="56" y="1496"/>
                    </a:lnTo>
                    <a:lnTo>
                      <a:pt x="46" y="1462"/>
                    </a:lnTo>
                    <a:lnTo>
                      <a:pt x="36" y="1428"/>
                    </a:lnTo>
                    <a:lnTo>
                      <a:pt x="28" y="1392"/>
                    </a:lnTo>
                    <a:lnTo>
                      <a:pt x="20" y="1358"/>
                    </a:lnTo>
                    <a:lnTo>
                      <a:pt x="8" y="1284"/>
                    </a:lnTo>
                    <a:lnTo>
                      <a:pt x="2" y="1210"/>
                    </a:lnTo>
                    <a:lnTo>
                      <a:pt x="0" y="1134"/>
                    </a:lnTo>
                    <a:lnTo>
                      <a:pt x="0" y="1134"/>
                    </a:lnTo>
                    <a:lnTo>
                      <a:pt x="0" y="1078"/>
                    </a:lnTo>
                    <a:lnTo>
                      <a:pt x="4" y="1022"/>
                    </a:lnTo>
                    <a:lnTo>
                      <a:pt x="10" y="968"/>
                    </a:lnTo>
                    <a:lnTo>
                      <a:pt x="20" y="916"/>
                    </a:lnTo>
                    <a:lnTo>
                      <a:pt x="20" y="916"/>
                    </a:lnTo>
                    <a:lnTo>
                      <a:pt x="28" y="874"/>
                    </a:lnTo>
                    <a:lnTo>
                      <a:pt x="38" y="834"/>
                    </a:lnTo>
                    <a:lnTo>
                      <a:pt x="50" y="794"/>
                    </a:lnTo>
                    <a:lnTo>
                      <a:pt x="62" y="754"/>
                    </a:lnTo>
                    <a:lnTo>
                      <a:pt x="76" y="716"/>
                    </a:lnTo>
                    <a:lnTo>
                      <a:pt x="92" y="678"/>
                    </a:lnTo>
                    <a:lnTo>
                      <a:pt x="110" y="640"/>
                    </a:lnTo>
                    <a:lnTo>
                      <a:pt x="128" y="604"/>
                    </a:lnTo>
                    <a:lnTo>
                      <a:pt x="148" y="566"/>
                    </a:lnTo>
                    <a:lnTo>
                      <a:pt x="170" y="532"/>
                    </a:lnTo>
                    <a:lnTo>
                      <a:pt x="194" y="496"/>
                    </a:lnTo>
                    <a:lnTo>
                      <a:pt x="218" y="462"/>
                    </a:lnTo>
                    <a:lnTo>
                      <a:pt x="244" y="428"/>
                    </a:lnTo>
                    <a:lnTo>
                      <a:pt x="272" y="394"/>
                    </a:lnTo>
                    <a:lnTo>
                      <a:pt x="302" y="362"/>
                    </a:lnTo>
                    <a:lnTo>
                      <a:pt x="332" y="330"/>
                    </a:lnTo>
                    <a:lnTo>
                      <a:pt x="332" y="330"/>
                    </a:lnTo>
                    <a:lnTo>
                      <a:pt x="372" y="292"/>
                    </a:lnTo>
                    <a:lnTo>
                      <a:pt x="412" y="256"/>
                    </a:lnTo>
                    <a:lnTo>
                      <a:pt x="456" y="222"/>
                    </a:lnTo>
                    <a:lnTo>
                      <a:pt x="498" y="192"/>
                    </a:lnTo>
                    <a:lnTo>
                      <a:pt x="542" y="162"/>
                    </a:lnTo>
                    <a:lnTo>
                      <a:pt x="586" y="136"/>
                    </a:lnTo>
                    <a:lnTo>
                      <a:pt x="632" y="112"/>
                    </a:lnTo>
                    <a:lnTo>
                      <a:pt x="680" y="90"/>
                    </a:lnTo>
                    <a:lnTo>
                      <a:pt x="728" y="70"/>
                    </a:lnTo>
                    <a:lnTo>
                      <a:pt x="776" y="54"/>
                    </a:lnTo>
                    <a:lnTo>
                      <a:pt x="826" y="38"/>
                    </a:lnTo>
                    <a:lnTo>
                      <a:pt x="876" y="26"/>
                    </a:lnTo>
                    <a:lnTo>
                      <a:pt x="928" y="16"/>
                    </a:lnTo>
                    <a:lnTo>
                      <a:pt x="980" y="8"/>
                    </a:lnTo>
                    <a:lnTo>
                      <a:pt x="1034" y="4"/>
                    </a:lnTo>
                    <a:lnTo>
                      <a:pt x="1088" y="0"/>
                    </a:lnTo>
                    <a:lnTo>
                      <a:pt x="1088" y="0"/>
                    </a:lnTo>
                    <a:close/>
                  </a:path>
                </a:pathLst>
              </a:custGeom>
              <a:solidFill>
                <a:srgbClr val="F6E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  <p:sp>
            <p:nvSpPr>
              <p:cNvPr id="24" name="Freeform 539">
                <a:extLst>
                  <a:ext uri="{FF2B5EF4-FFF2-40B4-BE49-F238E27FC236}">
                    <a16:creationId xmlns:a16="http://schemas.microsoft.com/office/drawing/2014/main" id="{4D628DFB-4DB7-46C6-B001-54001B4E5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1422" y="4979831"/>
                <a:ext cx="60789" cy="24315"/>
              </a:xfrm>
              <a:custGeom>
                <a:avLst/>
                <a:gdLst>
                  <a:gd name="T0" fmla="*/ 58 w 60"/>
                  <a:gd name="T1" fmla="*/ 16 h 24"/>
                  <a:gd name="T2" fmla="*/ 58 w 60"/>
                  <a:gd name="T3" fmla="*/ 16 h 24"/>
                  <a:gd name="T4" fmla="*/ 50 w 60"/>
                  <a:gd name="T5" fmla="*/ 22 h 24"/>
                  <a:gd name="T6" fmla="*/ 50 w 60"/>
                  <a:gd name="T7" fmla="*/ 22 h 24"/>
                  <a:gd name="T8" fmla="*/ 42 w 60"/>
                  <a:gd name="T9" fmla="*/ 24 h 24"/>
                  <a:gd name="T10" fmla="*/ 30 w 60"/>
                  <a:gd name="T11" fmla="*/ 24 h 24"/>
                  <a:gd name="T12" fmla="*/ 30 w 60"/>
                  <a:gd name="T13" fmla="*/ 24 h 24"/>
                  <a:gd name="T14" fmla="*/ 20 w 60"/>
                  <a:gd name="T15" fmla="*/ 24 h 24"/>
                  <a:gd name="T16" fmla="*/ 10 w 60"/>
                  <a:gd name="T17" fmla="*/ 22 h 24"/>
                  <a:gd name="T18" fmla="*/ 10 w 60"/>
                  <a:gd name="T19" fmla="*/ 22 h 24"/>
                  <a:gd name="T20" fmla="*/ 8 w 60"/>
                  <a:gd name="T21" fmla="*/ 22 h 24"/>
                  <a:gd name="T22" fmla="*/ 8 w 60"/>
                  <a:gd name="T23" fmla="*/ 22 h 24"/>
                  <a:gd name="T24" fmla="*/ 0 w 60"/>
                  <a:gd name="T25" fmla="*/ 14 h 24"/>
                  <a:gd name="T26" fmla="*/ 0 w 60"/>
                  <a:gd name="T27" fmla="*/ 10 h 24"/>
                  <a:gd name="T28" fmla="*/ 0 w 60"/>
                  <a:gd name="T29" fmla="*/ 10 h 24"/>
                  <a:gd name="T30" fmla="*/ 4 w 60"/>
                  <a:gd name="T31" fmla="*/ 6 h 24"/>
                  <a:gd name="T32" fmla="*/ 8 w 60"/>
                  <a:gd name="T33" fmla="*/ 4 h 24"/>
                  <a:gd name="T34" fmla="*/ 8 w 60"/>
                  <a:gd name="T35" fmla="*/ 4 h 24"/>
                  <a:gd name="T36" fmla="*/ 18 w 60"/>
                  <a:gd name="T37" fmla="*/ 2 h 24"/>
                  <a:gd name="T38" fmla="*/ 30 w 60"/>
                  <a:gd name="T39" fmla="*/ 0 h 24"/>
                  <a:gd name="T40" fmla="*/ 30 w 60"/>
                  <a:gd name="T41" fmla="*/ 0 h 24"/>
                  <a:gd name="T42" fmla="*/ 42 w 60"/>
                  <a:gd name="T43" fmla="*/ 2 h 24"/>
                  <a:gd name="T44" fmla="*/ 50 w 60"/>
                  <a:gd name="T45" fmla="*/ 4 h 24"/>
                  <a:gd name="T46" fmla="*/ 50 w 60"/>
                  <a:gd name="T47" fmla="*/ 4 h 24"/>
                  <a:gd name="T48" fmla="*/ 58 w 60"/>
                  <a:gd name="T49" fmla="*/ 8 h 24"/>
                  <a:gd name="T50" fmla="*/ 60 w 60"/>
                  <a:gd name="T51" fmla="*/ 10 h 24"/>
                  <a:gd name="T52" fmla="*/ 60 w 60"/>
                  <a:gd name="T53" fmla="*/ 12 h 24"/>
                  <a:gd name="T54" fmla="*/ 60 w 60"/>
                  <a:gd name="T55" fmla="*/ 14 h 24"/>
                  <a:gd name="T56" fmla="*/ 60 w 60"/>
                  <a:gd name="T57" fmla="*/ 14 h 24"/>
                  <a:gd name="T58" fmla="*/ 60 w 60"/>
                  <a:gd name="T59" fmla="*/ 16 h 24"/>
                  <a:gd name="T60" fmla="*/ 58 w 60"/>
                  <a:gd name="T61" fmla="*/ 16 h 24"/>
                  <a:gd name="T62" fmla="*/ 58 w 60"/>
                  <a:gd name="T6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0" h="24">
                    <a:moveTo>
                      <a:pt x="58" y="16"/>
                    </a:moveTo>
                    <a:lnTo>
                      <a:pt x="58" y="16"/>
                    </a:lnTo>
                    <a:lnTo>
                      <a:pt x="50" y="22"/>
                    </a:lnTo>
                    <a:lnTo>
                      <a:pt x="50" y="22"/>
                    </a:lnTo>
                    <a:lnTo>
                      <a:pt x="42" y="24"/>
                    </a:lnTo>
                    <a:lnTo>
                      <a:pt x="30" y="24"/>
                    </a:lnTo>
                    <a:lnTo>
                      <a:pt x="30" y="24"/>
                    </a:lnTo>
                    <a:lnTo>
                      <a:pt x="20" y="24"/>
                    </a:lnTo>
                    <a:lnTo>
                      <a:pt x="10" y="22"/>
                    </a:lnTo>
                    <a:lnTo>
                      <a:pt x="10" y="22"/>
                    </a:lnTo>
                    <a:lnTo>
                      <a:pt x="8" y="22"/>
                    </a:lnTo>
                    <a:lnTo>
                      <a:pt x="8" y="22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4" y="6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18" y="2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42" y="2"/>
                    </a:lnTo>
                    <a:lnTo>
                      <a:pt x="50" y="4"/>
                    </a:lnTo>
                    <a:lnTo>
                      <a:pt x="50" y="4"/>
                    </a:lnTo>
                    <a:lnTo>
                      <a:pt x="58" y="8"/>
                    </a:lnTo>
                    <a:lnTo>
                      <a:pt x="60" y="10"/>
                    </a:lnTo>
                    <a:lnTo>
                      <a:pt x="60" y="12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8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828800" rtl="0"/>
                <a:endParaRPr lang="en-US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endParaRPr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575DA21-8624-9D82-28EC-AC7D43030322}"/>
              </a:ext>
            </a:extLst>
          </p:cNvPr>
          <p:cNvGrpSpPr/>
          <p:nvPr/>
        </p:nvGrpSpPr>
        <p:grpSpPr>
          <a:xfrm>
            <a:off x="263116" y="283163"/>
            <a:ext cx="573235" cy="481442"/>
            <a:chOff x="3378359" y="640707"/>
            <a:chExt cx="663790" cy="557497"/>
          </a:xfrm>
        </p:grpSpPr>
        <p:sp>
          <p:nvSpPr>
            <p:cNvPr id="3" name="图文框 2">
              <a:extLst>
                <a:ext uri="{FF2B5EF4-FFF2-40B4-BE49-F238E27FC236}">
                  <a16:creationId xmlns:a16="http://schemas.microsoft.com/office/drawing/2014/main" id="{E94D9D04-5422-A777-33C9-6BFCF350989C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图文框 3">
              <a:extLst>
                <a:ext uri="{FF2B5EF4-FFF2-40B4-BE49-F238E27FC236}">
                  <a16:creationId xmlns:a16="http://schemas.microsoft.com/office/drawing/2014/main" id="{AAAFDD87-E6E7-A85D-89A2-F84591CCE0D6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EEAA777-D28C-934A-1FCC-CCE61B95FBEF}"/>
              </a:ext>
            </a:extLst>
          </p:cNvPr>
          <p:cNvSpPr txBox="1"/>
          <p:nvPr/>
        </p:nvSpPr>
        <p:spPr bwMode="auto">
          <a:xfrm>
            <a:off x="1027429" y="257810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</p:spTree>
    <p:extLst>
      <p:ext uri="{BB962C8B-B14F-4D97-AF65-F5344CB8AC3E}">
        <p14:creationId xmlns:p14="http://schemas.microsoft.com/office/powerpoint/2010/main" val="80908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bldLvl="0"/>
      <p:bldP spid="11" grpId="0" bldLvl="0"/>
      <p:bldP spid="12" grpId="0" bldLvl="0"/>
      <p:bldP spid="13" grpId="0" bldLvl="0"/>
      <p:bldP spid="15" grpId="0" bldLvl="0"/>
      <p:bldP spid="16" grpId="0" bldLvl="0"/>
      <p:bldP spid="5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4</cp:revision>
  <dcterms:created xsi:type="dcterms:W3CDTF">2023-08-09T12:44:55Z</dcterms:created>
  <dcterms:modified xsi:type="dcterms:W3CDTF">2025-04-20T06:48:12Z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