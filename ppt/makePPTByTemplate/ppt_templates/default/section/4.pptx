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2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06C2F-472F-491A-BEBC-1CF06B087B3F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4F668-AC3F-4CB7-B568-BDBDB18F80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0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17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D64839-2DCB-4411-A280-F4AA36E9ED3E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2" name="图文框 1">
              <a:extLst>
                <a:ext uri="{FF2B5EF4-FFF2-40B4-BE49-F238E27FC236}">
                  <a16:creationId xmlns:a16="http://schemas.microsoft.com/office/drawing/2014/main" id="{4ED448EC-7973-4DCB-B2A3-5A55F8ECBB51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036C49B5-C1D6-449D-9571-3A90F7A831F9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B444242-7218-48C5-A90E-AE65BB69E035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请输入标题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DD774F-3338-41DB-8096-B8575F3F6EBC}"/>
              </a:ext>
            </a:extLst>
          </p:cNvPr>
          <p:cNvSpPr/>
          <p:nvPr/>
        </p:nvSpPr>
        <p:spPr>
          <a:xfrm>
            <a:off x="1" y="2"/>
            <a:ext cx="12192000" cy="2623126"/>
          </a:xfrm>
          <a:prstGeom prst="rect">
            <a:avLst/>
          </a:prstGeom>
          <a:solidFill>
            <a:srgbClr val="F6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E8D96-E957-40C0-B60F-E376E9B3BB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3634" y="1141711"/>
            <a:ext cx="2962833" cy="29628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C7C0EA-BB81-492F-AAB4-8F3C466D113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8208" y="1137893"/>
            <a:ext cx="2962833" cy="29628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5322895-3832-49D6-9FD6-B3215C4F4B8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2782" y="1137893"/>
            <a:ext cx="2962834" cy="29628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82">
            <a:extLst>
              <a:ext uri="{FF2B5EF4-FFF2-40B4-BE49-F238E27FC236}">
                <a16:creationId xmlns:a16="http://schemas.microsoft.com/office/drawing/2014/main" id="{66277E3B-CBBA-4611-AFB0-14B2021CCC92}"/>
              </a:ext>
            </a:extLst>
          </p:cNvPr>
          <p:cNvSpPr txBox="1"/>
          <p:nvPr/>
        </p:nvSpPr>
        <p:spPr>
          <a:xfrm>
            <a:off x="1659876" y="4238102"/>
            <a:ext cx="2536591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id-ID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7" name="Rectangle 54">
            <a:extLst>
              <a:ext uri="{FF2B5EF4-FFF2-40B4-BE49-F238E27FC236}">
                <a16:creationId xmlns:a16="http://schemas.microsoft.com/office/drawing/2014/main" id="{63F90470-F8F0-45BD-BA86-68F3BF786131}"/>
              </a:ext>
            </a:extLst>
          </p:cNvPr>
          <p:cNvSpPr/>
          <p:nvPr/>
        </p:nvSpPr>
        <p:spPr>
          <a:xfrm>
            <a:off x="1424712" y="5232403"/>
            <a:ext cx="2233126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828800" rtl="0">
              <a:spcBef>
                <a:spcPts val="1200"/>
              </a:spcBef>
              <a:buClr>
                <a:srgbClr val="E24848"/>
              </a:buClr>
              <a:defRPr/>
            </a:pPr>
            <a:r>
              <a:rPr lang="zh-CN" altLang="en-US" sz="14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内容</a:t>
            </a:r>
            <a:r>
              <a:rPr lang="en-US" altLang="zh-CN" sz="14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1</a:t>
            </a:r>
            <a:endParaRPr lang="en-US" sz="14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Open Sans Light" panose="020B0306030504020204" pitchFamily="34" charset="0"/>
            </a:endParaRPr>
          </a:p>
        </p:txBody>
      </p:sp>
      <p:sp>
        <p:nvSpPr>
          <p:cNvPr id="18" name="TextBox 82">
            <a:extLst>
              <a:ext uri="{FF2B5EF4-FFF2-40B4-BE49-F238E27FC236}">
                <a16:creationId xmlns:a16="http://schemas.microsoft.com/office/drawing/2014/main" id="{0D415005-F497-40E7-B7BC-2612A8DEF817}"/>
              </a:ext>
            </a:extLst>
          </p:cNvPr>
          <p:cNvSpPr txBox="1"/>
          <p:nvPr/>
        </p:nvSpPr>
        <p:spPr>
          <a:xfrm>
            <a:off x="5104539" y="4238102"/>
            <a:ext cx="2456502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id-ID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9" name="Rectangle 54">
            <a:extLst>
              <a:ext uri="{FF2B5EF4-FFF2-40B4-BE49-F238E27FC236}">
                <a16:creationId xmlns:a16="http://schemas.microsoft.com/office/drawing/2014/main" id="{AAABF9C5-B535-4759-B877-BA35A47C69A2}"/>
              </a:ext>
            </a:extLst>
          </p:cNvPr>
          <p:cNvSpPr/>
          <p:nvPr/>
        </p:nvSpPr>
        <p:spPr>
          <a:xfrm>
            <a:off x="4827704" y="5232403"/>
            <a:ext cx="2233126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828800" rtl="0">
              <a:spcBef>
                <a:spcPts val="1200"/>
              </a:spcBef>
              <a:buClr>
                <a:srgbClr val="E24848"/>
              </a:buClr>
              <a:defRPr/>
            </a:pPr>
            <a:r>
              <a:rPr lang="zh-CN" altLang="en-US" sz="14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内容</a:t>
            </a:r>
            <a:r>
              <a:rPr lang="en-US" altLang="zh-CN" sz="14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2</a:t>
            </a:r>
            <a:endParaRPr lang="en-US" sz="14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Open Sans Light" panose="020B0306030504020204" pitchFamily="34" charset="0"/>
            </a:endParaRPr>
          </a:p>
        </p:txBody>
      </p:sp>
      <p:sp>
        <p:nvSpPr>
          <p:cNvPr id="20" name="TextBox 82">
            <a:extLst>
              <a:ext uri="{FF2B5EF4-FFF2-40B4-BE49-F238E27FC236}">
                <a16:creationId xmlns:a16="http://schemas.microsoft.com/office/drawing/2014/main" id="{E5267F74-B752-4C43-AB40-2579654786F5}"/>
              </a:ext>
            </a:extLst>
          </p:cNvPr>
          <p:cNvSpPr txBox="1"/>
          <p:nvPr/>
        </p:nvSpPr>
        <p:spPr>
          <a:xfrm>
            <a:off x="8469113" y="4238102"/>
            <a:ext cx="2234458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id-ID" sz="18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9BBD60F-0E2C-6C12-A355-07F0F3D4CCDA}"/>
              </a:ext>
            </a:extLst>
          </p:cNvPr>
          <p:cNvGrpSpPr/>
          <p:nvPr/>
        </p:nvGrpSpPr>
        <p:grpSpPr>
          <a:xfrm>
            <a:off x="469321" y="300998"/>
            <a:ext cx="573235" cy="481442"/>
            <a:chOff x="3378359" y="640707"/>
            <a:chExt cx="663790" cy="557497"/>
          </a:xfrm>
        </p:grpSpPr>
        <p:sp>
          <p:nvSpPr>
            <p:cNvPr id="9" name="图文框 8">
              <a:extLst>
                <a:ext uri="{FF2B5EF4-FFF2-40B4-BE49-F238E27FC236}">
                  <a16:creationId xmlns:a16="http://schemas.microsoft.com/office/drawing/2014/main" id="{778A933D-462D-D8AB-359D-27015755EFFF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图文框 10">
              <a:extLst>
                <a:ext uri="{FF2B5EF4-FFF2-40B4-BE49-F238E27FC236}">
                  <a16:creationId xmlns:a16="http://schemas.microsoft.com/office/drawing/2014/main" id="{1AF61AD0-4ABA-AC4E-3E7C-6D368EBBB4F1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CCD82348-165E-F35C-2381-2DB8FD0FD3B0}"/>
              </a:ext>
            </a:extLst>
          </p:cNvPr>
          <p:cNvSpPr txBox="1"/>
          <p:nvPr/>
        </p:nvSpPr>
        <p:spPr bwMode="auto">
          <a:xfrm>
            <a:off x="1233634" y="275645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23" name="Rectangle 54">
            <a:extLst>
              <a:ext uri="{FF2B5EF4-FFF2-40B4-BE49-F238E27FC236}">
                <a16:creationId xmlns:a16="http://schemas.microsoft.com/office/drawing/2014/main" id="{FB9B9AC3-B3ED-D386-494D-44B80B451D2A}"/>
              </a:ext>
            </a:extLst>
          </p:cNvPr>
          <p:cNvSpPr/>
          <p:nvPr/>
        </p:nvSpPr>
        <p:spPr>
          <a:xfrm>
            <a:off x="8230696" y="5232403"/>
            <a:ext cx="2233126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828800" rtl="0">
              <a:spcBef>
                <a:spcPts val="1200"/>
              </a:spcBef>
              <a:buClr>
                <a:srgbClr val="E24848"/>
              </a:buClr>
              <a:defRPr/>
            </a:pPr>
            <a:r>
              <a:rPr lang="zh-CN" altLang="en-US" sz="14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内容</a:t>
            </a:r>
            <a:r>
              <a:rPr lang="en-US" altLang="zh-CN" sz="14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Open Sans Light" panose="020B0306030504020204" pitchFamily="34" charset="0"/>
              </a:rPr>
              <a:t>3</a:t>
            </a:r>
            <a:endParaRPr lang="en-US" sz="14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87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6" grpId="0"/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</Words>
  <Application>Microsoft Office PowerPoint</Application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2025-04-20T06:50:51Z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