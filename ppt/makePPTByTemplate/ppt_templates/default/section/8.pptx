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340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1" y="2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63B102-69D4-4DAB-B873-D7EEED41DA54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FD3F2D-06DB-4820-B7F6-DBCF4F8490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1483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681912-8CC0-4B9F-BE2A-5B54BD796BF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4979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A3A4AFF7-EFD5-42B7-8476-BBB5CC4B2E4C}"/>
              </a:ext>
            </a:extLst>
          </p:cNvPr>
          <p:cNvSpPr/>
          <p:nvPr/>
        </p:nvSpPr>
        <p:spPr>
          <a:xfrm>
            <a:off x="0" y="1567516"/>
            <a:ext cx="12192000" cy="4625513"/>
          </a:xfrm>
          <a:prstGeom prst="rect">
            <a:avLst/>
          </a:prstGeom>
          <a:solidFill>
            <a:srgbClr val="F6E7E2">
              <a:alpha val="9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Freeform 116">
            <a:extLst>
              <a:ext uri="{FF2B5EF4-FFF2-40B4-BE49-F238E27FC236}">
                <a16:creationId xmlns:a16="http://schemas.microsoft.com/office/drawing/2014/main" id="{D8EE00DD-F51D-4E1F-83AB-96904E4F64D6}"/>
              </a:ext>
            </a:extLst>
          </p:cNvPr>
          <p:cNvSpPr>
            <a:spLocks noEditPoints="1"/>
          </p:cNvSpPr>
          <p:nvPr/>
        </p:nvSpPr>
        <p:spPr bwMode="auto">
          <a:xfrm>
            <a:off x="6403041" y="3493134"/>
            <a:ext cx="446930" cy="360426"/>
          </a:xfrm>
          <a:custGeom>
            <a:avLst/>
            <a:gdLst/>
            <a:ahLst/>
            <a:cxnLst>
              <a:cxn ang="0">
                <a:pos x="55" y="27"/>
              </a:cxn>
              <a:cxn ang="0">
                <a:pos x="54" y="27"/>
              </a:cxn>
              <a:cxn ang="0">
                <a:pos x="54" y="27"/>
              </a:cxn>
              <a:cxn ang="0">
                <a:pos x="53" y="27"/>
              </a:cxn>
              <a:cxn ang="0">
                <a:pos x="28" y="6"/>
              </a:cxn>
              <a:cxn ang="0">
                <a:pos x="4" y="27"/>
              </a:cxn>
              <a:cxn ang="0">
                <a:pos x="3" y="27"/>
              </a:cxn>
              <a:cxn ang="0">
                <a:pos x="2" y="27"/>
              </a:cxn>
              <a:cxn ang="0">
                <a:pos x="0" y="24"/>
              </a:cxn>
              <a:cxn ang="0">
                <a:pos x="0" y="23"/>
              </a:cxn>
              <a:cxn ang="0">
                <a:pos x="26" y="1"/>
              </a:cxn>
              <a:cxn ang="0">
                <a:pos x="31" y="1"/>
              </a:cxn>
              <a:cxn ang="0">
                <a:pos x="40" y="8"/>
              </a:cxn>
              <a:cxn ang="0">
                <a:pos x="40" y="1"/>
              </a:cxn>
              <a:cxn ang="0">
                <a:pos x="41" y="0"/>
              </a:cxn>
              <a:cxn ang="0">
                <a:pos x="48" y="0"/>
              </a:cxn>
              <a:cxn ang="0">
                <a:pos x="49" y="1"/>
              </a:cxn>
              <a:cxn ang="0">
                <a:pos x="49" y="16"/>
              </a:cxn>
              <a:cxn ang="0">
                <a:pos x="57" y="23"/>
              </a:cxn>
              <a:cxn ang="0">
                <a:pos x="57" y="24"/>
              </a:cxn>
              <a:cxn ang="0">
                <a:pos x="55" y="27"/>
              </a:cxn>
              <a:cxn ang="0">
                <a:pos x="49" y="44"/>
              </a:cxn>
              <a:cxn ang="0">
                <a:pos x="47" y="46"/>
              </a:cxn>
              <a:cxn ang="0">
                <a:pos x="33" y="46"/>
              </a:cxn>
              <a:cxn ang="0">
                <a:pos x="33" y="32"/>
              </a:cxn>
              <a:cxn ang="0">
                <a:pos x="24" y="32"/>
              </a:cxn>
              <a:cxn ang="0">
                <a:pos x="24" y="46"/>
              </a:cxn>
              <a:cxn ang="0">
                <a:pos x="10" y="46"/>
              </a:cxn>
              <a:cxn ang="0">
                <a:pos x="8" y="44"/>
              </a:cxn>
              <a:cxn ang="0">
                <a:pos x="8" y="27"/>
              </a:cxn>
              <a:cxn ang="0">
                <a:pos x="8" y="26"/>
              </a:cxn>
              <a:cxn ang="0">
                <a:pos x="28" y="9"/>
              </a:cxn>
              <a:cxn ang="0">
                <a:pos x="49" y="26"/>
              </a:cxn>
              <a:cxn ang="0">
                <a:pos x="49" y="27"/>
              </a:cxn>
              <a:cxn ang="0">
                <a:pos x="49" y="44"/>
              </a:cxn>
            </a:cxnLst>
            <a:rect l="0" t="0" r="r" b="b"/>
            <a:pathLst>
              <a:path w="57" h="46">
                <a:moveTo>
                  <a:pt x="55" y="27"/>
                </a:moveTo>
                <a:cubicBezTo>
                  <a:pt x="55" y="27"/>
                  <a:pt x="54" y="27"/>
                  <a:pt x="54" y="27"/>
                </a:cubicBezTo>
                <a:cubicBezTo>
                  <a:pt x="54" y="27"/>
                  <a:pt x="54" y="27"/>
                  <a:pt x="54" y="27"/>
                </a:cubicBezTo>
                <a:cubicBezTo>
                  <a:pt x="54" y="27"/>
                  <a:pt x="53" y="27"/>
                  <a:pt x="53" y="27"/>
                </a:cubicBezTo>
                <a:cubicBezTo>
                  <a:pt x="28" y="6"/>
                  <a:pt x="28" y="6"/>
                  <a:pt x="28" y="6"/>
                </a:cubicBezTo>
                <a:cubicBezTo>
                  <a:pt x="4" y="27"/>
                  <a:pt x="4" y="27"/>
                  <a:pt x="4" y="27"/>
                </a:cubicBezTo>
                <a:cubicBezTo>
                  <a:pt x="4" y="27"/>
                  <a:pt x="3" y="27"/>
                  <a:pt x="3" y="27"/>
                </a:cubicBezTo>
                <a:cubicBezTo>
                  <a:pt x="3" y="27"/>
                  <a:pt x="2" y="27"/>
                  <a:pt x="2" y="27"/>
                </a:cubicBezTo>
                <a:cubicBezTo>
                  <a:pt x="0" y="24"/>
                  <a:pt x="0" y="24"/>
                  <a:pt x="0" y="24"/>
                </a:cubicBezTo>
                <a:cubicBezTo>
                  <a:pt x="0" y="24"/>
                  <a:pt x="0" y="23"/>
                  <a:pt x="0" y="23"/>
                </a:cubicBezTo>
                <a:cubicBezTo>
                  <a:pt x="26" y="1"/>
                  <a:pt x="26" y="1"/>
                  <a:pt x="26" y="1"/>
                </a:cubicBezTo>
                <a:cubicBezTo>
                  <a:pt x="27" y="0"/>
                  <a:pt x="30" y="0"/>
                  <a:pt x="31" y="1"/>
                </a:cubicBezTo>
                <a:cubicBezTo>
                  <a:pt x="40" y="8"/>
                  <a:pt x="40" y="8"/>
                  <a:pt x="40" y="8"/>
                </a:cubicBezTo>
                <a:cubicBezTo>
                  <a:pt x="40" y="1"/>
                  <a:pt x="40" y="1"/>
                  <a:pt x="40" y="1"/>
                </a:cubicBezTo>
                <a:cubicBezTo>
                  <a:pt x="40" y="1"/>
                  <a:pt x="40" y="0"/>
                  <a:pt x="41" y="0"/>
                </a:cubicBezTo>
                <a:cubicBezTo>
                  <a:pt x="48" y="0"/>
                  <a:pt x="48" y="0"/>
                  <a:pt x="48" y="0"/>
                </a:cubicBezTo>
                <a:cubicBezTo>
                  <a:pt x="49" y="0"/>
                  <a:pt x="49" y="1"/>
                  <a:pt x="49" y="1"/>
                </a:cubicBezTo>
                <a:cubicBezTo>
                  <a:pt x="49" y="16"/>
                  <a:pt x="49" y="16"/>
                  <a:pt x="49" y="16"/>
                </a:cubicBezTo>
                <a:cubicBezTo>
                  <a:pt x="57" y="23"/>
                  <a:pt x="57" y="23"/>
                  <a:pt x="57" y="23"/>
                </a:cubicBezTo>
                <a:cubicBezTo>
                  <a:pt x="57" y="23"/>
                  <a:pt x="57" y="24"/>
                  <a:pt x="57" y="24"/>
                </a:cubicBezTo>
                <a:lnTo>
                  <a:pt x="55" y="27"/>
                </a:lnTo>
                <a:close/>
                <a:moveTo>
                  <a:pt x="49" y="44"/>
                </a:moveTo>
                <a:cubicBezTo>
                  <a:pt x="49" y="45"/>
                  <a:pt x="48" y="46"/>
                  <a:pt x="47" y="46"/>
                </a:cubicBezTo>
                <a:cubicBezTo>
                  <a:pt x="33" y="46"/>
                  <a:pt x="33" y="46"/>
                  <a:pt x="33" y="46"/>
                </a:cubicBezTo>
                <a:cubicBezTo>
                  <a:pt x="33" y="32"/>
                  <a:pt x="33" y="32"/>
                  <a:pt x="33" y="32"/>
                </a:cubicBezTo>
                <a:cubicBezTo>
                  <a:pt x="24" y="32"/>
                  <a:pt x="24" y="32"/>
                  <a:pt x="24" y="32"/>
                </a:cubicBezTo>
                <a:cubicBezTo>
                  <a:pt x="24" y="46"/>
                  <a:pt x="24" y="46"/>
                  <a:pt x="24" y="46"/>
                </a:cubicBezTo>
                <a:cubicBezTo>
                  <a:pt x="10" y="46"/>
                  <a:pt x="10" y="46"/>
                  <a:pt x="10" y="46"/>
                </a:cubicBezTo>
                <a:cubicBezTo>
                  <a:pt x="9" y="46"/>
                  <a:pt x="8" y="45"/>
                  <a:pt x="8" y="44"/>
                </a:cubicBezTo>
                <a:cubicBezTo>
                  <a:pt x="8" y="27"/>
                  <a:pt x="8" y="27"/>
                  <a:pt x="8" y="27"/>
                </a:cubicBezTo>
                <a:cubicBezTo>
                  <a:pt x="8" y="27"/>
                  <a:pt x="8" y="26"/>
                  <a:pt x="8" y="26"/>
                </a:cubicBezTo>
                <a:cubicBezTo>
                  <a:pt x="28" y="9"/>
                  <a:pt x="28" y="9"/>
                  <a:pt x="28" y="9"/>
                </a:cubicBezTo>
                <a:cubicBezTo>
                  <a:pt x="49" y="26"/>
                  <a:pt x="49" y="26"/>
                  <a:pt x="49" y="26"/>
                </a:cubicBezTo>
                <a:cubicBezTo>
                  <a:pt x="49" y="26"/>
                  <a:pt x="49" y="27"/>
                  <a:pt x="49" y="27"/>
                </a:cubicBezTo>
                <a:lnTo>
                  <a:pt x="49" y="44"/>
                </a:lnTo>
                <a:close/>
              </a:path>
            </a:pathLst>
          </a:custGeom>
          <a:solidFill>
            <a:srgbClr val="ECCEC4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vert="horz" wrap="square" lIns="182880" tIns="91440" rIns="182880" bIns="91440" numCol="1" anchor="t" anchorCtr="0" compatLnSpc="1">
            <a:prstTxWarp prst="textNoShape">
              <a:avLst/>
            </a:prstTxWarp>
          </a:bodyPr>
          <a:lstStyle/>
          <a:p>
            <a:pPr algn="l" defTabSz="1828800" rtl="0"/>
            <a:endParaRPr lang="en-US" sz="2400" kern="1200" dirty="0">
              <a:solidFill>
                <a:prstClr val="black"/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</p:txBody>
      </p:sp>
      <p:sp>
        <p:nvSpPr>
          <p:cNvPr id="8" name="Freeform 57">
            <a:extLst>
              <a:ext uri="{FF2B5EF4-FFF2-40B4-BE49-F238E27FC236}">
                <a16:creationId xmlns:a16="http://schemas.microsoft.com/office/drawing/2014/main" id="{1523A77A-BB95-4DE6-8871-E7F011E83534}"/>
              </a:ext>
            </a:extLst>
          </p:cNvPr>
          <p:cNvSpPr>
            <a:spLocks noEditPoints="1"/>
          </p:cNvSpPr>
          <p:nvPr/>
        </p:nvSpPr>
        <p:spPr bwMode="auto">
          <a:xfrm>
            <a:off x="6371999" y="2090467"/>
            <a:ext cx="489028" cy="489028"/>
          </a:xfrm>
          <a:custGeom>
            <a:avLst/>
            <a:gdLst/>
            <a:ahLst/>
            <a:cxnLst>
              <a:cxn ang="0">
                <a:pos x="55" y="31"/>
              </a:cxn>
              <a:cxn ang="0">
                <a:pos x="54" y="33"/>
              </a:cxn>
              <a:cxn ang="0">
                <a:pos x="47" y="34"/>
              </a:cxn>
              <a:cxn ang="0">
                <a:pos x="46" y="37"/>
              </a:cxn>
              <a:cxn ang="0">
                <a:pos x="49" y="42"/>
              </a:cxn>
              <a:cxn ang="0">
                <a:pos x="50" y="43"/>
              </a:cxn>
              <a:cxn ang="0">
                <a:pos x="49" y="44"/>
              </a:cxn>
              <a:cxn ang="0">
                <a:pos x="43" y="50"/>
              </a:cxn>
              <a:cxn ang="0">
                <a:pos x="42" y="50"/>
              </a:cxn>
              <a:cxn ang="0">
                <a:pos x="37" y="46"/>
              </a:cxn>
              <a:cxn ang="0">
                <a:pos x="33" y="47"/>
              </a:cxn>
              <a:cxn ang="0">
                <a:pos x="32" y="54"/>
              </a:cxn>
              <a:cxn ang="0">
                <a:pos x="31" y="55"/>
              </a:cxn>
              <a:cxn ang="0">
                <a:pos x="23" y="55"/>
              </a:cxn>
              <a:cxn ang="0">
                <a:pos x="22" y="54"/>
              </a:cxn>
              <a:cxn ang="0">
                <a:pos x="21" y="47"/>
              </a:cxn>
              <a:cxn ang="0">
                <a:pos x="18" y="46"/>
              </a:cxn>
              <a:cxn ang="0">
                <a:pos x="13" y="50"/>
              </a:cxn>
              <a:cxn ang="0">
                <a:pos x="12" y="50"/>
              </a:cxn>
              <a:cxn ang="0">
                <a:pos x="11" y="50"/>
              </a:cxn>
              <a:cxn ang="0">
                <a:pos x="5" y="44"/>
              </a:cxn>
              <a:cxn ang="0">
                <a:pos x="5" y="43"/>
              </a:cxn>
              <a:cxn ang="0">
                <a:pos x="5" y="42"/>
              </a:cxn>
              <a:cxn ang="0">
                <a:pos x="9" y="37"/>
              </a:cxn>
              <a:cxn ang="0">
                <a:pos x="7" y="33"/>
              </a:cxn>
              <a:cxn ang="0">
                <a:pos x="1" y="33"/>
              </a:cxn>
              <a:cxn ang="0">
                <a:pos x="0" y="31"/>
              </a:cxn>
              <a:cxn ang="0">
                <a:pos x="0" y="23"/>
              </a:cxn>
              <a:cxn ang="0">
                <a:pos x="1" y="22"/>
              </a:cxn>
              <a:cxn ang="0">
                <a:pos x="7" y="21"/>
              </a:cxn>
              <a:cxn ang="0">
                <a:pos x="9" y="18"/>
              </a:cxn>
              <a:cxn ang="0">
                <a:pos x="5" y="13"/>
              </a:cxn>
              <a:cxn ang="0">
                <a:pos x="5" y="12"/>
              </a:cxn>
              <a:cxn ang="0">
                <a:pos x="5" y="11"/>
              </a:cxn>
              <a:cxn ang="0">
                <a:pos x="12" y="5"/>
              </a:cxn>
              <a:cxn ang="0">
                <a:pos x="13" y="5"/>
              </a:cxn>
              <a:cxn ang="0">
                <a:pos x="18" y="9"/>
              </a:cxn>
              <a:cxn ang="0">
                <a:pos x="21" y="8"/>
              </a:cxn>
              <a:cxn ang="0">
                <a:pos x="22" y="1"/>
              </a:cxn>
              <a:cxn ang="0">
                <a:pos x="23" y="0"/>
              </a:cxn>
              <a:cxn ang="0">
                <a:pos x="31" y="0"/>
              </a:cxn>
              <a:cxn ang="0">
                <a:pos x="32" y="1"/>
              </a:cxn>
              <a:cxn ang="0">
                <a:pos x="33" y="8"/>
              </a:cxn>
              <a:cxn ang="0">
                <a:pos x="37" y="9"/>
              </a:cxn>
              <a:cxn ang="0">
                <a:pos x="42" y="5"/>
              </a:cxn>
              <a:cxn ang="0">
                <a:pos x="43" y="5"/>
              </a:cxn>
              <a:cxn ang="0">
                <a:pos x="43" y="5"/>
              </a:cxn>
              <a:cxn ang="0">
                <a:pos x="49" y="11"/>
              </a:cxn>
              <a:cxn ang="0">
                <a:pos x="50" y="12"/>
              </a:cxn>
              <a:cxn ang="0">
                <a:pos x="49" y="13"/>
              </a:cxn>
              <a:cxn ang="0">
                <a:pos x="46" y="18"/>
              </a:cxn>
              <a:cxn ang="0">
                <a:pos x="47" y="21"/>
              </a:cxn>
              <a:cxn ang="0">
                <a:pos x="54" y="22"/>
              </a:cxn>
              <a:cxn ang="0">
                <a:pos x="55" y="23"/>
              </a:cxn>
              <a:cxn ang="0">
                <a:pos x="55" y="31"/>
              </a:cxn>
              <a:cxn ang="0">
                <a:pos x="27" y="18"/>
              </a:cxn>
              <a:cxn ang="0">
                <a:pos x="18" y="27"/>
              </a:cxn>
              <a:cxn ang="0">
                <a:pos x="27" y="36"/>
              </a:cxn>
              <a:cxn ang="0">
                <a:pos x="36" y="27"/>
              </a:cxn>
              <a:cxn ang="0">
                <a:pos x="27" y="18"/>
              </a:cxn>
            </a:cxnLst>
            <a:rect l="0" t="0" r="r" b="b"/>
            <a:pathLst>
              <a:path w="55" h="55">
                <a:moveTo>
                  <a:pt x="55" y="31"/>
                </a:moveTo>
                <a:cubicBezTo>
                  <a:pt x="55" y="32"/>
                  <a:pt x="54" y="33"/>
                  <a:pt x="54" y="33"/>
                </a:cubicBezTo>
                <a:cubicBezTo>
                  <a:pt x="47" y="34"/>
                  <a:pt x="47" y="34"/>
                  <a:pt x="47" y="34"/>
                </a:cubicBezTo>
                <a:cubicBezTo>
                  <a:pt x="47" y="35"/>
                  <a:pt x="46" y="36"/>
                  <a:pt x="46" y="37"/>
                </a:cubicBezTo>
                <a:cubicBezTo>
                  <a:pt x="47" y="39"/>
                  <a:pt x="48" y="40"/>
                  <a:pt x="49" y="42"/>
                </a:cubicBezTo>
                <a:cubicBezTo>
                  <a:pt x="50" y="42"/>
                  <a:pt x="50" y="42"/>
                  <a:pt x="50" y="43"/>
                </a:cubicBezTo>
                <a:cubicBezTo>
                  <a:pt x="50" y="43"/>
                  <a:pt x="50" y="43"/>
                  <a:pt x="49" y="44"/>
                </a:cubicBezTo>
                <a:cubicBezTo>
                  <a:pt x="49" y="45"/>
                  <a:pt x="44" y="50"/>
                  <a:pt x="43" y="50"/>
                </a:cubicBezTo>
                <a:cubicBezTo>
                  <a:pt x="42" y="50"/>
                  <a:pt x="42" y="50"/>
                  <a:pt x="42" y="50"/>
                </a:cubicBezTo>
                <a:cubicBezTo>
                  <a:pt x="37" y="46"/>
                  <a:pt x="37" y="46"/>
                  <a:pt x="37" y="46"/>
                </a:cubicBezTo>
                <a:cubicBezTo>
                  <a:pt x="36" y="46"/>
                  <a:pt x="35" y="47"/>
                  <a:pt x="33" y="47"/>
                </a:cubicBezTo>
                <a:cubicBezTo>
                  <a:pt x="33" y="49"/>
                  <a:pt x="33" y="52"/>
                  <a:pt x="32" y="54"/>
                </a:cubicBezTo>
                <a:cubicBezTo>
                  <a:pt x="32" y="54"/>
                  <a:pt x="32" y="55"/>
                  <a:pt x="31" y="55"/>
                </a:cubicBezTo>
                <a:cubicBezTo>
                  <a:pt x="23" y="55"/>
                  <a:pt x="23" y="55"/>
                  <a:pt x="23" y="55"/>
                </a:cubicBezTo>
                <a:cubicBezTo>
                  <a:pt x="23" y="55"/>
                  <a:pt x="22" y="54"/>
                  <a:pt x="22" y="54"/>
                </a:cubicBezTo>
                <a:cubicBezTo>
                  <a:pt x="21" y="47"/>
                  <a:pt x="21" y="47"/>
                  <a:pt x="21" y="47"/>
                </a:cubicBezTo>
                <a:cubicBezTo>
                  <a:pt x="20" y="47"/>
                  <a:pt x="19" y="46"/>
                  <a:pt x="18" y="46"/>
                </a:cubicBezTo>
                <a:cubicBezTo>
                  <a:pt x="13" y="50"/>
                  <a:pt x="13" y="50"/>
                  <a:pt x="13" y="50"/>
                </a:cubicBezTo>
                <a:cubicBezTo>
                  <a:pt x="12" y="50"/>
                  <a:pt x="12" y="50"/>
                  <a:pt x="12" y="50"/>
                </a:cubicBezTo>
                <a:cubicBezTo>
                  <a:pt x="11" y="50"/>
                  <a:pt x="11" y="50"/>
                  <a:pt x="11" y="50"/>
                </a:cubicBezTo>
                <a:cubicBezTo>
                  <a:pt x="9" y="48"/>
                  <a:pt x="7" y="46"/>
                  <a:pt x="5" y="44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42"/>
                  <a:pt x="5" y="42"/>
                  <a:pt x="5" y="42"/>
                </a:cubicBezTo>
                <a:cubicBezTo>
                  <a:pt x="6" y="40"/>
                  <a:pt x="8" y="39"/>
                  <a:pt x="9" y="37"/>
                </a:cubicBezTo>
                <a:cubicBezTo>
                  <a:pt x="8" y="36"/>
                  <a:pt x="8" y="35"/>
                  <a:pt x="7" y="33"/>
                </a:cubicBezTo>
                <a:cubicBezTo>
                  <a:pt x="1" y="33"/>
                  <a:pt x="1" y="33"/>
                  <a:pt x="1" y="33"/>
                </a:cubicBezTo>
                <a:cubicBezTo>
                  <a:pt x="0" y="32"/>
                  <a:pt x="0" y="32"/>
                  <a:pt x="0" y="31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23"/>
                  <a:pt x="0" y="22"/>
                  <a:pt x="1" y="22"/>
                </a:cubicBezTo>
                <a:cubicBezTo>
                  <a:pt x="7" y="21"/>
                  <a:pt x="7" y="21"/>
                  <a:pt x="7" y="21"/>
                </a:cubicBezTo>
                <a:cubicBezTo>
                  <a:pt x="8" y="20"/>
                  <a:pt x="8" y="19"/>
                  <a:pt x="9" y="18"/>
                </a:cubicBezTo>
                <a:cubicBezTo>
                  <a:pt x="8" y="16"/>
                  <a:pt x="6" y="14"/>
                  <a:pt x="5" y="13"/>
                </a:cubicBezTo>
                <a:cubicBezTo>
                  <a:pt x="5" y="13"/>
                  <a:pt x="5" y="12"/>
                  <a:pt x="5" y="12"/>
                </a:cubicBezTo>
                <a:cubicBezTo>
                  <a:pt x="5" y="12"/>
                  <a:pt x="5" y="11"/>
                  <a:pt x="5" y="11"/>
                </a:cubicBezTo>
                <a:cubicBezTo>
                  <a:pt x="6" y="10"/>
                  <a:pt x="11" y="5"/>
                  <a:pt x="12" y="5"/>
                </a:cubicBezTo>
                <a:cubicBezTo>
                  <a:pt x="12" y="5"/>
                  <a:pt x="12" y="5"/>
                  <a:pt x="13" y="5"/>
                </a:cubicBezTo>
                <a:cubicBezTo>
                  <a:pt x="18" y="9"/>
                  <a:pt x="18" y="9"/>
                  <a:pt x="18" y="9"/>
                </a:cubicBezTo>
                <a:cubicBezTo>
                  <a:pt x="19" y="8"/>
                  <a:pt x="20" y="8"/>
                  <a:pt x="21" y="8"/>
                </a:cubicBezTo>
                <a:cubicBezTo>
                  <a:pt x="21" y="5"/>
                  <a:pt x="21" y="3"/>
                  <a:pt x="22" y="1"/>
                </a:cubicBezTo>
                <a:cubicBezTo>
                  <a:pt x="22" y="0"/>
                  <a:pt x="23" y="0"/>
                  <a:pt x="23" y="0"/>
                </a:cubicBezTo>
                <a:cubicBezTo>
                  <a:pt x="31" y="0"/>
                  <a:pt x="31" y="0"/>
                  <a:pt x="31" y="0"/>
                </a:cubicBezTo>
                <a:cubicBezTo>
                  <a:pt x="32" y="0"/>
                  <a:pt x="32" y="0"/>
                  <a:pt x="32" y="1"/>
                </a:cubicBezTo>
                <a:cubicBezTo>
                  <a:pt x="33" y="8"/>
                  <a:pt x="33" y="8"/>
                  <a:pt x="33" y="8"/>
                </a:cubicBezTo>
                <a:cubicBezTo>
                  <a:pt x="35" y="8"/>
                  <a:pt x="36" y="8"/>
                  <a:pt x="37" y="9"/>
                </a:cubicBezTo>
                <a:cubicBezTo>
                  <a:pt x="42" y="5"/>
                  <a:pt x="42" y="5"/>
                  <a:pt x="42" y="5"/>
                </a:cubicBezTo>
                <a:cubicBezTo>
                  <a:pt x="42" y="5"/>
                  <a:pt x="42" y="5"/>
                  <a:pt x="43" y="5"/>
                </a:cubicBezTo>
                <a:cubicBezTo>
                  <a:pt x="43" y="5"/>
                  <a:pt x="43" y="5"/>
                  <a:pt x="43" y="5"/>
                </a:cubicBezTo>
                <a:cubicBezTo>
                  <a:pt x="45" y="7"/>
                  <a:pt x="48" y="9"/>
                  <a:pt x="49" y="11"/>
                </a:cubicBezTo>
                <a:cubicBezTo>
                  <a:pt x="50" y="11"/>
                  <a:pt x="50" y="12"/>
                  <a:pt x="50" y="12"/>
                </a:cubicBezTo>
                <a:cubicBezTo>
                  <a:pt x="50" y="12"/>
                  <a:pt x="49" y="13"/>
                  <a:pt x="49" y="13"/>
                </a:cubicBezTo>
                <a:cubicBezTo>
                  <a:pt x="48" y="14"/>
                  <a:pt x="47" y="16"/>
                  <a:pt x="46" y="18"/>
                </a:cubicBezTo>
                <a:cubicBezTo>
                  <a:pt x="46" y="19"/>
                  <a:pt x="47" y="20"/>
                  <a:pt x="47" y="21"/>
                </a:cubicBezTo>
                <a:cubicBezTo>
                  <a:pt x="54" y="22"/>
                  <a:pt x="54" y="22"/>
                  <a:pt x="54" y="22"/>
                </a:cubicBezTo>
                <a:cubicBezTo>
                  <a:pt x="54" y="22"/>
                  <a:pt x="55" y="23"/>
                  <a:pt x="55" y="23"/>
                </a:cubicBezTo>
                <a:lnTo>
                  <a:pt x="55" y="31"/>
                </a:lnTo>
                <a:close/>
                <a:moveTo>
                  <a:pt x="27" y="18"/>
                </a:moveTo>
                <a:cubicBezTo>
                  <a:pt x="22" y="18"/>
                  <a:pt x="18" y="22"/>
                  <a:pt x="18" y="27"/>
                </a:cubicBezTo>
                <a:cubicBezTo>
                  <a:pt x="18" y="32"/>
                  <a:pt x="22" y="36"/>
                  <a:pt x="27" y="36"/>
                </a:cubicBezTo>
                <a:cubicBezTo>
                  <a:pt x="32" y="36"/>
                  <a:pt x="36" y="32"/>
                  <a:pt x="36" y="27"/>
                </a:cubicBezTo>
                <a:cubicBezTo>
                  <a:pt x="36" y="22"/>
                  <a:pt x="32" y="18"/>
                  <a:pt x="27" y="18"/>
                </a:cubicBezTo>
                <a:close/>
              </a:path>
            </a:pathLst>
          </a:custGeom>
          <a:solidFill>
            <a:srgbClr val="ECCEC4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vert="horz" wrap="square" lIns="182880" tIns="91440" rIns="182880" bIns="91440" numCol="1" anchor="t" anchorCtr="0" compatLnSpc="1">
            <a:prstTxWarp prst="textNoShape">
              <a:avLst/>
            </a:prstTxWarp>
          </a:bodyPr>
          <a:lstStyle/>
          <a:p>
            <a:pPr algn="l" defTabSz="1828800" rtl="0"/>
            <a:endParaRPr lang="en-US" sz="2400" kern="1200" dirty="0">
              <a:solidFill>
                <a:prstClr val="black"/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</p:txBody>
      </p:sp>
      <p:sp>
        <p:nvSpPr>
          <p:cNvPr id="9" name="Freeform 245">
            <a:extLst>
              <a:ext uri="{FF2B5EF4-FFF2-40B4-BE49-F238E27FC236}">
                <a16:creationId xmlns:a16="http://schemas.microsoft.com/office/drawing/2014/main" id="{B37642AA-873E-454D-918F-950A13E7BDC2}"/>
              </a:ext>
            </a:extLst>
          </p:cNvPr>
          <p:cNvSpPr>
            <a:spLocks/>
          </p:cNvSpPr>
          <p:nvPr/>
        </p:nvSpPr>
        <p:spPr bwMode="auto">
          <a:xfrm>
            <a:off x="6403041" y="4767199"/>
            <a:ext cx="504514" cy="504508"/>
          </a:xfrm>
          <a:custGeom>
            <a:avLst/>
            <a:gdLst/>
            <a:ahLst/>
            <a:cxnLst>
              <a:cxn ang="0">
                <a:pos x="68" y="3"/>
              </a:cxn>
              <a:cxn ang="0">
                <a:pos x="58" y="61"/>
              </a:cxn>
              <a:cxn ang="0">
                <a:pos x="57" y="63"/>
              </a:cxn>
              <a:cxn ang="0">
                <a:pos x="56" y="63"/>
              </a:cxn>
              <a:cxn ang="0">
                <a:pos x="55" y="63"/>
              </a:cxn>
              <a:cxn ang="0">
                <a:pos x="38" y="56"/>
              </a:cxn>
              <a:cxn ang="0">
                <a:pos x="28" y="67"/>
              </a:cxn>
              <a:cxn ang="0">
                <a:pos x="26" y="68"/>
              </a:cxn>
              <a:cxn ang="0">
                <a:pos x="26" y="68"/>
              </a:cxn>
              <a:cxn ang="0">
                <a:pos x="24" y="65"/>
              </a:cxn>
              <a:cxn ang="0">
                <a:pos x="24" y="52"/>
              </a:cxn>
              <a:cxn ang="0">
                <a:pos x="57" y="12"/>
              </a:cxn>
              <a:cxn ang="0">
                <a:pos x="16" y="47"/>
              </a:cxn>
              <a:cxn ang="0">
                <a:pos x="1" y="41"/>
              </a:cxn>
              <a:cxn ang="0">
                <a:pos x="0" y="39"/>
              </a:cxn>
              <a:cxn ang="0">
                <a:pos x="1" y="36"/>
              </a:cxn>
              <a:cxn ang="0">
                <a:pos x="64" y="0"/>
              </a:cxn>
              <a:cxn ang="0">
                <a:pos x="65" y="0"/>
              </a:cxn>
              <a:cxn ang="0">
                <a:pos x="67" y="0"/>
              </a:cxn>
              <a:cxn ang="0">
                <a:pos x="68" y="3"/>
              </a:cxn>
            </a:cxnLst>
            <a:rect l="0" t="0" r="r" b="b"/>
            <a:pathLst>
              <a:path w="68" h="68">
                <a:moveTo>
                  <a:pt x="68" y="3"/>
                </a:moveTo>
                <a:cubicBezTo>
                  <a:pt x="58" y="61"/>
                  <a:pt x="58" y="61"/>
                  <a:pt x="58" y="61"/>
                </a:cubicBezTo>
                <a:cubicBezTo>
                  <a:pt x="58" y="62"/>
                  <a:pt x="57" y="62"/>
                  <a:pt x="57" y="63"/>
                </a:cubicBezTo>
                <a:cubicBezTo>
                  <a:pt x="56" y="63"/>
                  <a:pt x="56" y="63"/>
                  <a:pt x="56" y="63"/>
                </a:cubicBezTo>
                <a:cubicBezTo>
                  <a:pt x="55" y="63"/>
                  <a:pt x="55" y="63"/>
                  <a:pt x="55" y="63"/>
                </a:cubicBezTo>
                <a:cubicBezTo>
                  <a:pt x="38" y="56"/>
                  <a:pt x="38" y="56"/>
                  <a:pt x="38" y="56"/>
                </a:cubicBezTo>
                <a:cubicBezTo>
                  <a:pt x="28" y="67"/>
                  <a:pt x="28" y="67"/>
                  <a:pt x="28" y="67"/>
                </a:cubicBezTo>
                <a:cubicBezTo>
                  <a:pt x="28" y="67"/>
                  <a:pt x="27" y="68"/>
                  <a:pt x="26" y="68"/>
                </a:cubicBezTo>
                <a:cubicBezTo>
                  <a:pt x="26" y="68"/>
                  <a:pt x="26" y="68"/>
                  <a:pt x="26" y="68"/>
                </a:cubicBezTo>
                <a:cubicBezTo>
                  <a:pt x="25" y="67"/>
                  <a:pt x="24" y="66"/>
                  <a:pt x="24" y="65"/>
                </a:cubicBezTo>
                <a:cubicBezTo>
                  <a:pt x="24" y="52"/>
                  <a:pt x="24" y="52"/>
                  <a:pt x="24" y="52"/>
                </a:cubicBezTo>
                <a:cubicBezTo>
                  <a:pt x="57" y="12"/>
                  <a:pt x="57" y="12"/>
                  <a:pt x="57" y="12"/>
                </a:cubicBezTo>
                <a:cubicBezTo>
                  <a:pt x="16" y="47"/>
                  <a:pt x="16" y="47"/>
                  <a:pt x="16" y="47"/>
                </a:cubicBezTo>
                <a:cubicBezTo>
                  <a:pt x="1" y="41"/>
                  <a:pt x="1" y="41"/>
                  <a:pt x="1" y="41"/>
                </a:cubicBezTo>
                <a:cubicBezTo>
                  <a:pt x="0" y="40"/>
                  <a:pt x="0" y="40"/>
                  <a:pt x="0" y="39"/>
                </a:cubicBezTo>
                <a:cubicBezTo>
                  <a:pt x="0" y="38"/>
                  <a:pt x="0" y="37"/>
                  <a:pt x="1" y="36"/>
                </a:cubicBezTo>
                <a:cubicBezTo>
                  <a:pt x="64" y="0"/>
                  <a:pt x="64" y="0"/>
                  <a:pt x="64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6" y="0"/>
                  <a:pt x="66" y="0"/>
                  <a:pt x="67" y="0"/>
                </a:cubicBezTo>
                <a:cubicBezTo>
                  <a:pt x="68" y="1"/>
                  <a:pt x="68" y="2"/>
                  <a:pt x="68" y="3"/>
                </a:cubicBezTo>
                <a:close/>
              </a:path>
            </a:pathLst>
          </a:custGeom>
          <a:solidFill>
            <a:srgbClr val="ECCEC4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vert="horz" wrap="square" lIns="182880" tIns="91440" rIns="182880" bIns="91440" numCol="1" anchor="t" anchorCtr="0" compatLnSpc="1">
            <a:prstTxWarp prst="textNoShape">
              <a:avLst/>
            </a:prstTxWarp>
          </a:bodyPr>
          <a:lstStyle/>
          <a:p>
            <a:pPr algn="l" defTabSz="1828800" rtl="0"/>
            <a:endParaRPr lang="en-US" sz="2400" kern="1200" dirty="0">
              <a:solidFill>
                <a:prstClr val="black"/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01687059-4D1A-4A34-8B95-6C7CAFF710DF}"/>
              </a:ext>
            </a:extLst>
          </p:cNvPr>
          <p:cNvSpPr txBox="1">
            <a:spLocks/>
          </p:cNvSpPr>
          <p:nvPr/>
        </p:nvSpPr>
        <p:spPr>
          <a:xfrm>
            <a:off x="7360937" y="2110149"/>
            <a:ext cx="3484101" cy="369332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l" defTabSz="1828800" rtl="0">
              <a:spcBef>
                <a:spcPct val="20000"/>
              </a:spcBef>
              <a:defRPr/>
            </a:pP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小</a:t>
            </a:r>
            <a:r>
              <a: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标题</a:t>
            </a:r>
            <a:r>
              <a:rPr lang="en-US" altLang="zh-CN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1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417B6156-C25D-4142-8B47-4D97A88E160E}"/>
              </a:ext>
            </a:extLst>
          </p:cNvPr>
          <p:cNvSpPr txBox="1">
            <a:spLocks/>
          </p:cNvSpPr>
          <p:nvPr/>
        </p:nvSpPr>
        <p:spPr>
          <a:xfrm>
            <a:off x="7360936" y="3429000"/>
            <a:ext cx="3484101" cy="369332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l" defTabSz="1828800" rtl="0">
              <a:spcBef>
                <a:spcPct val="20000"/>
              </a:spcBef>
              <a:defRPr/>
            </a:pP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小</a:t>
            </a:r>
            <a:r>
              <a: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标题</a:t>
            </a:r>
            <a:r>
              <a:rPr lang="en-US" altLang="zh-CN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2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BC23A0B9-AD42-448D-8E3E-78ACEE92A3A5}"/>
              </a:ext>
            </a:extLst>
          </p:cNvPr>
          <p:cNvSpPr txBox="1">
            <a:spLocks/>
          </p:cNvSpPr>
          <p:nvPr/>
        </p:nvSpPr>
        <p:spPr>
          <a:xfrm>
            <a:off x="7360935" y="4750253"/>
            <a:ext cx="3484101" cy="369332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l" defTabSz="1828800" rtl="0">
              <a:spcBef>
                <a:spcPct val="20000"/>
              </a:spcBef>
              <a:defRPr/>
            </a:pP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小</a:t>
            </a:r>
            <a:r>
              <a: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标题</a:t>
            </a:r>
            <a:r>
              <a:rPr lang="en-US" altLang="zh-CN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3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C910999B-E5FC-4ACD-8995-292F011567A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8593" y="2110149"/>
            <a:ext cx="5310368" cy="3540245"/>
          </a:xfrm>
          <a:prstGeom prst="rect">
            <a:avLst/>
          </a:prstGeom>
        </p:spPr>
      </p:pic>
      <p:grpSp>
        <p:nvGrpSpPr>
          <p:cNvPr id="13" name="组合 12">
            <a:extLst>
              <a:ext uri="{FF2B5EF4-FFF2-40B4-BE49-F238E27FC236}">
                <a16:creationId xmlns:a16="http://schemas.microsoft.com/office/drawing/2014/main" id="{DDEEECBE-AB54-DA9B-4650-0481A1A5C633}"/>
              </a:ext>
            </a:extLst>
          </p:cNvPr>
          <p:cNvGrpSpPr/>
          <p:nvPr/>
        </p:nvGrpSpPr>
        <p:grpSpPr>
          <a:xfrm>
            <a:off x="660399" y="504490"/>
            <a:ext cx="573235" cy="481442"/>
            <a:chOff x="3378359" y="640707"/>
            <a:chExt cx="663790" cy="557497"/>
          </a:xfrm>
        </p:grpSpPr>
        <p:sp>
          <p:nvSpPr>
            <p:cNvPr id="14" name="图文框 13">
              <a:extLst>
                <a:ext uri="{FF2B5EF4-FFF2-40B4-BE49-F238E27FC236}">
                  <a16:creationId xmlns:a16="http://schemas.microsoft.com/office/drawing/2014/main" id="{245AEF07-B40B-B788-7D77-791071ED020E}"/>
                </a:ext>
              </a:extLst>
            </p:cNvPr>
            <p:cNvSpPr/>
            <p:nvPr/>
          </p:nvSpPr>
          <p:spPr>
            <a:xfrm>
              <a:off x="3378359" y="640707"/>
              <a:ext cx="442527" cy="371664"/>
            </a:xfrm>
            <a:prstGeom prst="frame">
              <a:avLst>
                <a:gd name="adj1" fmla="val 7594"/>
              </a:avLst>
            </a:prstGeom>
            <a:solidFill>
              <a:srgbClr val="ECCE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图文框 15">
              <a:extLst>
                <a:ext uri="{FF2B5EF4-FFF2-40B4-BE49-F238E27FC236}">
                  <a16:creationId xmlns:a16="http://schemas.microsoft.com/office/drawing/2014/main" id="{3ECF4698-12B4-45FE-881E-54B568450507}"/>
                </a:ext>
              </a:extLst>
            </p:cNvPr>
            <p:cNvSpPr/>
            <p:nvPr/>
          </p:nvSpPr>
          <p:spPr>
            <a:xfrm>
              <a:off x="3599622" y="826540"/>
              <a:ext cx="442527" cy="371664"/>
            </a:xfrm>
            <a:prstGeom prst="frame">
              <a:avLst>
                <a:gd name="adj1" fmla="val 7594"/>
              </a:avLst>
            </a:prstGeom>
            <a:solidFill>
              <a:srgbClr val="ECCE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9700824C-4F7A-A6D6-597E-45D57E95EBFA}"/>
              </a:ext>
            </a:extLst>
          </p:cNvPr>
          <p:cNvSpPr txBox="1"/>
          <p:nvPr/>
        </p:nvSpPr>
        <p:spPr bwMode="auto">
          <a:xfrm>
            <a:off x="1424712" y="479137"/>
            <a:ext cx="4005201" cy="584775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>
              <a:defRPr sz="2800" b="1" spc="30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Segoe UI Light" panose="020B0502040204020203" pitchFamily="34" charset="0"/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章节标题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40E8EB88-D2A1-DA1F-8823-AC331CE2418C}"/>
              </a:ext>
            </a:extLst>
          </p:cNvPr>
          <p:cNvSpPr txBox="1">
            <a:spLocks/>
          </p:cNvSpPr>
          <p:nvPr/>
        </p:nvSpPr>
        <p:spPr>
          <a:xfrm>
            <a:off x="7360937" y="2602173"/>
            <a:ext cx="3484101" cy="369332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l" defTabSz="1828800" rtl="0">
              <a:spcBef>
                <a:spcPct val="20000"/>
              </a:spcBef>
              <a:defRPr/>
            </a:pP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内容</a:t>
            </a:r>
            <a:r>
              <a:rPr lang="en-US" altLang="zh-CN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1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EB06BAA5-977F-CDB3-FDE9-C6D9AB107EE1}"/>
              </a:ext>
            </a:extLst>
          </p:cNvPr>
          <p:cNvSpPr txBox="1">
            <a:spLocks/>
          </p:cNvSpPr>
          <p:nvPr/>
        </p:nvSpPr>
        <p:spPr>
          <a:xfrm>
            <a:off x="7360936" y="3890957"/>
            <a:ext cx="3484101" cy="369332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l" defTabSz="1828800" rtl="0">
              <a:spcBef>
                <a:spcPct val="20000"/>
              </a:spcBef>
              <a:defRPr/>
            </a:pP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内容</a:t>
            </a:r>
            <a:r>
              <a:rPr lang="en-US" altLang="zh-CN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2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81A78310-4A18-E15E-5FAD-3E2FE54B4B6A}"/>
              </a:ext>
            </a:extLst>
          </p:cNvPr>
          <p:cNvSpPr txBox="1">
            <a:spLocks/>
          </p:cNvSpPr>
          <p:nvPr/>
        </p:nvSpPr>
        <p:spPr>
          <a:xfrm>
            <a:off x="7360935" y="5243788"/>
            <a:ext cx="3484101" cy="369332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l" defTabSz="1828800" rtl="0">
              <a:spcBef>
                <a:spcPct val="20000"/>
              </a:spcBef>
              <a:defRPr/>
            </a:pP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内容</a:t>
            </a:r>
            <a:r>
              <a:rPr lang="en-US" altLang="zh-CN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560395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750"/>
                            </p:stCondLst>
                            <p:childTnLst>
                              <p:par>
                                <p:cTn id="1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750"/>
                            </p:stCondLst>
                            <p:childTnLst>
                              <p:par>
                                <p:cTn id="2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750"/>
                            </p:stCondLst>
                            <p:childTnLst>
                              <p:par>
                                <p:cTn id="3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750"/>
                            </p:stCondLst>
                            <p:childTnLst>
                              <p:par>
                                <p:cTn id="36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250"/>
                            </p:stCondLst>
                            <p:childTnLst>
                              <p:par>
                                <p:cTn id="4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250"/>
                            </p:stCondLst>
                            <p:childTnLst>
                              <p:par>
                                <p:cTn id="4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250"/>
                            </p:stCondLst>
                            <p:childTnLst>
                              <p:par>
                                <p:cTn id="5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/>
      <p:bldP spid="11" grpId="0"/>
      <p:bldP spid="12" grpId="0"/>
      <p:bldP spid="17" grpId="0"/>
      <p:bldP spid="18" grpId="0"/>
      <p:bldP spid="19" grpId="0"/>
      <p:bldP spid="20" grpId="0"/>
    </p:bldLst>
  </p:timing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</Words>
  <Application>Microsoft Office PowerPoint</Application>
  <PresentationFormat>宽屏</PresentationFormat>
  <Paragraphs>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字魂58号-创中黑</vt:lpstr>
      <vt:lpstr>字魂59号-创粗黑</vt:lpstr>
      <vt:lpstr>Arial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book</dc:creator>
  <cp:lastModifiedBy>冠宇 侯</cp:lastModifiedBy>
  <cp:revision>3</cp:revision>
  <dcterms:created xsi:type="dcterms:W3CDTF">2023-08-09T12:44:55Z</dcterms:created>
  <dcterms:modified xsi:type="dcterms:W3CDTF">2025-04-20T07:08:41Z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2052-12.1.0.15259</vt:lpwstr>
  </property>
</Properties>
</file>