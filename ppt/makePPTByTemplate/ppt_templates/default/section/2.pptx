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2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62AF9-B4FF-4754-9983-98D65383B628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663E7-1CEF-4603-944D-C37C15E52C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86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372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5BBE507-467C-4737-BF72-3BE3DB9C6D0D}"/>
              </a:ext>
            </a:extLst>
          </p:cNvPr>
          <p:cNvSpPr/>
          <p:nvPr/>
        </p:nvSpPr>
        <p:spPr>
          <a:xfrm>
            <a:off x="0" y="6311776"/>
            <a:ext cx="12192000" cy="584776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8D64839-2DCB-4411-A280-F4AA36E9ED3E}"/>
              </a:ext>
            </a:extLst>
          </p:cNvPr>
          <p:cNvGrpSpPr/>
          <p:nvPr/>
        </p:nvGrpSpPr>
        <p:grpSpPr>
          <a:xfrm>
            <a:off x="660399" y="504490"/>
            <a:ext cx="573235" cy="481442"/>
            <a:chOff x="3378359" y="640707"/>
            <a:chExt cx="663790" cy="557497"/>
          </a:xfrm>
        </p:grpSpPr>
        <p:sp>
          <p:nvSpPr>
            <p:cNvPr id="2" name="图文框 1">
              <a:extLst>
                <a:ext uri="{FF2B5EF4-FFF2-40B4-BE49-F238E27FC236}">
                  <a16:creationId xmlns:a16="http://schemas.microsoft.com/office/drawing/2014/main" id="{4ED448EC-7973-4DCB-B2A3-5A55F8ECBB51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036C49B5-C1D6-449D-9571-3A90F7A831F9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B444242-7218-48C5-A90E-AE65BB69E035}"/>
              </a:ext>
            </a:extLst>
          </p:cNvPr>
          <p:cNvSpPr txBox="1"/>
          <p:nvPr/>
        </p:nvSpPr>
        <p:spPr bwMode="auto">
          <a:xfrm>
            <a:off x="1424712" y="479137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0D71CE-8A65-424F-846F-29BBDD8307F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00103" y="1695071"/>
            <a:ext cx="5991897" cy="4616705"/>
          </a:xfrm>
          <a:prstGeom prst="rect">
            <a:avLst/>
          </a:prstGeom>
        </p:spPr>
      </p:pic>
      <p:sp>
        <p:nvSpPr>
          <p:cNvPr id="16" name="Freeform 45">
            <a:extLst>
              <a:ext uri="{FF2B5EF4-FFF2-40B4-BE49-F238E27FC236}">
                <a16:creationId xmlns:a16="http://schemas.microsoft.com/office/drawing/2014/main" id="{23D20DE5-14D6-4A14-94E6-DB8AAB93FEAF}"/>
              </a:ext>
            </a:extLst>
          </p:cNvPr>
          <p:cNvSpPr>
            <a:spLocks noEditPoints="1"/>
          </p:cNvSpPr>
          <p:nvPr/>
        </p:nvSpPr>
        <p:spPr bwMode="auto">
          <a:xfrm>
            <a:off x="1042556" y="1830467"/>
            <a:ext cx="382156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ECCEC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7" name="Freeform 45">
            <a:extLst>
              <a:ext uri="{FF2B5EF4-FFF2-40B4-BE49-F238E27FC236}">
                <a16:creationId xmlns:a16="http://schemas.microsoft.com/office/drawing/2014/main" id="{D4F553A8-B3F6-4891-8EAD-C5031ECC3402}"/>
              </a:ext>
            </a:extLst>
          </p:cNvPr>
          <p:cNvSpPr>
            <a:spLocks noEditPoints="1"/>
          </p:cNvSpPr>
          <p:nvPr/>
        </p:nvSpPr>
        <p:spPr bwMode="auto">
          <a:xfrm>
            <a:off x="1042556" y="3412057"/>
            <a:ext cx="382156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ECCEC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E0AF44-AC5F-49A7-B4CE-A3F75A26A80A}"/>
              </a:ext>
            </a:extLst>
          </p:cNvPr>
          <p:cNvSpPr txBox="1"/>
          <p:nvPr/>
        </p:nvSpPr>
        <p:spPr>
          <a:xfrm>
            <a:off x="1713480" y="2112266"/>
            <a:ext cx="4382519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1068D9-5F71-484B-9496-5D5C9ACD03FA}"/>
              </a:ext>
            </a:extLst>
          </p:cNvPr>
          <p:cNvSpPr txBox="1"/>
          <p:nvPr/>
        </p:nvSpPr>
        <p:spPr>
          <a:xfrm>
            <a:off x="1681096" y="1695071"/>
            <a:ext cx="3563257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5195FE-7544-4BB9-BA69-CC89D0F533E1}"/>
              </a:ext>
            </a:extLst>
          </p:cNvPr>
          <p:cNvSpPr txBox="1"/>
          <p:nvPr/>
        </p:nvSpPr>
        <p:spPr>
          <a:xfrm>
            <a:off x="1713480" y="3693043"/>
            <a:ext cx="4382519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58BB92-76C6-41F9-9791-4B173022E8A8}"/>
              </a:ext>
            </a:extLst>
          </p:cNvPr>
          <p:cNvSpPr txBox="1"/>
          <p:nvPr/>
        </p:nvSpPr>
        <p:spPr>
          <a:xfrm>
            <a:off x="1681096" y="3275848"/>
            <a:ext cx="3563257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7" name="Freeform 45">
            <a:extLst>
              <a:ext uri="{FF2B5EF4-FFF2-40B4-BE49-F238E27FC236}">
                <a16:creationId xmlns:a16="http://schemas.microsoft.com/office/drawing/2014/main" id="{9E043F17-7CB2-C288-EEC9-FA4BEDF811CA}"/>
              </a:ext>
            </a:extLst>
          </p:cNvPr>
          <p:cNvSpPr>
            <a:spLocks noEditPoints="1"/>
          </p:cNvSpPr>
          <p:nvPr/>
        </p:nvSpPr>
        <p:spPr bwMode="auto">
          <a:xfrm>
            <a:off x="1042556" y="4995382"/>
            <a:ext cx="382156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ECCEC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B54B06-9C0A-B1E6-5C4E-3F48A21A67FB}"/>
              </a:ext>
            </a:extLst>
          </p:cNvPr>
          <p:cNvSpPr txBox="1"/>
          <p:nvPr/>
        </p:nvSpPr>
        <p:spPr>
          <a:xfrm>
            <a:off x="1713480" y="5276368"/>
            <a:ext cx="4278418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7ADF5D-858E-4755-B12A-E201953DCD21}"/>
              </a:ext>
            </a:extLst>
          </p:cNvPr>
          <p:cNvSpPr txBox="1"/>
          <p:nvPr/>
        </p:nvSpPr>
        <p:spPr>
          <a:xfrm>
            <a:off x="1681096" y="4859173"/>
            <a:ext cx="3563257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08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16" grpId="0" animBg="1"/>
      <p:bldP spid="17" grpId="0" animBg="1"/>
      <p:bldP spid="18" grpId="0" bldLvl="0"/>
      <p:bldP spid="19" grpId="0" bldLvl="0"/>
      <p:bldP spid="20" grpId="0" bldLvl="0"/>
      <p:bldP spid="21" grpId="0" bldLvl="0"/>
      <p:bldP spid="7" grpId="0" animBg="1"/>
      <p:bldP spid="8" grpId="0" bldLvl="0"/>
      <p:bldP spid="14" grpId="0" bldLvl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3</cp:revision>
  <dcterms:created xsi:type="dcterms:W3CDTF">2023-08-09T12:44:55Z</dcterms:created>
  <dcterms:modified xsi:type="dcterms:W3CDTF">2025-04-20T05:17:40Z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