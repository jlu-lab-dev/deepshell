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319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1" y="2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942C1F-2706-4E71-A350-37E3E6C642D7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211EF3-D415-4066-A938-79AF73A6AF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7189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681912-8CC0-4B9F-BE2A-5B54BD796BF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73194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3C22F57-759E-44FD-AB4C-5494F554C56D}"/>
              </a:ext>
            </a:extLst>
          </p:cNvPr>
          <p:cNvSpPr/>
          <p:nvPr/>
        </p:nvSpPr>
        <p:spPr>
          <a:xfrm>
            <a:off x="1" y="1"/>
            <a:ext cx="12192000" cy="3428999"/>
          </a:xfrm>
          <a:prstGeom prst="rect">
            <a:avLst/>
          </a:prstGeom>
          <a:solidFill>
            <a:srgbClr val="F6E7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图文框 7">
            <a:extLst>
              <a:ext uri="{FF2B5EF4-FFF2-40B4-BE49-F238E27FC236}">
                <a16:creationId xmlns:a16="http://schemas.microsoft.com/office/drawing/2014/main" id="{3D9262F7-26E8-43EE-906D-1C59602EB3A8}"/>
              </a:ext>
            </a:extLst>
          </p:cNvPr>
          <p:cNvSpPr/>
          <p:nvPr/>
        </p:nvSpPr>
        <p:spPr>
          <a:xfrm>
            <a:off x="9274629" y="4683854"/>
            <a:ext cx="979394" cy="1086817"/>
          </a:xfrm>
          <a:prstGeom prst="frame">
            <a:avLst>
              <a:gd name="adj1" fmla="val 3697"/>
            </a:avLst>
          </a:prstGeom>
          <a:solidFill>
            <a:srgbClr val="F6E7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" name="图文框 8">
            <a:extLst>
              <a:ext uri="{FF2B5EF4-FFF2-40B4-BE49-F238E27FC236}">
                <a16:creationId xmlns:a16="http://schemas.microsoft.com/office/drawing/2014/main" id="{2B549945-B347-4B98-A5DE-71522824EF34}"/>
              </a:ext>
            </a:extLst>
          </p:cNvPr>
          <p:cNvSpPr/>
          <p:nvPr/>
        </p:nvSpPr>
        <p:spPr>
          <a:xfrm>
            <a:off x="1937977" y="1087329"/>
            <a:ext cx="2265073" cy="1498552"/>
          </a:xfrm>
          <a:prstGeom prst="frame">
            <a:avLst>
              <a:gd name="adj1" fmla="val 3697"/>
            </a:avLst>
          </a:prstGeom>
          <a:solidFill>
            <a:srgbClr val="ECCE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B020DD1-6035-4F11-9439-34B3CC4F7841}"/>
              </a:ext>
            </a:extLst>
          </p:cNvPr>
          <p:cNvSpPr/>
          <p:nvPr/>
        </p:nvSpPr>
        <p:spPr>
          <a:xfrm>
            <a:off x="2432958" y="1630737"/>
            <a:ext cx="7326084" cy="359652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17500" dist="190500" dir="2700000" algn="tl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C10EFB5-EDB7-46A0-9AC3-AC85391E3CD5}"/>
              </a:ext>
            </a:extLst>
          </p:cNvPr>
          <p:cNvSpPr txBox="1"/>
          <p:nvPr/>
        </p:nvSpPr>
        <p:spPr bwMode="auto">
          <a:xfrm>
            <a:off x="4203050" y="3069515"/>
            <a:ext cx="4005201" cy="1015663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>
              <a:defRPr sz="2800" b="1" spc="300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Segoe UI Light" panose="020B0502040204020203" pitchFamily="34" charset="0"/>
              </a:defRPr>
            </a:lvl1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6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主题</a:t>
            </a:r>
          </a:p>
        </p:txBody>
      </p:sp>
      <p:sp>
        <p:nvSpPr>
          <p:cNvPr id="15" name="图文框 14">
            <a:extLst>
              <a:ext uri="{FF2B5EF4-FFF2-40B4-BE49-F238E27FC236}">
                <a16:creationId xmlns:a16="http://schemas.microsoft.com/office/drawing/2014/main" id="{9C85CCFE-484A-48D3-8703-BA6C12FB2AA1}"/>
              </a:ext>
            </a:extLst>
          </p:cNvPr>
          <p:cNvSpPr/>
          <p:nvPr/>
        </p:nvSpPr>
        <p:spPr>
          <a:xfrm>
            <a:off x="10551299" y="5515697"/>
            <a:ext cx="503144" cy="509948"/>
          </a:xfrm>
          <a:prstGeom prst="frame">
            <a:avLst>
              <a:gd name="adj1" fmla="val 13433"/>
            </a:avLst>
          </a:prstGeom>
          <a:solidFill>
            <a:srgbClr val="F6E7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6" name="图文框 15">
            <a:extLst>
              <a:ext uri="{FF2B5EF4-FFF2-40B4-BE49-F238E27FC236}">
                <a16:creationId xmlns:a16="http://schemas.microsoft.com/office/drawing/2014/main" id="{3CA1D614-E7A3-42A0-A28A-87D7499E6A6F}"/>
              </a:ext>
            </a:extLst>
          </p:cNvPr>
          <p:cNvSpPr/>
          <p:nvPr/>
        </p:nvSpPr>
        <p:spPr>
          <a:xfrm>
            <a:off x="3378359" y="640707"/>
            <a:ext cx="1174503" cy="775182"/>
          </a:xfrm>
          <a:prstGeom prst="frame">
            <a:avLst>
              <a:gd name="adj1" fmla="val 7594"/>
            </a:avLst>
          </a:prstGeom>
          <a:solidFill>
            <a:srgbClr val="ECCE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230293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9" grpId="0" animBg="1"/>
      <p:bldP spid="3" grpId="0" animBg="1"/>
      <p:bldP spid="13" grpId="0"/>
      <p:bldP spid="16" grpId="0" animBg="1"/>
    </p:bldLst>
  </p:timing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</Words>
  <Application>Microsoft Office PowerPoint</Application>
  <PresentationFormat>宽屏</PresentationFormat>
  <Paragraphs>2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字魂58号-创中黑</vt:lpstr>
      <vt:lpstr>Arial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book</dc:creator>
  <cp:lastModifiedBy>冠宇 侯</cp:lastModifiedBy>
  <cp:revision>3</cp:revision>
  <dcterms:created xsi:type="dcterms:W3CDTF">2023-08-09T12:44:55Z</dcterms:created>
  <dcterms:modified xsi:type="dcterms:W3CDTF">2025-04-20T06:17:49Z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2052-12.1.0.15259</vt:lpwstr>
  </property>
</Properties>
</file>