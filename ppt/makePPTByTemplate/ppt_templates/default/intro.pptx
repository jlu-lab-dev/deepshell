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0AFE0-1CC5-4805-9FA2-A5491B4EE2FB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F1E09-AA48-4E49-945D-9BEFA39F9E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07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19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C22F57-759E-44FD-AB4C-5494F554C56D}"/>
              </a:ext>
            </a:extLst>
          </p:cNvPr>
          <p:cNvSpPr/>
          <p:nvPr/>
        </p:nvSpPr>
        <p:spPr>
          <a:xfrm>
            <a:off x="1" y="1"/>
            <a:ext cx="12192000" cy="3428999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图文框 7">
            <a:extLst>
              <a:ext uri="{FF2B5EF4-FFF2-40B4-BE49-F238E27FC236}">
                <a16:creationId xmlns:a16="http://schemas.microsoft.com/office/drawing/2014/main" id="{3D9262F7-26E8-43EE-906D-1C59602EB3A8}"/>
              </a:ext>
            </a:extLst>
          </p:cNvPr>
          <p:cNvSpPr/>
          <p:nvPr/>
        </p:nvSpPr>
        <p:spPr>
          <a:xfrm>
            <a:off x="9274629" y="4683854"/>
            <a:ext cx="979394" cy="1086817"/>
          </a:xfrm>
          <a:prstGeom prst="frame">
            <a:avLst>
              <a:gd name="adj1" fmla="val 3697"/>
            </a:avLst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图文框 8">
            <a:extLst>
              <a:ext uri="{FF2B5EF4-FFF2-40B4-BE49-F238E27FC236}">
                <a16:creationId xmlns:a16="http://schemas.microsoft.com/office/drawing/2014/main" id="{2B549945-B347-4B98-A5DE-71522824EF34}"/>
              </a:ext>
            </a:extLst>
          </p:cNvPr>
          <p:cNvSpPr/>
          <p:nvPr/>
        </p:nvSpPr>
        <p:spPr>
          <a:xfrm>
            <a:off x="1937977" y="1087329"/>
            <a:ext cx="2265073" cy="1498552"/>
          </a:xfrm>
          <a:prstGeom prst="frame">
            <a:avLst>
              <a:gd name="adj1" fmla="val 3697"/>
            </a:avLst>
          </a:prstGeom>
          <a:solidFill>
            <a:srgbClr val="EC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图文框 14">
            <a:extLst>
              <a:ext uri="{FF2B5EF4-FFF2-40B4-BE49-F238E27FC236}">
                <a16:creationId xmlns:a16="http://schemas.microsoft.com/office/drawing/2014/main" id="{9C85CCFE-484A-48D3-8703-BA6C12FB2AA1}"/>
              </a:ext>
            </a:extLst>
          </p:cNvPr>
          <p:cNvSpPr/>
          <p:nvPr/>
        </p:nvSpPr>
        <p:spPr>
          <a:xfrm>
            <a:off x="10551299" y="5515697"/>
            <a:ext cx="503144" cy="509948"/>
          </a:xfrm>
          <a:prstGeom prst="frame">
            <a:avLst>
              <a:gd name="adj1" fmla="val 13433"/>
            </a:avLst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图文框 15">
            <a:extLst>
              <a:ext uri="{FF2B5EF4-FFF2-40B4-BE49-F238E27FC236}">
                <a16:creationId xmlns:a16="http://schemas.microsoft.com/office/drawing/2014/main" id="{3CA1D614-E7A3-42A0-A28A-87D7499E6A6F}"/>
              </a:ext>
            </a:extLst>
          </p:cNvPr>
          <p:cNvSpPr/>
          <p:nvPr/>
        </p:nvSpPr>
        <p:spPr>
          <a:xfrm>
            <a:off x="3378359" y="640707"/>
            <a:ext cx="1174503" cy="775182"/>
          </a:xfrm>
          <a:prstGeom prst="frame">
            <a:avLst>
              <a:gd name="adj1" fmla="val 7594"/>
            </a:avLst>
          </a:prstGeom>
          <a:solidFill>
            <a:srgbClr val="EC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2D0447-FCCA-9207-673A-663B10A14E37}"/>
              </a:ext>
            </a:extLst>
          </p:cNvPr>
          <p:cNvSpPr/>
          <p:nvPr/>
        </p:nvSpPr>
        <p:spPr>
          <a:xfrm>
            <a:off x="2986391" y="988291"/>
            <a:ext cx="6012445" cy="5338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1905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EDE2F30-3FC2-1A26-1133-EECBC8CC33B3}"/>
              </a:ext>
            </a:extLst>
          </p:cNvPr>
          <p:cNvGrpSpPr/>
          <p:nvPr/>
        </p:nvGrpSpPr>
        <p:grpSpPr>
          <a:xfrm>
            <a:off x="2898843" y="900524"/>
            <a:ext cx="6177064" cy="5527986"/>
            <a:chOff x="861492" y="1203598"/>
            <a:chExt cx="7502331" cy="3517359"/>
          </a:xfrm>
        </p:grpSpPr>
        <p:sp>
          <p:nvSpPr>
            <p:cNvPr id="6" name="圆角矩形 26">
              <a:extLst>
                <a:ext uri="{FF2B5EF4-FFF2-40B4-BE49-F238E27FC236}">
                  <a16:creationId xmlns:a16="http://schemas.microsoft.com/office/drawing/2014/main" id="{3A618E3A-BC57-C87B-005B-7AA52ED137B0}"/>
                </a:ext>
              </a:extLst>
            </p:cNvPr>
            <p:cNvSpPr/>
            <p:nvPr/>
          </p:nvSpPr>
          <p:spPr>
            <a:xfrm>
              <a:off x="926188" y="1256577"/>
              <a:ext cx="7345680" cy="3411401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rgbClr val="C6B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</p:txBody>
        </p:sp>
        <p:sp>
          <p:nvSpPr>
            <p:cNvPr id="7" name="矩形 93">
              <a:extLst>
                <a:ext uri="{FF2B5EF4-FFF2-40B4-BE49-F238E27FC236}">
                  <a16:creationId xmlns:a16="http://schemas.microsoft.com/office/drawing/2014/main" id="{635E37DA-2974-FD4F-702A-BE11A4033D97}"/>
                </a:ext>
              </a:extLst>
            </p:cNvPr>
            <p:cNvSpPr/>
            <p:nvPr/>
          </p:nvSpPr>
          <p:spPr>
            <a:xfrm>
              <a:off x="861492" y="1203598"/>
              <a:ext cx="288032" cy="288032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rgbClr val="C6B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</p:txBody>
        </p:sp>
        <p:sp>
          <p:nvSpPr>
            <p:cNvPr id="10" name="矩形 93">
              <a:extLst>
                <a:ext uri="{FF2B5EF4-FFF2-40B4-BE49-F238E27FC236}">
                  <a16:creationId xmlns:a16="http://schemas.microsoft.com/office/drawing/2014/main" id="{86478AEF-C0D7-A366-55DF-6FCACCFE27B8}"/>
                </a:ext>
              </a:extLst>
            </p:cNvPr>
            <p:cNvSpPr/>
            <p:nvPr/>
          </p:nvSpPr>
          <p:spPr>
            <a:xfrm rot="10800000">
              <a:off x="8075791" y="4432925"/>
              <a:ext cx="288032" cy="288032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rgbClr val="C6B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</p:txBody>
        </p:sp>
        <p:sp>
          <p:nvSpPr>
            <p:cNvPr id="11" name="TextBox 42">
              <a:extLst>
                <a:ext uri="{FF2B5EF4-FFF2-40B4-BE49-F238E27FC236}">
                  <a16:creationId xmlns:a16="http://schemas.microsoft.com/office/drawing/2014/main" id="{2EDC8246-EDA1-F452-2927-0547473F30BA}"/>
                </a:ext>
              </a:extLst>
            </p:cNvPr>
            <p:cNvSpPr txBox="1"/>
            <p:nvPr/>
          </p:nvSpPr>
          <p:spPr>
            <a:xfrm>
              <a:off x="3237936" y="3385904"/>
              <a:ext cx="969036" cy="414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添加</a:t>
              </a:r>
              <a:endPara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关键字</a:t>
              </a: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F2C33A61-481A-B1AA-178C-EA98B16F515F}"/>
                </a:ext>
              </a:extLst>
            </p:cNvPr>
            <p:cNvSpPr txBox="1"/>
            <p:nvPr/>
          </p:nvSpPr>
          <p:spPr>
            <a:xfrm>
              <a:off x="1660400" y="3385904"/>
              <a:ext cx="969036" cy="414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添加</a:t>
              </a:r>
              <a:endPara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关键字</a:t>
              </a:r>
            </a:p>
          </p:txBody>
        </p:sp>
        <p:sp>
          <p:nvSpPr>
            <p:cNvPr id="18" name="TextBox 47">
              <a:extLst>
                <a:ext uri="{FF2B5EF4-FFF2-40B4-BE49-F238E27FC236}">
                  <a16:creationId xmlns:a16="http://schemas.microsoft.com/office/drawing/2014/main" id="{F203E53B-A198-9BF8-44B3-E5D73DB40D3A}"/>
                </a:ext>
              </a:extLst>
            </p:cNvPr>
            <p:cNvSpPr txBox="1"/>
            <p:nvPr/>
          </p:nvSpPr>
          <p:spPr>
            <a:xfrm>
              <a:off x="4848504" y="3385904"/>
              <a:ext cx="969036" cy="414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添加</a:t>
              </a:r>
              <a:endPara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关键字</a:t>
              </a:r>
            </a:p>
          </p:txBody>
        </p:sp>
        <p:sp>
          <p:nvSpPr>
            <p:cNvPr id="19" name="TextBox 48">
              <a:extLst>
                <a:ext uri="{FF2B5EF4-FFF2-40B4-BE49-F238E27FC236}">
                  <a16:creationId xmlns:a16="http://schemas.microsoft.com/office/drawing/2014/main" id="{22CA6EDD-28E1-32F4-263B-73536DBE15AD}"/>
                </a:ext>
              </a:extLst>
            </p:cNvPr>
            <p:cNvSpPr txBox="1"/>
            <p:nvPr/>
          </p:nvSpPr>
          <p:spPr>
            <a:xfrm>
              <a:off x="6442556" y="3385904"/>
              <a:ext cx="969036" cy="414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添加</a:t>
              </a:r>
              <a:endPara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关键字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C25086E-4DD1-6695-1337-0D63A623E038}"/>
              </a:ext>
            </a:extLst>
          </p:cNvPr>
          <p:cNvSpPr txBox="1"/>
          <p:nvPr/>
        </p:nvSpPr>
        <p:spPr>
          <a:xfrm>
            <a:off x="3445164" y="1307379"/>
            <a:ext cx="4794164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800"/>
            </a:pPr>
            <a:r>
              <a:rPr lang="zh-CN" altLang="en-US" sz="1600" dirty="0"/>
              <a:t>内容</a:t>
            </a:r>
            <a:endParaRPr sz="16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D41D9C2-4A51-AB45-7B6C-78D4626B366D}"/>
              </a:ext>
            </a:extLst>
          </p:cNvPr>
          <p:cNvGrpSpPr/>
          <p:nvPr/>
        </p:nvGrpSpPr>
        <p:grpSpPr>
          <a:xfrm>
            <a:off x="369081" y="134230"/>
            <a:ext cx="573235" cy="481442"/>
            <a:chOff x="3378359" y="640707"/>
            <a:chExt cx="663790" cy="557497"/>
          </a:xfrm>
        </p:grpSpPr>
        <p:sp>
          <p:nvSpPr>
            <p:cNvPr id="22" name="图文框 21">
              <a:extLst>
                <a:ext uri="{FF2B5EF4-FFF2-40B4-BE49-F238E27FC236}">
                  <a16:creationId xmlns:a16="http://schemas.microsoft.com/office/drawing/2014/main" id="{631EC61C-5BEC-86AC-829B-FD396109D15C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图文框 22">
              <a:extLst>
                <a:ext uri="{FF2B5EF4-FFF2-40B4-BE49-F238E27FC236}">
                  <a16:creationId xmlns:a16="http://schemas.microsoft.com/office/drawing/2014/main" id="{DA0853E9-06EA-E6EC-2D60-771BA8B38D93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E552919B-C29A-8521-FFD6-52019EEDE89C}"/>
              </a:ext>
            </a:extLst>
          </p:cNvPr>
          <p:cNvSpPr txBox="1"/>
          <p:nvPr/>
        </p:nvSpPr>
        <p:spPr bwMode="auto">
          <a:xfrm>
            <a:off x="1133394" y="108877"/>
            <a:ext cx="4005201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>
              <a:defRPr sz="2800" b="1"/>
            </a:pPr>
            <a:r>
              <a:rPr lang="zh-CN" altLang="en-US" dirty="0"/>
              <a:t>引文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23029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6" grpId="0" animBg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</Words>
  <Application>Microsoft Office PowerPoint</Application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思源黑体 Medium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6</cp:revision>
  <dcterms:created xsi:type="dcterms:W3CDTF">2023-08-09T12:44:55Z</dcterms:created>
  <dcterms:modified xsi:type="dcterms:W3CDTF">2025-04-20T06:54:22Z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