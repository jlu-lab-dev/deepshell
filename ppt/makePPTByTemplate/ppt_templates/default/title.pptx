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1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B124F7-34DA-4D6E-A599-876DDB1147F1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8E47F-C742-4713-AA79-5595CC05CA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541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5658E-12C6-F44D-8691-2D1C43C1F13E}" type="slidenum"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714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E5301F62-E527-430F-AF58-A8666358B360}"/>
              </a:ext>
            </a:extLst>
          </p:cNvPr>
          <p:cNvSpPr/>
          <p:nvPr/>
        </p:nvSpPr>
        <p:spPr>
          <a:xfrm>
            <a:off x="0" y="0"/>
            <a:ext cx="14810282" cy="7375161"/>
          </a:xfrm>
          <a:prstGeom prst="rtTriangle">
            <a:avLst/>
          </a:prstGeom>
          <a:solidFill>
            <a:srgbClr val="ECCE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图文框 17">
            <a:extLst>
              <a:ext uri="{FF2B5EF4-FFF2-40B4-BE49-F238E27FC236}">
                <a16:creationId xmlns:a16="http://schemas.microsoft.com/office/drawing/2014/main" id="{5FBC000B-BE00-4A5E-B560-58415F21BB8D}"/>
              </a:ext>
            </a:extLst>
          </p:cNvPr>
          <p:cNvSpPr/>
          <p:nvPr/>
        </p:nvSpPr>
        <p:spPr>
          <a:xfrm>
            <a:off x="3475851" y="2030277"/>
            <a:ext cx="5196116" cy="3712315"/>
          </a:xfrm>
          <a:prstGeom prst="frame">
            <a:avLst>
              <a:gd name="adj1" fmla="val 3697"/>
            </a:avLst>
          </a:prstGeom>
          <a:solidFill>
            <a:srgbClr val="F6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图文框 10">
            <a:extLst>
              <a:ext uri="{FF2B5EF4-FFF2-40B4-BE49-F238E27FC236}">
                <a16:creationId xmlns:a16="http://schemas.microsoft.com/office/drawing/2014/main" id="{DF9485A3-2D8E-4153-B28A-F12E542FC5CE}"/>
              </a:ext>
            </a:extLst>
          </p:cNvPr>
          <p:cNvSpPr/>
          <p:nvPr/>
        </p:nvSpPr>
        <p:spPr>
          <a:xfrm>
            <a:off x="3475851" y="1073932"/>
            <a:ext cx="5196116" cy="3515618"/>
          </a:xfrm>
          <a:prstGeom prst="frame">
            <a:avLst>
              <a:gd name="adj1" fmla="val 3697"/>
            </a:avLst>
          </a:prstGeom>
          <a:solidFill>
            <a:srgbClr val="ECCE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D8B5E6-ACDC-49F9-84DB-34E7456AF497}"/>
              </a:ext>
            </a:extLst>
          </p:cNvPr>
          <p:cNvSpPr/>
          <p:nvPr/>
        </p:nvSpPr>
        <p:spPr>
          <a:xfrm>
            <a:off x="2228849" y="1793318"/>
            <a:ext cx="7734300" cy="32614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1905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8D3318-B0DA-4E47-86F5-595D7FC8AEEC}"/>
              </a:ext>
            </a:extLst>
          </p:cNvPr>
          <p:cNvSpPr txBox="1"/>
          <p:nvPr/>
        </p:nvSpPr>
        <p:spPr>
          <a:xfrm>
            <a:off x="2717367" y="2310216"/>
            <a:ext cx="675726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500" dirty="0">
                <a:solidFill>
                  <a:srgbClr val="171919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标题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DCD905-DFB9-40EE-BF7B-CFB2FD80C220}"/>
              </a:ext>
            </a:extLst>
          </p:cNvPr>
          <p:cNvSpPr/>
          <p:nvPr/>
        </p:nvSpPr>
        <p:spPr>
          <a:xfrm>
            <a:off x="5056529" y="1073931"/>
            <a:ext cx="2078940" cy="115032"/>
          </a:xfrm>
          <a:prstGeom prst="rect">
            <a:avLst/>
          </a:prstGeom>
          <a:solidFill>
            <a:srgbClr val="17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FF8EA3-7841-4B46-8E86-A40A62DABE99}"/>
              </a:ext>
            </a:extLst>
          </p:cNvPr>
          <p:cNvSpPr/>
          <p:nvPr/>
        </p:nvSpPr>
        <p:spPr>
          <a:xfrm>
            <a:off x="5056529" y="4212523"/>
            <a:ext cx="2456145" cy="37702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2000" spc="225" dirty="0">
                <a:solidFill>
                  <a:srgbClr val="171919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+mn-ea"/>
                <a:sym typeface="+mn-lt"/>
              </a:rPr>
              <a:t>汇报人：</a:t>
            </a:r>
            <a:r>
              <a:rPr lang="en-US" altLang="zh-CN" sz="2000" spc="225" dirty="0">
                <a:solidFill>
                  <a:srgbClr val="171919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+mn-ea"/>
                <a:sym typeface="+mn-lt"/>
              </a:rPr>
              <a:t>XXX</a:t>
            </a:r>
            <a:endParaRPr sz="2000" spc="225" dirty="0">
              <a:solidFill>
                <a:srgbClr val="171919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A98B5C-018E-425A-A0C7-D92CDAD5365E}"/>
              </a:ext>
            </a:extLst>
          </p:cNvPr>
          <p:cNvSpPr/>
          <p:nvPr/>
        </p:nvSpPr>
        <p:spPr>
          <a:xfrm>
            <a:off x="5056529" y="5619006"/>
            <a:ext cx="2078940" cy="115032"/>
          </a:xfrm>
          <a:prstGeom prst="rect">
            <a:avLst/>
          </a:prstGeom>
          <a:solidFill>
            <a:srgbClr val="17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72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7" grpId="0" animBg="1"/>
      <p:bldP spid="21" grpId="0"/>
      <p:bldP spid="20" grpId="0" animBg="1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</Words>
  <Application>Microsoft Office PowerPoint</Application>
  <PresentationFormat>宽屏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字魂58号-创中黑</vt:lpstr>
      <vt:lpstr>字魂59号-创粗黑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book</dc:creator>
  <cp:lastModifiedBy>冠宇 侯</cp:lastModifiedBy>
  <cp:revision>7</cp:revision>
  <dcterms:created xsi:type="dcterms:W3CDTF">2023-08-09T12:44:55Z</dcterms:created>
  <dcterms:modified xsi:type="dcterms:W3CDTF">2025-04-20T07:13:01Z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